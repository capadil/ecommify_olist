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6" r:id="rId3"/>
    <p:sldId id="265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1307" y="1188599"/>
            <a:ext cx="7766936" cy="1646302"/>
          </a:xfrm>
        </p:spPr>
        <p:txBody>
          <a:bodyPr/>
          <a:lstStyle/>
          <a:p>
            <a:r>
              <a:rPr lang="es-MX" sz="4400" dirty="0"/>
              <a:t>Diseño y Optimización de Bases de Datos: Proyecto </a:t>
            </a:r>
            <a:r>
              <a:rPr lang="es-MX" sz="4400" dirty="0" err="1"/>
              <a:t>Ecommify</a:t>
            </a:r>
            <a:r>
              <a:rPr lang="es-MX" sz="4400" dirty="0"/>
              <a:t> (</a:t>
            </a:r>
            <a:r>
              <a:rPr lang="es-MX" sz="4400" dirty="0" err="1" smtClean="0"/>
              <a:t>Olist</a:t>
            </a:r>
            <a:r>
              <a:rPr lang="es-MX" sz="4400" dirty="0" smtClean="0"/>
              <a:t>)</a:t>
            </a:r>
            <a:endParaRPr lang="es-MX" sz="4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02565" y="3161473"/>
            <a:ext cx="7766936" cy="2638436"/>
          </a:xfrm>
        </p:spPr>
        <p:txBody>
          <a:bodyPr>
            <a:normAutofit/>
          </a:bodyPr>
          <a:lstStyle/>
          <a:p>
            <a:r>
              <a:rPr lang="pt-BR" dirty="0" err="1"/>
              <a:t>Arquitectura</a:t>
            </a:r>
            <a:r>
              <a:rPr lang="pt-BR" dirty="0"/>
              <a:t> Híbrida </a:t>
            </a:r>
            <a:r>
              <a:rPr lang="pt-BR" dirty="0" err="1"/>
              <a:t>Transaccional</a:t>
            </a:r>
            <a:r>
              <a:rPr lang="pt-BR" dirty="0"/>
              <a:t>-Analítica (</a:t>
            </a:r>
            <a:r>
              <a:rPr lang="pt-BR" dirty="0" err="1"/>
              <a:t>PostgreSQL</a:t>
            </a:r>
            <a:r>
              <a:rPr lang="pt-BR" dirty="0"/>
              <a:t> + </a:t>
            </a:r>
            <a:r>
              <a:rPr lang="pt-BR" dirty="0" err="1"/>
              <a:t>MongoDB</a:t>
            </a:r>
            <a:r>
              <a:rPr lang="pt-BR" dirty="0"/>
              <a:t>)</a:t>
            </a:r>
            <a:r>
              <a:rPr lang="es-MX" dirty="0" smtClean="0"/>
              <a:t>.</a:t>
            </a:r>
            <a:endParaRPr lang="es-CO" dirty="0"/>
          </a:p>
          <a:p>
            <a:r>
              <a:rPr lang="es-CO" dirty="0" smtClean="0"/>
              <a:t>Equipo:</a:t>
            </a:r>
          </a:p>
          <a:p>
            <a:r>
              <a:rPr lang="es-CO" dirty="0" smtClean="0"/>
              <a:t>Pablo Andrés Melo </a:t>
            </a:r>
            <a:r>
              <a:rPr lang="es-CO" dirty="0" err="1" smtClean="0"/>
              <a:t>Garcia</a:t>
            </a:r>
            <a:endParaRPr lang="es-CO" dirty="0" smtClean="0"/>
          </a:p>
          <a:p>
            <a:r>
              <a:rPr lang="es-CO" dirty="0" smtClean="0"/>
              <a:t>Camilo Andrés Padilla </a:t>
            </a:r>
            <a:r>
              <a:rPr lang="es-CO" dirty="0" err="1" smtClean="0"/>
              <a:t>Garcia</a:t>
            </a:r>
            <a:endParaRPr lang="es-CO" dirty="0" smtClean="0"/>
          </a:p>
          <a:p>
            <a:r>
              <a:rPr lang="es-CO" dirty="0" smtClean="0"/>
              <a:t>Jorge Andrés Ayala </a:t>
            </a:r>
            <a:r>
              <a:rPr lang="es-CO" dirty="0" smtClean="0"/>
              <a:t>Valero</a:t>
            </a:r>
          </a:p>
          <a:p>
            <a:r>
              <a:rPr lang="es-MX" dirty="0"/>
              <a:t>https://github.com/capadil/Ecommify_Olist</a:t>
            </a:r>
            <a:endParaRPr lang="es-MX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868" y="5702618"/>
            <a:ext cx="1476375" cy="84772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319" y="5816918"/>
            <a:ext cx="331470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558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Contexto y Gobernanza del Proyecto</a:t>
            </a:r>
            <a:endParaRPr lang="es-MX" sz="31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51727"/>
            <a:ext cx="8596668" cy="1596571"/>
          </a:xfrm>
        </p:spPr>
        <p:txBody>
          <a:bodyPr/>
          <a:lstStyle/>
          <a:p>
            <a:pPr lvl="0"/>
            <a:r>
              <a:rPr lang="es-MX" altLang="es-MX" dirty="0" smtClean="0">
                <a:solidFill>
                  <a:schemeClr val="tx1"/>
                </a:solidFill>
                <a:latin typeface="Arial" panose="020B0604020202020204" pitchFamily="34" charset="0"/>
              </a:rPr>
              <a:t>Uso 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del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dataset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público de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Olist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(E-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commerce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brasileño) con 100k+ órdenes.</a:t>
            </a:r>
          </a:p>
          <a:p>
            <a:r>
              <a:rPr lang="es-MX" altLang="es-MX" dirty="0" smtClean="0">
                <a:solidFill>
                  <a:schemeClr val="tx1"/>
                </a:solidFill>
                <a:latin typeface="Arial" panose="020B0604020202020204" pitchFamily="34" charset="0"/>
              </a:rPr>
              <a:t>Gestión 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centralizada mediante control de versiones (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Git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).</a:t>
            </a:r>
          </a:p>
          <a:p>
            <a:pPr lvl="0"/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963" y="2789647"/>
            <a:ext cx="3067050" cy="3352800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677334" y="6142447"/>
            <a:ext cx="48077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https://github.com/capadil/Ecommify_Olist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20745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Requisitos Funcionales y No Funcionales</a:t>
            </a:r>
            <a:endParaRPr lang="es-MX" sz="31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51727"/>
            <a:ext cx="8596668" cy="1596571"/>
          </a:xfrm>
        </p:spPr>
        <p:txBody>
          <a:bodyPr>
            <a:normAutofit/>
          </a:bodyPr>
          <a:lstStyle/>
          <a:p>
            <a:r>
              <a:rPr lang="es-MX" altLang="es-MX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Analíticos/Lectura </a:t>
            </a:r>
            <a:r>
              <a:rPr lang="es-MX" altLang="es-MX" b="1" dirty="0">
                <a:solidFill>
                  <a:schemeClr val="tx1"/>
                </a:solidFill>
                <a:latin typeface="Arial" panose="020B0604020202020204" pitchFamily="34" charset="0"/>
              </a:rPr>
              <a:t>(OLAP):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Búsquedas de catálogo de baja latencia, perfiles de usuario enriquecidos, y almacenamiento de datos no estructurados (reseñas). </a:t>
            </a:r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/>
            <a:r>
              <a:rPr lang="es-MX" altLang="es-MX" b="1" dirty="0">
                <a:solidFill>
                  <a:schemeClr val="tx1"/>
                </a:solidFill>
                <a:latin typeface="Arial" panose="020B0604020202020204" pitchFamily="34" charset="0"/>
              </a:rPr>
              <a:t>Transaccionales (OLTP):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Garantizar integridad financiera (pagos, inventario, logística). Tolerancia cero a anomalías o registros huérfanos.</a:t>
            </a:r>
          </a:p>
          <a:p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299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Justificación Teórica: El Teorema CAP</a:t>
            </a:r>
            <a:endParaRPr lang="es-MX" sz="31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51727"/>
            <a:ext cx="8596668" cy="1596571"/>
          </a:xfrm>
        </p:spPr>
        <p:txBody>
          <a:bodyPr>
            <a:normAutofit/>
          </a:bodyPr>
          <a:lstStyle/>
          <a:p>
            <a:pPr lvl="0"/>
            <a:r>
              <a:rPr lang="es-MX" altLang="es-MX" b="1" dirty="0" err="1">
                <a:solidFill>
                  <a:schemeClr val="tx1"/>
                </a:solidFill>
                <a:latin typeface="Arial" panose="020B0604020202020204" pitchFamily="34" charset="0"/>
              </a:rPr>
              <a:t>PostgreSQL</a:t>
            </a:r>
            <a:r>
              <a:rPr lang="es-MX" altLang="es-MX" b="1" dirty="0">
                <a:solidFill>
                  <a:schemeClr val="tx1"/>
                </a:solidFill>
                <a:latin typeface="Arial" panose="020B0604020202020204" pitchFamily="34" charset="0"/>
              </a:rPr>
              <a:t> (CP):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Prioriza la Consistencia y Tolerancia a Particiones. Ideal para el procesamiento de pagos y creación de órdenes.</a:t>
            </a:r>
          </a:p>
          <a:p>
            <a:r>
              <a:rPr lang="es-MX" altLang="es-MX" b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MongoDB</a:t>
            </a:r>
            <a:r>
              <a:rPr lang="es-MX" altLang="es-MX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s-MX" altLang="es-MX" b="1" dirty="0">
                <a:solidFill>
                  <a:schemeClr val="tx1"/>
                </a:solidFill>
                <a:latin typeface="Arial" panose="020B0604020202020204" pitchFamily="34" charset="0"/>
              </a:rPr>
              <a:t>(AP):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Prioriza la Disponibilidad y Tolerancia a Particiones. Ideal para que la interfaz web (catálogo) nunca se caiga, incluso si hay retrasos de red.</a:t>
            </a:r>
          </a:p>
          <a:p>
            <a:pPr lvl="0"/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734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Patrón CQRS y Arquitectura </a:t>
            </a:r>
            <a:r>
              <a:rPr lang="es-MX" dirty="0" err="1"/>
              <a:t>Polyglot</a:t>
            </a:r>
            <a:r>
              <a:rPr lang="es-MX" dirty="0"/>
              <a:t> </a:t>
            </a:r>
            <a:r>
              <a:rPr lang="es-MX" dirty="0" err="1"/>
              <a:t>Persistence</a:t>
            </a:r>
            <a:endParaRPr lang="es-MX" sz="31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930400"/>
            <a:ext cx="7016689" cy="1596571"/>
          </a:xfrm>
        </p:spPr>
        <p:txBody>
          <a:bodyPr>
            <a:normAutofit/>
          </a:bodyPr>
          <a:lstStyle/>
          <a:p>
            <a:pPr lvl="0"/>
            <a:r>
              <a:rPr lang="es-MX" altLang="es-MX" dirty="0" smtClean="0">
                <a:solidFill>
                  <a:schemeClr val="tx1"/>
                </a:solidFill>
                <a:latin typeface="Arial" panose="020B0604020202020204" pitchFamily="34" charset="0"/>
              </a:rPr>
              <a:t>Separación 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de comandos (escritura) y consultas (lectura) </a:t>
            </a:r>
            <a:r>
              <a:rPr lang="es-MX" altLang="es-MX" dirty="0" smtClean="0">
                <a:solidFill>
                  <a:schemeClr val="tx1"/>
                </a:solidFill>
                <a:latin typeface="Arial" panose="020B0604020202020204" pitchFamily="34" charset="0"/>
              </a:rPr>
              <a:t>mediante 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CQRS</a:t>
            </a:r>
            <a:r>
              <a:rPr lang="es-MX" altLang="es-MX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PostgreSQL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como </a:t>
            </a:r>
            <a:r>
              <a:rPr lang="es-MX" altLang="es-MX" b="1" dirty="0">
                <a:solidFill>
                  <a:schemeClr val="tx1"/>
                </a:solidFill>
                <a:latin typeface="Arial" panose="020B0604020202020204" pitchFamily="34" charset="0"/>
              </a:rPr>
              <a:t>Única Fuente de Verdad</a:t>
            </a:r>
            <a:r>
              <a:rPr lang="es-MX" altLang="es-MX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lvl="0"/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MongoDB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como </a:t>
            </a:r>
            <a:r>
              <a:rPr lang="es-MX" altLang="es-MX" b="1" dirty="0">
                <a:solidFill>
                  <a:schemeClr val="tx1"/>
                </a:solidFill>
                <a:latin typeface="Arial" panose="020B0604020202020204" pitchFamily="34" charset="0"/>
              </a:rPr>
              <a:t>Capa de Vistas Materializadas Dinámicas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/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/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366" y="1452154"/>
            <a:ext cx="3609975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873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Diagrama Entidad-Relación (Núcleo del Negocio)</a:t>
            </a:r>
            <a:endParaRPr lang="es-MX" sz="31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930400"/>
            <a:ext cx="5097991" cy="1596571"/>
          </a:xfrm>
        </p:spPr>
        <p:txBody>
          <a:bodyPr>
            <a:normAutofit/>
          </a:bodyPr>
          <a:lstStyle/>
          <a:p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Estructura normalizada en 3FN para la gestión logística y </a:t>
            </a:r>
            <a:r>
              <a:rPr lang="es-MX" altLang="es-MX" dirty="0" smtClean="0">
                <a:solidFill>
                  <a:schemeClr val="tx1"/>
                </a:solidFill>
                <a:latin typeface="Arial" panose="020B0604020202020204" pitchFamily="34" charset="0"/>
              </a:rPr>
              <a:t>comercial.</a:t>
            </a:r>
          </a:p>
          <a:p>
            <a:r>
              <a:rPr lang="es-MX" altLang="es-MX" dirty="0" smtClean="0">
                <a:solidFill>
                  <a:schemeClr val="tx1"/>
                </a:solidFill>
                <a:latin typeface="Arial" panose="020B0604020202020204" pitchFamily="34" charset="0"/>
              </a:rPr>
              <a:t>Fuerte 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integridad referencial entre clientes, geolocalización y órdenes.</a:t>
            </a:r>
          </a:p>
          <a:p>
            <a:pPr marL="0" lvl="0" indent="0">
              <a:buNone/>
            </a:pPr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/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/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AutoShape 2" descr="data:image/png;base64,iVBORw0KGgoAAAANSUhEUgAAA3UAAALTCAYAAACxPCtnAAAQAElEQVR4Aez993clyZXnCX7dn1bQWmsEEBEIrVMrJjVZVWSRRbK7uqpnuqf7zMzO2d0/YH+fX3b3pz1nZkd311QVi6LISpJJpo7IzNAKWmvxBJ7W/t7c6wAiEQggAlpexzOYu4lr1z7+nrldM3dzNSubEBACQkAICAEhIASEgBAQAkJACBxYAipkEwLrIiCJhIAQEAJCQAgIASEgBISAENiPBMSo249nRXQSAgeZgOguBISAEBACQkAICAEhsKsExKjbVdxSmBAQAkJACCwREF8ICAEhIASEgBDYHgJi1G0PR5EiBISAEBACQkAI7AwBkSoEhIAQEAIvICBG3QsASbQQEAJCQAgIASEgBITAQSAgOgqBo0tAjLqje+6l5kJACAgBISAEhIAQEAJC4OgROIQ1FqPuEJ5UqZIQEAJCQAgIASEgBISAEBACR4eAGHU7c65FqhAQAkJACAgBISAEhIAQEAJCYFcIiFG3K5ilECGwFgEJFwJCQAgIASEgBISAEBACWyMgRt3W+EluISAEhMDuEJBShIAQEAJCQAgIASGwBgEx6tYAI8FCQAgIASEgBA4iAdFZCAgBISAEjh4BMeqO3jmXGgsBISAEhIAQEAJCQAgIASFwiAiIUXeITqZURQgIASEgBISAEBACQkAIbC8BkXYQCIhRdxDOkugoBISAEBACQkAICAEhIASEgBBYg8C+MOrW0E2ChYAQEAJCQAjoBDJaFiF/GuEtuNB8GgFPCuxvRc7yvEFfCgFvalN6BSlfyLe1Oi3pwnUKriKLmXHcUrr94LM+S241nbeiIzPlc7IVGevNy2zjEQ1aOqt/R+WfEBACQmAvCYhRt5f0peyNEpD0QkAIHEECWeozxyIZ9N4Oof9eGP33N+nuhfDw0wD67pKczcqgfH3LdOi5FcLjG4FN6fT48yC6bwU3lXclA65Tz+1VZJGuPcyN9F6ZZ6+OWR9mqOtM/LZTj84viOnNrZ3f9erTdzeMycE4okHtCP4qpcpCQAjsNwJi1O23MyL6CAEhsA0ERMRhIpCMZ+CbTmCsO4pwOItkStmUSyQVpFIA+5uV8SQfyVraT21Sn6X82+Wnlum0JPNJXVeJW0qzms/52K0Wty1hyaXzgE2dy23RYQvnjdkEfBqGHkfgmabKHKYfnNRFCAiBA0lAjLoDedpEaSEgBITAESJAM3U8W2e2G1Baa0NFk2NTrrLFiYYzuahqdX6VfxOyKpupfHaUt6bNibqOnE3Jqz/pAuffbH2W5+O6VZMuy8N4v6rFgepjVN9FfTlsPY7ryG49aTeahvVhffk8bFf9l3SoO0FM26m+dG6WwnbEb7SjsNIKi80AVTlCv0WpqhAQAvuWgLpvNRPFhIAQEAJCQAgsElCo42w0KbA6jbDnbM45co1wFZjA/mZlrMznyDPBlW/alE5Oysf5V8rczDHXaS1ZHLcZmTuVh/V54ojfdpbDTJ3bLHNJv5W+1WGA0axAUSGbEBACQmDPCUhTtOenQBQQAkJACAgBISAEhIAQOCQEpBpCYE8IiFG3J9ilUCEgBISAEBACQkAICAEhIASOLoHtrbkYddvLU6QJASEgBISAENhBAllks+SeU8Lz4ynvC/KvKprzkHsqjo6zTwXIgRAQAkJACOwVATHq9or8LpQrRQgBISAEhMAhIqBFEZwdw/jgAKaCKWTiKaQzWWSyGtJpDfFECtnELIYf92B8zgdfJIJI0I/goovEEgjNjmJydAhDM2GkFtGk00Amwy5Dcjg0hXg4iBDlC0fiiATm4R2+jQedw5jzJ5DUNMTmpzA92IX+2RRSmph2iyjFEwJCQAjsGQEx6vYMvRQsBPYNAVFECAiB/U4gG0HPvR70D85CczhhTCYQuH8TE6EAgrFhTIw9xgdfjqPvkxsIWcjIMhqgaBnEPXNw37+NoVQK872fom96DlNhL6Kz9/DBXS8SqX7c/vwRBgdGMTcxhIeffA53dgD3H8zA445BI2svGgpjdmQYiiuO3i++wMAXv0fv5DB6kjmwGlJQlP0OT/QTAkJACBx+AmLUHf5zLDUUAkJACGwTARGzZwQSPszFTAibSpCfnw+XCUjOTiGYiJNh5kcw4MbYTAApTw9GfAkkNAUWswXGbBaZeQ8i1ixmJ+Yo3AhXUT7sxjQ8PT00GzeA8e4eDI/1Y2h8EH0PhjCZ8mHo8X103e/H+FwA4XQcIe8UwtFpDI+7Me8n53NjfDIImIx7hkQKFgJCQAgIga8IqF/typ4QEAJCQAgIASGwLwkkg8jklcFSVIs8qxVWC83EPTVDpsJM4eVNlTAkQ3DPBhGKZWGx2GAj485sNSMYNcFhs6OkrAyunCLY5scQn5uFYgzD65nF9NQskpY0JgNZJONRRCMxxFMasoYssqkYEu4hhO1FMJW1oCQ3H3nxecyPT0DTNDyzSYAQEAJCQAjsKgEx6nYVtxQmBISAEBACQmATBAwWGFJRaJF5BCNRhKMJwJBGPBpDJBxHKp2BJbcIuSe+gzePhTA5PI7+ocBiQXypd8FlSSKVCiMQnEckGkJMzYc6k4TrRD60JMkPaKi+bMbceBbW8vPouNCB1uoC2DQjjJZ8VDozyKsogqXwGOpbTuNsSy6m3v8dkrEYsosliScENkpA0gsBIbA9BLil3x5JIkUICAEhIASEgBDYGQL2ChR6v8Dcvf8DP//wY/z2424YCmZx//oNfPDre5iaDaOkEpj68le4/vk9zKQ1ZBy2p3Rp7XBhdrgff/pPv8TdW7cQ67iEiNeJwopmFLc3oLKpGC2FOUiN0gzc/V/ij7/+H/GP73+Gu+MJqNYSMv5+hGPBh4gN/wE3Hn2CDx92oj9dBg2Gp8qRAyEgBITADhAQkS8gIEbdCwBJtBAQAkJACAiBPSegWFF/4U28+u5f4BtXL+OtV04g9+Rf4rvvvINvf/8v8NK1V3CxKg+lZ76O8y//NX7w6imcrrXDXFKKkisvo01V4ah4GVdfeRvf+d4P8NrXfojvnMpB9evvoK2kAZfbWtF+9hqKy17Bd199Cd//9/8af/aTf41vvHwRV0/VofXaaygyudD68ts4fvZNnG+7hndffws/+MlrcDqsUCCbEBACQkAI7CUBMeqW6IsvBISAEBACQmDfElBhyytCQXE5SgvyUVzogtFJ+8XFKC0rR35+AXKtJlhyS5BXUIWyAhdybAao/DxdXgGcigLVko/8giI9fSHJKXEaYC0sgsNsQ67DAUdOPsyWApJfgLKaapRXVaO0MA/5OTY4SIZZUeEoKIYrtwh5rgIUFxWhvKIARoMK2YSAEBACQmBvCUhLvLf8pfQDSEBUFgJCQAgIASEgBISAEBAC+4mAGHX76WyILkJACBwmAlIXISAEhIAQEAJCQAjsCgEx6nYFsxQiBISAEBACQmAtAhIuBISAEBACQmBrBMSo2xo/yS0EhIAQEAJCQAgIgd0hIKUIASEgBNYgIEbdGmAkWAgIASEgBPYPgXQqi9mxBO78wYMbv5pdv/sFpf3FDG6w/8vFffbZrUcOpbtO+a+Tf4Md7d9Y7jhsFTnXqbzP/onK5Xjav0771zkfp6UwfZ+PaX9BLunGccsdxV2nvDfY0b5eb/b5eHk6Or7Oshadvs/plqdZ2qe0urylY/J13Ug/XQ865nKuU7rrJI+dnn4teYvpOY+en/Lp/lI452O3dEy+Xt5iugX5i5woTpfDPudZTKPL42N2pJN+THGc9zr5T/JQPj5mp6eh9NeX0lPc8nRP7S+mW1faRTmf/3oOjz72YaIvimhI2z8/FNFECCwSEO/oERCj7uidc6mxEBACQuBAEdDSWcTCGqKBNOZGo5geiKzbTVHaqYEo2J9e2u9ff37OM035F/wIyWFZX7ml8NX9qK7nFJfbH9XzfpXuq2M9ntJ8FRd5kk8PG6RjdpRmtbRTetySvCjlZUd5KL2ef5nPadk9FT5I6cmx7OXhU3q9KY7yr4ybprBVna7L6mU/SU9lTVO6BZnRFVy+yrsQ/9XxQv4olufl/YXwlekWjqf0Oizu03mf7IuA3TTtTy/WYaGc6Jp6LKV7yif9vZNxhLwppBKZA/V7EmWFgBA4nAQ2adQdThhSKyEgBISAENh/BDQti1QyA7vLgNpWOxo7nOt2TaecWHKcb/k+H7/QLeVfLHMp/5K/Vn49/jTpSfmrW2yw5xhQUGJa0JvC9HjyOX8TyeZj3l/unoQvpuO4J2GUh4/ZLYXpMiit7i+L5zRLTk+7Io7T625ZOB83L8lif1nckqw1fUr/JI732S3Lz7KX9ND3OZ7dsjScn+PYb+Q4dhy/6HOc7jhsmdPDFtNwXq4D++zKaqyw2Q1w5hhRf9yxcC4or64L5VmeltM/1510oLLJRt9JIxRV3tK3/1oN0UgIHD0CYtQdvXO+uzWW0oSAEBAC20DAYFRQVGnGlW8V4s0flazf/ZjSruXWK2et/Evhq8mhuLfIsa6Xv16AsloLGjocX+nNcSvdSjlL8cvDnxe2FLfkL8+3tL9a3FIY+yvTcdiSW4pby99ouqX07K+UyWFLbilu+fHSPvtL8ezz8WqO4k69kouSajMqGq145c+L1z4XlJbP2/Pc639Zggtv5+vyTGYx6rbhJy4ihIAQ2CIBMeq2CFCyCwEhsD0ERIoQEAJCQAgIASEgBITA5giIUbc5bpJLCAgBISAE9oaAlCoEhIAQEAJCQAisICBG3QogcigEhIAQEAJCQAgcBgJSByEgBITA0SEgRt3ROddSUyEgBITA4SSQ1pDJZpHNZpDRMkilskCKw6CH6QutpDLQUgloiCEwNYnZWT8CMUpzOIlsolYacUsiGkk9yZsMhZGMRkE0n4Qd1p1MOomYZxQTMz4EoinwiqtZ+i7x9wqpJLKZ7KocjgKbw3rOn6qXHAiBQ0BAjLpDcBKlCkJACAiBw0wgSwZbJsMG2rO1zGoaEhNT8McTiKX8mJ/3YHAsjPj4BHzpFJJJL9weLwaHvPAO9MKbncNQ/ySmRkYwSmmGp0LPCt3lkCxVLpNOI011zCwaqBkOo7plyFBNJ9Pg44TXi4BvHn6NTYksMlQ/NlgzbHDo6TNIk/GazaShh+vJsmSQpJHicDrOUtoMy2VHx0+qmkkiEYvBH0zpQayHb2iIDOAZpPWQw/0vnYhhru8hJmcnMTw0jsmBUfjcM3CnAhgdnEMsngJ9DVeFsBzjqgkkUAgIgUNDYD9XRIy6/Xx2RDchIASEgBAA2TVIJzPkP9t9ziSTmL/5JUYCfvijQxgZeow/XJ+E9/MbGIrFEQ51o6u3F3/8Uy/6//Bb9Gtj6PFYoAWnMNVzBx9+3A+ypfaMciYZRzwchD8YQjCaRsTtRjSRQDQcRsQ3h1DEB7cviHA8Cd+DRxh43IOBaAKZRAi+eT/8Xj/VMYBAKATvXAhhjxvzgRDmvbQfjiCWjCI8H4Cf+AQjSYT9AYTJMAxHEkgTTvosCPgoRwAAEABJREFU1D0VRSwShjeUghYJIkgyRu4+wAwZdgtm3kKyw/o/SXwn+iZgsQfQffMWvvztn9D18Avcn+vGHz4dw3woAaxY5JLsaBppeCYYsgkBISAE9oKAGHV7QX3NMiVCCAgBISAEdpqA0epCbu1LOF5agbOZHsSpwCfGDe3v5ifSfweP7nyG34/6MdznRdd//js8HhvD47t38PDv///44vrf4RcDQ+iaScAfIYOLZvIQmUa06x/wv1yfw53f/hKf3/gH/KePPsb/8n98iOlP/3v8fz4YwO/+7g+4f+s9XB++h9/982N4R36Bf/58HJ/88uf44sPf4eZsGsllPQAtOozpiS7cvjOJ2d//z/jdwDD6ZhOIRXeTxh6XxUabyQ6ryQm7akRsfBq9v7+Jwm+ega3AiWW4wLN20ZCGZCJLs6h7rLcULwSEgBAgAsvbKDqUjxAQAgeCgCgpBI4QAZWuVCazCkXlXvc2VFxRoKgpJKnjHlHyYNwGkZsVMUmzhqlUIc43l6OpngyHbBoaTQFpmoasMwfmmiYU3f8Ug3NhRGCB3WGBktXgH5tHUUM5Gs/kw2EzIpWwwlpciqoCSpNbgdLCXOREZ+Ed78GDhIa5YBkqS5xwFdWgsLwGzVUO2EhphRx/VFcubC47DLEw7o660FJZgcYKGyiIow+/I+6IeTA1EkbluRNoOVMIp9WPeG4phm/MIBFMPsWAudkcKvgdddv1tYRsQkAICIEtEFC3kFeyCgEhIASEwD4ncBjUy1Il+Lk68p75qGoWjsIA+h504/ang3D7YihrtMFeMI9Hnz/E7evDCCfSKKiwP8kbHrmNOx/+HvcmfQjXHtONOu6kP0mwiztOWwKZpAf9A2PoJUPNmq9ifnYI/YPTmHBnkEkkEbcl4fcnkMnGEYsE4Z6LIVOcj+T4OIaHokimssjJNcJotcFqNpGhYYXNYobJlQ+zzQlXdB6xhAKbg8LsTpitdjhtBhiW1VMxmmAw2WBXDSixz2N8bBTjcxFityzRYd5VjIC5ACXlFaipLUNhfhFy8uvRfLIDpxN3EYuHEdWWAaAvjMGogAccVt6WCdmEgBAQAntAQN2DMqVIISAEhIAQEALbQkAxGmBvakKx3Q6HpRglJVU42ZIHR0szSs1mWG0VqCovw8kT5SjrOIsytRyNtTnIzbUhr6QYlU1VT91Wty1KbUBIUVURymuKYKU8qsGAko5TKM/PR1lVNcqaj6PCVY66sxfRXuFEaV058ouLUezIhavpDJpyjLC7alBa3oqOxkocbyqCWnEepyqsKG+sQEF9B5rrOvDSiUpUVVeiNN+CsuoyFJbkQYm4MdHdjV5y3d2DZMBloNpL0dJWhpazzci1mlHU1ITcqioYSbfD8FkYHAD41smV9TGRoVt+4iIaaipRSLOhDprRLG26gDN19TjXnk9G8GGhsLLmciwEhMBhIaAelopIPYSAEBACQuBwElAUBapBAXl4ZjNYYKh9FW++fAlvvvMGzp49hbbiXJgb38a3Xr+AV995G2dPtOJkUzkaX/8aGtUmvPLNr+HdH34fb109g45S8zMitzuAjQh2q8m1VrSiqeMK3jjdgvNkeJaefxPn6Pjdb7yG1777FtoaL+CVM6/j9Y4S1HacRBPNHJ1rqkF+yVm8/vJxXH37JRw/cQ3nmlrx8rkqGJq+iTeaHGg800zG4gmcqGrHtbcvU5pTqC+0o761HhW15TDF5jEzOIRhckOD45jxWmDPr0THpUrkXfg2Xjt7Gm997w20nDmGnSe0GpkdCCOrjmd8sxnaWSHe4nCg4eIFFNhsMFGcpbICxTQwUGexIe/MGygpyIXdQBHyASAQhIAQ2I8E1P2olOgkBISAEBACQuCwEOB3nmXYkHjWltijKjrgKmrB+W99E++S++a3XsOFtkqUWPdInd0uVtntAqU8IXBECUi1d5WAGHW7ilsKEwJCQAgIgaNGYOHZK7Ek9vq880yvoipQyUE2ISAEhMAhI3CQjbpDdiqkOkJACAgBIbAaAZ7lSiezyGj7ZqprNTXXDNONCbbp2K2ZSiJ2g4Ccgt2gLGUIASGwFwTEqNsL6lLmLhOQ4oSAEDjIBHSjiK5WiiJd8oN8HkV3ISAEhIAQ2DkCdJncOeEiWQgIASFwoAiIsvuSgKIo4IVSUqkM/O4UvNPJzbmpJDyTCXjJ34qMuXGWQe45enA5nG52LI75uRQSsQxiIQ16uVS+eyIB7xS558jQ064nnuR4yK07/ZLMRT1YT9b3SX4Kf7K/lHavfK7XouM6unX2Sayq3wv0DvnSSMQzSEQzmJ9ZQ8Y66+mjdAEPnVeSxzPJkE0ICAEhsMcExKjb4xMgxQsBISAEhMDzCfCKhVoqi0ggjZHOCPrvhjbl+ihfz60Q2N+0jDshdH0RRO/t8HN16L0dQufnQd2NdEXABoVnMqnn4fK7vwyi905YP96sLkv5WJe+F+izlHa5r+tBPLg+zEWPo/pxeD/5+jEx225fl79Oucyol3TpuxsG17Hzi+Ca50+XS2nX0ndyMIbwfBpsjA0+CG+N/b0wxvqiCPvTB/a24Of/6iRWCAiBg0ZAjLqDdsZEXyEgBITAESOgpYF4WAOvIhkOagj6N+dClC8U2FzeJ2VSftbhRXJCgQyi4QxSKSAaYT9Ls0TZJ7qHqB4vkvGkTNL7uftk7AbZvSjdinguP0a6RUhP3tfLoPo95a/Io8dtNWx+/eeAWYeDGej6UR0jNNvJ53FNPZb0X0VHrmuaBgdSySyY/5oyVsm7WtoInUNNfyH5c28LPmK/VqmuEBACe0VAjLq9Ii/lCgEhIASEwLoIGIyALceAnAIzjl3KQ8erBZtzrxXg9BuFOEX+ZmVw3nPvFOHU68/X4fQbBTj79kJZrRdykV9iRlm9TdebZZx9i2RsQY/l+p9+vRDsloetd39BF8r/ZqGuG+fjMPZ3ym1WPtfx7NtF6FiD24vk1p10IrfYjIJyM45fy39S303V85UCNJ/NRU6hCapRjDrItg0ERIQQ2BoBMeq2xk9yCwEhIASEwA4TUBRFf6bOQJ1nq8MAe45x086Ru/m8S+WuV8ZSOqvTAINJgcmiPNF7KW5J5l76rItjC0x3U3fWdbPlWWwL58FoUmFzbe17YKNBBqud5NF3UoFsQkAICIFdJLBGUeoa4RIsBISAEBACQkAICAEhIASEgBAQAgeAgBh1B+Ak7bKKUpwQEAJCQAgIgUNHgN9ymOV/21QzXvVyO+Vtk1oiRggIgSNKQIy6I3ripdpCYOsERIIQ2CcEqGe91FenXbDjfyvDstkMsshASyaRSqWhZbJ0vE/qcBDUyGjIENwlrptVOZOh80By9PzsZ9LI7Na5oPK4LL3srfwjCLxwD8ui3a1IkrxCQAgIgW0hIEbdtmAUIUJACAgBIbAmgZ2MoE46EmndQMuQ0aGlNcQT1M2msDTFZchgSKUoLJ5GKhZBCn5M9zzEQP8kpgNJ6IsXQrYXEuBlHuc9iCTTSBLeF6Z/ToLIfBjJaHIhhZZAdn4UvjDJTS8E7dR/fvZNURSoKu9haxuJMJpVGAwKlK1JktxCQAgIgW0hIEbdtmAUIUJACAgBIbAXBDI06zb/5WcY9s9jPtqP4aH7+P1nY/Dc+AiDsRjC4cfo6u3CH/7Yif7f/xP6tWF0TimIe3ow+OgzvPfx8J7P1mVSSTJyIojxcvukc4oMqFQqhVQyjlQmhVgoilQ6Cf+j+xh4TPWIkylKBms6HiIDNo00GbKZdArJOKWNpJBNxpBMaiBbFshqyNBxiMJ5ZlKjtKl4AqlEAunMsjOmpaCRHokUBaaiiCdJXiKFRIx8kpvNJBHzRxCh/GktSfLjiJAeqWd0TiJNM6JIRBGhvCmN5C0VQzojHUMgGkGc9IWWRiY4g8jg++iciyGYBJaS7pi/jRaYLmqLBu6O1VMECwEhcOQIiFF35E65VFgICAEhcIgIkAGRnPciSkZPSgsjEglgzhtD0udBhIyjdDqIYDiIOXcI4dkphLNRRLMOWHNqUaBkYXf30uwd2T57hCQxPYCxwce4PxvA9FQQ4599hDHPHMaG+jF643fo6/kIX0xMYtyXhH/Oi5Dfj3DUi8TEp/ioy4OB2zfQ2/MZPut8hI8+eQjP45/jvccTuPvZXQz330bv7ADu3x7C/MwN3Olzo+vmdfQ/uoUBXwopskqe2CTzPZgefYgvR4PIjv4OX/R8iX/59CHu37qJsdH7uDkewsjtbniCA+ju7UXvvVuk4w384a4XQx99gDGvm+rRi7G7H2Jw+jE+7fJhpucT9IzNYCK0CDdLU3HREfSMzmFuuh9Toz24+XAcPvcAgmwALrP/FnPsX4/ApZIZ/cXjbKvuX0UPrWZSMSEgBFYQEKNuBRA5FAJCQAgIgf1FIEu95oyWRWabOv2q0UJGXTnyHbnIR2THZ+oy6Sy4DiAjaiVZ75QbczM+JE0mGMhA9fV0kuEUgIcMUPdIL+Yis5jqpRk6dwzhlAqDUYWSCiE0fA8jMZVm+MbhIcO0c2QK/WNeGHx38HguDffYNAITDzE4/hhf9s3C656COxCHZ2oGfjKCk0YjnroLMTJBxtUo+t1RZN330DvZh/ujPsx6ZhGPTGNkNos4GW4xzyMMz/kw7Q8hGRrDg6EQZh4/gicUhGd6EnNdtzEyeAd3xuYwOzuNeZplJHttodpkRENNIhiIIjg+CPfMOCaTBpiMFK2Q2+EP2WFkhAGEeftKYr3ZbZ9EkSQEhMC2Ejg6wtSjU1WpqRAQAkJACBxEAtwJT6cWDaNnKpCF0UKGwrwf3rkQEok0+L1wRnMSfo+PDJUQ0loGFhtbDguZUxEPfLPDmCFrI+SsAsfsZL9cI4OU67BQ+tP/wwkTNM2KYocZdodKeipIxkMIkTEUN7hgKiiHc7obU94I4mQVGgyg+BSiMSDHaYazxAmL2Qyz0Q57YQlK8pxw5ZaguDAXLiWJRMgLdzoBf7QIpYVOOIuqkFdciapiKywAScTCZjDp+5lwAL5ABBpZ0Ka8YuSWlSE/Jwe2tAPFRVaY4vNIkUGYcebDZGAJgNlCOseCCIVj5BJIBLyIxd0Iqmw4u5BvWygCigFwliLPZoYxFqN6p2ApcJDuVipbWUy0cx6fA17YhM/Hli15UtdgUqhK5HZOZZEsBISAEFg3AXXdKSXhqgQkUAgIASEgBHaBgAK9A40Vm2LIIqcihJ5b93Dj/W64fQnUn3DBWe7H/Q+/xPU/DSCazKCiIRcGMn4MMCA2/Ak+/93PcWfcjWRLB4WsELrNhyazCtVAFeCpohWyKwqjMGgj+OzLh7jxaAr2Egv80z3o6Z/C6FQaGZ8XodoiZBIazWhFEQn6aGYvBmNLLcKPHuPu5z7EEkBJiYHiVVAlydhSoJLhpRbXIa+sAc2peSCbgGpRKdpIuqhQsho0fm5Pd2lojgIYDAZkhh7g864ppNMgY0vVw1TVCHqvt78AABAASURBVCPpr5pMUKuOwx6aQfjhDfQMTiNK031F1Q74p0jngWnMKEXIbWqAwx+BKaFAMWWQNaSRWiwnRQauQVXhqi6EQUlg/MvbeDQ2T7OwGTLssLObAijsVADkYytbFsQoszDztxU5klcICAEhsE0EuGnbJlEiRggIgecQkCghIAS2QoA60VkyCFaKUGiGytj2Y/zld7+Nv/zpT/HG62/iQmUxbB1/jb/9wTfwZz/9a7xx5SKunW7EyR/8LU4az+J7f/O3+Nl/+9/hx996Cy9VW1eK3PZjjW+/zFAFVpFsb7iIUy99Dz985QLeutKImjd/hjde/h5+9m/+Cn/+7/41LnZ8A9997af4wUs1aLv2Gk5dfR1vnG5HafXb+MF3X8K3/uovcPnKn+PNjov47pvHYDj1X+GHp/Jw6tVzqD/2Ci43XcO3f/IdXL76Bo6X5+D42VNoPFYL1dOD27/5Jd4j99vfvI9b4y64Wt/Gj3/8Lbz5N/9v/Ou3foj/4q1jOH/6NEqqz+O1szaUvPMujpVcxNuvvYuvf/8NnGytQq7JgqJXfoI3X/4ufvY3P8H3/xXp3Pg1/Osffw1X37yCWmUW07few2+5nPd+h9/eiaLxeBOq219D2/mv4yc//SEu/cX/C28ey0eJfRVA2xjEBp1KxqmB3JbFklFoMhlA9umWRYkAISAEhMB2EFC3Q4jIEAJCQAgIge0iIHJWElDoSmXk2S6VetLPRCpQzDnIcTmRk5MDu90Oq9EAxZKLPApz5eTCbrPBZjHD4sqDBVa4cvOQW1CAHKcDNpOyUuK2H7MhoSirl6OarLDYnXDZrXDYzDA5csl3ITc3B668XFgtToqjfZsJZpsdFnJ2iwUGowMulw3OHBdsNhfsFhulM1O985BDM3IWkmcy22Ez2yiNk9LYYTGqsFgtMJlz4cipQtOFSzhH7vyFU2iqrUAx8cjJccKeV4pcRw7yHGYq3wID6Wi3qjA6HDAbbHDYHXAUNaKi7hK+ca4Aztw8Yuxa0Dk3FzaTA7k5DtjsNkpXh9qWszjP5Zw7h/ONZSjOd8BkscNsdSIn1wWbqwgOswEGFTu6KSR9jdNAMRv/LMljf+O5JYcQEAJCYHsJ7HATur3KijQhIASEgBA4egQURQHPiJCHg7gpfKXdiZ7/pmEYyajKRWFVDSrJVVVVoCjXAathAwINLthzytBSaYHRuHblVFsecvkZPi6nsgpVhQ7duNxASZJUCAgBISAE1kGALzXrSCZJhIAQEAJCQAjsDQFeOZIXuMiufgfj3ii1gVJ5gQ7ouq9t/GxA3P5ISha2Qpa2yYgtP56GA7rxgiv6uT0A+ouKQkAIHH4CYtQd/nMsNRQCQkAIHGgC3HHW0kB2jefS9nvl+FnAg2qQ7ne2e6YfGenp5OJCKbS/Z3pIwUJgewmItANMQIy6A3zyRHUhIASEwFEgoBoUmMwK2McB3FSTAkW/2krv/wCevtVVVgCzzQCDCVBoH7IJASEgBPaYgLqr5R+hwsL+NHwzyW1z3ukkpofj8Ey+WCannR1NwDu1dtq5sQTYbaeOK2WxHjMj8efqsTKPh3TmfCvDN3rsHk/APZHQec0QNx/x24gM1pvzbyTPk7RU1hyVvZF68Op4R+jnIVUVAhsmwDNdsYiGmeEYJnsju+pGH4cx1hletczxnghGu5+NG+uOYORRSM8zN5xANKgh6Enpx8v153Tslodt5/74oh4TxGzkURjDD0MYXaMu6yl3hFl0bQ//MeLG8laWy7oyV/afiSPeXAeu11hXGOxWplnr2DO5cB7C/hSm+qP6uWAW7NbKs2Z4XxTusTgiwTS0dGbD32fJIASEgBDYbgJi1G030UV5U4Nx9N4Oo+9eBAMPo1t2gw8jGH4cweCjyAtlcdqhF6QdfEH8wDbpzHoMrEPnpfIGqZ7sBrZYPnNackOdxH8DOnDZQ4+jxDr6Qtac9hlHZellU12eiVtWr/4HEfTeDaP7VgjxqHQKFn864gmBZwho6SziZNClExl4J+OYGYntqpsbj9Eg2Oplzo7G4Ca3UqfZkShmRxd0dU/F6DeeRoiMiZXp5kajYLcyfLuOZ0m+ezyOWWLmnohRPWh/FX3XW557jGVEt4X/HPFheSvLZl1nSUf2V8bNUPgcOY5nn90zaaiuq4X5ZxNIRDXEwhr4nHKaOb0+sQ3Xh3XzTsWRinPbLVN1z/xoJUAICIFdJyBG3Q4h55m6aCQD1WyA2WHcunOaYMs1w0L+C+VRGmuOmco0kVu9bKvLBGvO2vEvLGO1OtlXlmWCjfSwONZfzkL91p9+LT0tVD/dEQvmZt6ADmaqmy3XBGbE+xt3lNf5fP4s02Q1IpNVwDN6moz0YpObZDsCBPj2Nn63mNmmorjSjLI6y666inoryhusq5ZZTrqUU/xKnThPZeNCnqIKM6wOA1x5xmdkcF52K/Nv1zHLrmhc4FVBdWCdWLfNymcZLHOz+ZfnK6+3gOUtD1vaZ65L+8t9Duc6sM96sFse/7z9/FJqmx0q7C4DSqsXmdC52xSPWgsKy82w2Q1Q1SPwI5QqCgEhsO8JSFO0Q6dIMQCuQhMqm+yoPubcFldz3IXqtvXJqmmndM9JW9PuArvt0k2Xs7I8Ot6Izk9kUD59fwvcuG41bQu8apjFBmXVEJ/1sl5N1xou8wX1qGx1oqTGDoNRAf/t0FdRxAqBA09ANSiw2FVwZ7zhpANtF1ybcFvIc3ETeSlP+6WFfI3H7cgtMKK4yry7ej/hlPOkXNaJ3aYZUr02nfeJPgtcdDmbkNd+merD+ZbcanJXCatqssGZa0QOXZtbzjoXmGxQhq4zyT52wYl6Oq/OPAP4+3ngf2RSASEgBA48AfXA10AqIASEgBAQAkJACAiBFxDQV1FNZaGls1h4xcQaGdYZzM95kqR1ppZkQkAICIGdJSBG3c7yFelCQAgIASEgBITAPiDAd9AYzQqMJgWgD7aykTWnP+dJRiIbd1sRJXkPLgHRXAjsJwJi1O2nsyG6CAEhIASEwKEjoGlZZDJkBRy6mh2sCukzdWmAz8d2aM7PeOq3z2/VQNwOZUSGEBAC+5nArugmRt2uYN5KIRloyTDCc6MYnwsjmtKQRRLpVALxaAbpRASxWATRKLkYhcUpjsIWjlNIc2ciFUXEP4fxCQ/CyQy0rIZU2APf3DSm52PQSGI27YdvehSTk7PwBBPQUkloGb5DRUM6zY4OllUjk8lQJ4XCaIgyq2mLaYFMgvImk6AYPTVFgZLoaTMZjfwUEqRrjFw8uZBPT0g60KUWyXgMHMf6x+IRxONBeIYHMDE9j0A0Bb1fxIpFoojTAUnEgi6gcrKkt0a+htj8NDxzc/CENIDKXdJjoaw05YmBVECayos/4RdHLJ5GmutAV/+sFkHYN4PpiVn4UySGuGWoTKo6suRrxGVBnvwXAkJgzwhwA0PtoUbtAruM/gMlAyqdhpZMUDsZRSQSIRdFLJbcGzVJHb2JY39vNNh4qXTdiSZSoCZx43lX5tBiSMSC8Pg18OlaGb3Z43TEC793DlO+FKL+KLXrS1ee1SXygju8qInKOyuSZKnN5+tplC4MkUiMrgUppHgBK1JYo2sCf6+eOn1kyPHiPSr5K0TJoRAQAkJgTwiIUbcn2NdfaGJ+Bp7RHgwHYoiQ0aYbadFJzEwP4cFoEJlkDMn5PkzMeDE3n0LY74d7tB9+MlZiyTRS/nG4yVgbngkgFvEjHM8iPjuE6ZkJTHhm4JsdwOORCJLBYUzPejEzMYq5ift4NDqEzvEYIjMDmPH4MBd9Wmf/SCemZybhCwWR9IxjmOJTmSS8g72YHB/HfCaBZGIGnQ8nEI4E4ZkgnSeGMR+dxVC/jzpYMaTIQKV+2DLBGtLJOMKTY3CTbE8iRBdWSt/ngX9uECPj0xibiyEdC8DX/TEG5mMIp+cxS7JH+t2IpVKYIwMwNNVJ6WYx4Y/rRqEWGaZjDU/6cwkfGck9+Lw/gEiU9AiOYm5uGhPuBGLhKNyP7mAuMo0RkjtJZc775jDe3Ym5xBR6u8eJfRDhcBC+ifEnxuuySsiuEBACu0ggq6UQG7yPcV8IYyNDmBzux3Q4gezMIEbno/BF3ZiensEotZcJMlKoj76L2i0UpVDPn91at/xladSJB9KoSYSWSuvGSYbCMloa+iAc6a3R4FRsehqemTm4U2S8UEUyZMymyfDI0CBTloxZjfZTNHDHTDRqXOkDkLGSJUYJCqdkdJhFhgxe3S23Ukg+6xCPJ5CgwcFUZB5hajRjlE9LppCi64mef6FKT/9PUzwpr1GC7KIcqgZIRYCO0zE36T2CB0PUfusDjUl9sJB2n5aTofqSrCRlTlJdODJDlcjQcUbnkQEb6inKmE17MT0+hbHReUTJ6PLOB+l6mNTZZSktTcfpdjTLWHJsy6kGgN1S2JKfjscx29sFbyhE18kk/LOk8/gg/KFxPBoIIhKnAcKlxOILASEgBPYhATHq9uFJ+UqlDPxk4Iz0DMBrq0Bpjg0Wo4KUZxQjPfdxa3AcceosqNEujM2G4QmrSATdGHt0HcPuGfhpiHV+vIcueqOYTtlQWmhChi6YPso74QkibDLAnBjC51+OIegbhJsMs7BvEoGxz3B9cAwPHw9gqPMeRue88CVVLN/cXTfQ03kfQ6MjCE504mEQiCfdmOi9i+6eQTKo/IgHH+PT9+5gYm4YvfcfouvhfYwEhnHv80EyjPw060idF2W5VIUutkYkJ8bI2JyBz6BRp2AOozMUHujG0Mggusb8SJDBNfTgD3g44EWA9sf7H+Pel700kxnE2MM78A5/jr7ZIGaSZljVABm2D9A5kaILNfQtHXJjrv8OPnrch/k0XagTI3B7ZjHmMyCbiGHikz9gfPYu7g/OYNJvgN2hIXz/j+jyDuDm5/fQ1TmOsfFZTPd36kbd8n6RXsA+/ieqCYGDSCBL1gHZLNQePKs9GzaBhx+gc9pLbdIjdN/6HI+GJxEbuouHNMUezHoxO+PByHACBoMK7tg/K2VnQ3h2aK1ytWgQoXkPZudDmA8lERgdhT8ahX9+Hn4aCPNSmzzupv1oEr6uHoz2DmI0FoMWmaV2yg/35Ay8nmlMu90YG3UjODVIg1h+MnjcJMNLsgI0sEe+b4oG/mLwkmHoJSPXF0ogRY0XffTKZ2mAMOafo7Z5HH1DHvgmJ+GjATm31ws3DdR5ScexSR94sJBMSj0PMilk4l7i64fXG0Q06EUw4MbEtA/zlN8bCWDO7YV3ahjjk4O4zcYRDyb6fZijQcR5XwjxBUkL/6lOHmqLR6c9mJ+Zwmw0i/mpMXhYhs8PPw2wuef9mJtwUznd6Bqco8G+OGyqH0NzQaQibvh885iZnUeQjDz62izIXcf/RCSEkZsfYYCuP25iPUf6jzz8HH0D93F7LI5oMounLldZtlezq34n11GcJBECQkAIbDsBddslisBtJJCEO1PJM+bNAAAQAElEQVSIoLkNr1XlID/frht1bo8dmjuGBvRiwpoLi8sJh90Fh8MOmyGC2Ow9fPb+P+PRtB89k2YYTPk41V4Gl53SqvMY95hgsxagtbkJRWWtKCEDJqzFEaBZwdlJL3yxEpSUn8el5C/x8WwuTLYCtBWtqFZuIc3iUSeh+xHcabq60ZholgyvRIERXjIg3V0eZL1TUHzTGJjtxcjUDKa9SUwH6MLc9wE++uABhvwhxGnUdEGyQp4JVocLTgfVh5zVaYfVqCHtn8DUyCTiNGJrccYRxxyGXReR6p1GNhCGwxlBKjWDmzdn9FsyldICJNzTCI1NIpIxkmYk+skni0DIDPeECWe125g3m5B1OqlM4mencu1GunArwEwnUq48mKo7UFech9MtMQxOZWG0+DE7O4WuHh+4Q/RE7KZ3mN2mM0tGIbBTBPaVXJpsoln8DLI0E/RcxZy5iIcjmP3yC0zSbFbaaIWd2hGXy6n/xl0u23Oz70VkuP8+Ou9/iQ8ngxgf8qHn5/+E7okJdD+4j8e//N9x68tf4Df9g+ieSdAgVppmojRQ44tI9y/wn2968PCPv8Gtm7/E3396A//5Hz7D3Of/X/z/Ph3GH3/+IR7e+T2+GL6HP/xLF7xjv8Xvb03i+m9/gzuf/Ql3PRrSy3oAmZgf/ulOPLj/Cf7uN10Y+vIWBmdGcPPWbXz+3u/RNdGF//PvPqEBwyCSS6CSfiQmPsAvPhzCQPc4AoOf4vHDT/APN8Yx/t7/hA97b+CXf7qHO7cGESHjNZ6IYPTDf8KXw8P44tO7eHTrMSaXZLE/9iGu3/4Sv/r0Eaau/wI/78vg3m/+V3xx7yHuPOhE55fv49OJOdz+x/fJoBvATCiAIA3STc0O4uP7c2RUPsbNO7fwm/cf4O7jKVBjjnVvWgxZ/2N8/qf3cGfQCzfNjnomZ3HzIy9Ov1wKZ675GVHxWAZpuhBsxHh8RogECAEhIAS2icCyJn2bJIqYbSSggOaOyKWRwuKW7KaZsylMzvmB0DRu9wN07VmMJM9cBFf1m/j+T/5LvN5WjnJzHFoqhkg2hHjiAf7pV2Pwz3gpYYJkppHJJhFNOWDIqnAWFAI0I2g2FKCjwYja07VoaexAgauQdKAsT31y0UDyyypMGLxHl2W6qk3f6cFUKIjp0Azc/V2IBhNwvlME/+0kXC4NrhYDgtESlF34K/zFj97Gmcoi5Dwlc5UD1QhTQS1McSfKC50osQYR7u3CcNKF2MRdjEd88NiaUFZUi4s53fiCDK+I8wpee+ctnMyLY+Lj32MUAHWD6D990qNw06xkz0QEruQoHg+lQIPFFLHiY3PxMCzBjekdyXQyCaMZUPLP4ViRGeXGUVAfAlvZuIOqUYdghdW5FZGSVwgcSgIqDf6YLCoUlQZcnltDJyrrynDyXA4efDiCRCz93NT7IXLc64SWKcPL7VVoa86F2aQ+UctQUApH8wlU3v8Yg7NhhBUrGalWqNTe+sfCqGqrwrGr5chz2aFknMitqkFtaR4KismvLEFhwgv/eB8e0dTabKgODZW5KKxsRmltM07UOWGjkhRy/DHklpHhW4lakwOv/fgK2loq4bRZAYML1txG1NYcx4XsEII0rBbkDORSoRh8D4eRf6YB1Wda4VRssCYUNJ6twYlXSmAc6kHYWQpzyymUFbqAlA/d3fOITLphyS9EXmU18knO8o/TmY/yxjqUtZWRkeiGZj+GhsY85BijmO73QQn4YT92HCW1TaipaSK9mlBdUoE6uwGm/EtoTg6h0BlClOr5FcnlJayxb3RCKXoZ3/nRX+MblxrQYAzCmvEipzGDT+9EyXh8chVZEKAANrsKo0mBokA2ISAEhMCeE9hQm7fn2h45BUwodQTh0jrxq99/hi9+/yc8+vIuIrmFqHj9VTS2NyJ2rxOpROIruyAdQsz7GF9++kd8cOMhEk4NscQcbr33ITq7ejBNfZzyJhuCngl8/luSd+c2YsfPwm6xwkozcjWNxSgtVdHf6YOBZrHMJgsM3KN6hr0BZkcFSqqa0djggDk7iE5/HWoqruLdlhxUmyfx5YQVpR3H4SwvQW1dAcocZkRHZuAf+ARfXP8X3OgcweR8Es/bFEWFyV6A6nPHYEpGMXxnChO+Yrz6yhm8fTGLYDiFaa8JlrxSlLUcQ3uBHdbwBCZpVLmbOg5TQSMMqTim7v4aH/7+7/HB+x9jNKih8LXXcfL1S8gOjyE5HwD1efDUVnAC+bFJhPv+Gb+/+wC/66vG8TID8hw2OMprUV1fj8Zc61NZNnVAnYEsnb3spjJLJiFwVAgo4I4zu+fXWIXJVoiiqmM42VGCHLNhlQEp7PqmaVlk1phlLMyJIpuYwK17vbjdPQtbgQLPZA8e08zX0GQS6WAQwQIVoUACyEYQDvgwPRMBakoQ6e7D43t+RBMa8vKpriYTTEbyDYt+fgmseUUoiXqQSKRhtBlhsFrJEDHDQsajuoxExtNJ7f4N/OKLSQxdf4zZVBoJNqKTIQRnB/C4/yH67Y3IM1jhWsxnsJnhrCmCv5vy3nyEKRphjBBz9/1+fHEnCUdNFXKik5jveYjh8QA0gwON1QYkNI2MQwPIgoUdT29R7yxGuwbR3R9GaUMOjHY7JctBKbXtJcTGHc4gZrXAajbDZjLDxM5ohEnRoI18gXF7A5LZHOTP9pP/tOznHtG1RjHa4crNg5PqZXIUIKfmNH2PLqFx/DriPNOYXSaB9pOJLDQtC7Kxl0XI7poEJEIICIEdJaDuqHQRvkUCKnKKylDd3ILyonzkFRXCVUhGVH0TWo+1obLhFM435cCa147qslwU5wA2uoBXHb+EutJylBXkoKS2BTX1rXRciYLik3jlfDVqO86guqYBVcUVKK1swdmOSpqlO446Mr4am2pRVd+MqnwnFNdJ1FfYkW8J0uzeIHof3sWjh/fIDSJdUAZnSS0KSupRe/IsjuU4UH/iFBrqWtDafAwtZ86juuks2opqcPJsG+qaTqG+rB1nmhpw8mIDyisqUGhNIkKdhR5d7gOSOwR3PAm1sgaFpRUogo0u2NVoO1GEsubjqKmuQW1tHRlvZ3Giuhz1py+hqfwYjlUXo6axEI7SBpy7cAJFxCDXWYia5ia0kh7FeSdwuq0CNVVlKCxpRE1tK062N6Gk/hLpU4jC4iYUF5eiuhAw2uyouPoaKova0VpTj4baShSX1KDy+GU059ejrbEAxdWlKK5tQvvxRqh0hhVym/lwB1WlTpMCZTPZJY8QODIEMtRxTsYz1IF+tsqq0QLniZfRUpqP5oZKlNJvMz+vEnWXr+B4sRU5xiKUlpWgtt72bOZdClEUBYqirFpaARk+tS0NqMpzoiDfgdILV9FUVYfjHcfRevES6kuaqc18FRca81F1rAHlNbWoKypGXuMFnKnNR0XdcdTVn8H51npcOFEGQ+1ruFJrR83xOpQ0nMXxhjN4/XIrmqg9rC60obqhmtr9QiihaQzeuYv75O7e6cSgOwVjeQs6Lp5He1UeXLXtqC/KQxkZgkaLEwVFpWi7cgbO0CTGH9/FXcr3aGAKk05qj2uKUV6Si1y6nlQ3tKOjthgFDRfQ0nQOF9tr6ZrQjJqGk3j9TAWar72KjuPtaG8sR4ElBm//giyW1zk5D3/GDHthFcrqO3C5wYbGk60oLChBSWUD8biCMy11aGkoRq6tEtWVRaiqdtGMWT5OdtTAml+KiqYOHG9vpuuNE9S8Yr2b2WZD9akO5FmtMFGm3Mo6ulZeRkNFI862lyPPbgK39xT15KNSgKKsfl6fJJIdISAENkxAMmyOADVJm8souXaHgDGXLm7Nl3Ht3HEcO3cade2X0VRWjnKrHU5XJc5dqKcL4AlUl+agyAXY8qkzc+E7ePnSK7hyqgkVFc2oazyFi9Q5aGy5itdOVaCgog0NLSdxgcLaTr+EcxVGWHNbUVmai+KiEjLUmnC6pQhqzgnUldmRZ0shFY/QCHEAwQC7CJwVNcgvLIbdng9HeTuacipwtqMaBQV2GAtqUdJOcqlTUmN0oKmhGvmlzSgtacW50ydx4Wtv4dKVV3CqvhC5hsQyuVEktQzMldUoLC1DIawwmirR0poDe045qusacepCmz5D6aBRVbXoLFqqWnG6qQSVVQ4YLQ5UtLUgl4y0uup2KusEOs4cR17BKVx55SVcuUplnnsJbQ1NqHeYoBgqcPJUHQor21BCHZaqQsBotaHi8quodBZTJ+Q4Wk9fw7kTZ3H1ShvyzTWor8lHIXWM7LkFKGmoe+Yij41sigKFex0KQB/IJgSEwOoEeCYko1Ec75C3/KPQTI2z/SU0l+ajqa4cpVVVcJjtsNScQEO+BS5TEUpLi1Fba1uebVf3Fzr/qxdpKalDTetpXDpWhxPNxSiiAaTjdPzSKxdx8Y0rNLN1AufbLuFSawEqWlpQ09KK4zUVyClox8VzTThz9SwZbGcprB7njpdBrX0Vl6muNW21KKb2v7m0EWevnqI0rWQ4WlFVX4WSilJY0nFE/AEEdBdCzFKFmo7X8OffeQUvv9SKisYTaC4qQnNdNRo6zqKjpQMvn62B05BENBRYyBfNIGE/hgvn2nH8dDMqa1qpjTyGy5dacfLaJdQVNqCjg9rhyy+Rfx6vdxQgr/0qTrW14lRTOUpyTEiFF2WRHkFjCUprm3Hu7Am0nz2H9lwFdceaUZifDxcZeuVtF3D5WC2O1RfBaa1EZUURqqpcdB3Kwwky6my153CstoIG7apR1lQL4+rIVw3VjbqTJ5Brsej5ckpLUFZXR8c2VJ09i/wcJ8zKsqy0bzSr4BtZFNpfFiO7QkAICIE9IaDuSal7WqgUvmEC5kIU13Xg3Muv49rLr5HrQG2+k+bRNizp6QyWEpQ3n8F5Xe4rJPcEKh1WWJ5OJUdCQAgccQIGowKrQwX7RxzFNlXfDkd+PTrefB2vknv9zcvoaCpD4TONrxPVrS04eekYcqlktl3yG87h9JXX8Trle+XqeZypscJM54eiN/yxFVSi7syCLJZ35ZXv4s0zbbhYsWFR68qQpVQ8LsCOdrf8YWOOmWxZkAgQAkJACGwDAXUbZIgIIXA4CUithIAQEAJHnIBqUmG0bmTOC5vfjFaYTSZYDJsX8dycZNXxs43snptOIoWAEBACB5CAGHUH8KSJykJACOwvAqLNzhLQ0lkkohmwv7MlifRDTYCm1VRVATvIJgSEgBA4ZATEqDtkJ1SqIwSEgBA4bARUulIZTQoU6pAf8LqJ+ntIIJsB+NnMrEZTdnuohxQtBISAENgJAnSp3AmxIjOdzCLiT2N+NgnfVGJbnGciDu9kQpfFvndiYZ/l874eRvGcbslxmB5P4e6xOHzkLx0vxS0cx5/I5uPljtOxWx62fJ/juLwnsqm+3sk4PONxkkluUW/WkcM4r5fCOI93UR8OY+elOq0WznFLjvNwGna8vxS+3OdwPZ7kcbi+f7mbUAAAEABJREFUv1gWx3E5HM5OP6Y49hfSESeqA8ex43Av6cv7azk9zTIZC3IS+rlaK8/8dAIBd1Kfgchs10Me8tMTAoeQABtzqlEBv9sxFtYQCabX7cLUDrPbSB49bSCN0DyVQ75+vFQmHQc8KSzJZD/M6Zbil3xKF2FHx7FIRn9JdSqeXb/elDdMjmWsqgfJfUqvVY45X9CXelIm66nL5LQkm+NZ/ovkrCde50CsWZ4ul8t4gdPzLGPHx5yX/ReWSfpzWcvTcd6VYcvjEzENaZr15ReGR5fpxkzWVeayPNGghniE5KVA38ud+NGJTCEgBITAxgiIUbcxXutOHaeLuJuMmpFHIQzcDW7d3SEZ5AaXy7oTWCaX9pfiyR9YckvpKW3/bZKx7HiAwpZ066f0T8leSsc+p2PH+6s4PR/lX5I1SPssT9eB0uv75A/cXdCR0+lhlI73n3JcDoezr+dZpvPi8eCiz/Kf7C+FLfmcn+UslUl1fyotx6+SVmfE+dgtxnO+NfVdTDPA8shxWtaLnb6/FL+KP3Q/iIneCLijxaPH6/5ySUIhcMQIsDHHHfE4dcqnh+MY74mt2412RzHWE113+iXZY1TGaFcEY71PlzVGskY6KZx8TsvHo4v7fLzkON9S+PRwggwrDX4yBpfiX+SzXN1R+aPdVB75L8qzMp7zjXR9VfcRZkGO07Fsnc0m5HL+lU6XRRy4zmOLZaxMs/J4SYelcJYxSszZXwpby9fLWab7GJ8vKpfD18rjmUzSIJqGKA0MTAzEnnwnxlhvyrtWvtXCx3qjmBlN6LIyNAN4xH6SUt39REB0EQKLBMSoWwSx3V4yriHgSWJuNIaZocjW3XCEZEUxQz7LmyV/dpSOF2XPjkQxO0LlUPgchS85Tqenp3jPRPSr/HQ8NRDByOMQJvvDmKPjJdmcfrlbkE15F8taHqfvL5b5JD8fk7y5sShmh6NgXVgPlsNhnIfD2HE4Hy85rpMeTvmXwp7xl+RTPWdo/5l40lMvi+LZ5zR6uYtpuUwuZykfp2F2s6Srm3XmshfT6mlon3WaIX+iN4zRzhB1BsLQ46gs9hdkRMFpOC073ue4tRzn8U7FabQ3TSO9cjvQdv8GRd7hIcDP0vGsSCKWxQgZKX33IlivG3wYwcCD9ad/Ivd+GIOPoui/F36qrP77UYz2xElmVA/vfxDFwMOF/Sd5F/XjtBw22h2jWT8NnqmknofDXuQGqBx2/SRr6HGM9IisO++SbNZ/uPMr3QaJRf/9BTms25Bev4XjpTyb9QeJwQCzIL253PXI0dmRDktpWQbXlf2lsLV81n95nM6JZDGz5eHL96eG4ggHNAS9KSwvg/MsP16eZ619Lo8NO/5eQpH2+/C0NlITIXBwCbzIqDu4Ndtjza1OA45fycF3/0MFfvT/rN6X7uq3C1FcZcYbPyzBX/y3VftSx/3G7vw7+ahuteHktZwt82Lmb/yoGK4CE1SDssffWCleCOxfAvw8nSPXCFeeCWfeKsTV75dswJVSWnYbyVOCa98v1d1V8q8+p7xrFMduZRoOY8fhp9/M19va2nYH6VKycfe9TeTR9Vqqw0L+a1SXa39WuvHySRbXY7vdNZLLbjNyOR+7jeQ9diUXhRUWlNbacPGbxVvicIXOScerBcgrMUOVZz33b+MhmgmBI0RAPUJ13dWqKtRHN5kV2BwqbGTg7UdntqowkDFhsW2Hjgbsxzput046M6MCI5/bLZ5XNvwtNgMU+RXu6m9TCjuABBQF9IFKvxWTRQX/DnfFUdu4HeWYrAp44MZAbcd2yNu0jG2qz6bLp2vOXuY1mVQ6DyCnbMt3yGRWoaiQTQgIASGwLwhIc7QvToMocRQJ8HNCfFvZkau7VFgIHDECGS2LrCyGtOdnPZOF/lqMbWl3SVYqmYF+bve8ZqKAEBACQoAGrASCEBACe0yAOgd7rIEULwT2JYFDo5T8xvfPqdzOc7GdsvYPIdFECAiBA0pAZup2+8TRaC2P2C5dC3i2BlkNmUwGmsZLI2eQjgURjsSQSFI4J8xmKEkC0VAE8ZQGjYcbWQ7rTj5lpVFgOqCdLAnRwJnSSEbCiETiSKQyegileOZD2UHinwmXgI0TyKQTSMTCCEeTdI7oXBJc/VyTD3J82pZLVVQFfDtWVh6yh2xCYCsEFtpRlkBtH/3W9ON0GhrvQ0M6EUMsEkE0oWHpd5il32syHkM0nqKfZxZ6O6hn5/2lNjMLLU3HHK6lkIpHEA5HkdAyINFc4LqcalCgKMq60u6fRBmquwaNZhn3j05rarKuCGpyYTAp4HYXW93odPKtwCqf263KkvxCQAgIgW0gIEbdNkB8nohnLvzUMdBSKST1joJGRkAKWjqAaDiGcCiLTDIK/9AtPOocxNhsCHonRIsh7h9H790ejHujiETT1ElJI0W9kKyWQDiWQZoNwkgUiWAIAQ6HH5OPH6Onewzj7ihSVB5WbKwbd374FhI2PlZEP+cwCzZCM0u9Iz0l9Xp0f/GfLnxxfzVvRfLVkiyErTvhQvId/s+cuGqrFROfn8Zk/yM8GJiBP5pCOp1EiozwFBnnWiqJJL/PaJXqKFBWEydhQkAIrIMA/yaT4Tg0NrS0NNLcvsbTyHi9CFBYEhEEpocw+KgH/ZN+xPRb5jSk/JOYHhvEwIQbKS1JbXGW2jVAS8SRIGMvhQyNzCQQmE8gycZg2A3fcCcePe7HVIDaWpK9DvUWkmz1J77YbmR54I4cabYgd83husXoZd6iiGUha+8upI0hGIzStSkBLvcQ2XZrV1xijgABqaIQOLwExKjbqXNLPf9kPEMdha8uv3pR88PoGx7G70dCSIU/xz+/P4qpux/io5tf4leP3dR5SGH40Qgs+UkMfPkF7n72L7g9dBf/+VdzyKktRI7VhHhPN8a6OzGUCiA98z7+4eMJjLoT8PZ8inuf/BKfTqWQzY6gb8oMNTyEubH7+OCuVy9+3f/IMASNSociZIykM8gkE0jQzF+UZ/1SM7jx6V10dU3SLCD1e2h2MBUM6AYoJaW0cTIug4hQxyfCHGj2KhZNkFGTQTaTQiqWQpQ6C5GIhlQayFDnKJ2gnWXKZUhQKhZHMhpCJJmlEXfqbFFHKxGNIpbKgqwlpONRhEhuPBpHOpFAbEkEjcpHKTxGxtQykduym0pkkUpkSOdnxfnn/PBNT8BomsZv/oefo7P7t/hyYAKff9qHwY/+gGlSm2zvZzNKiBAQAs8lwIZbhqwK9lcmTFO70P/eP6JnbgaesXsY6b6FPw1OY/D3/z0+HfDBHZ3DbCAODw1uOSKf4X/67TDGr/8drvdPYSBRgPJcDVGtC599PgOfL4m5ezfR88WnGNEiyPg/wy9+ewcDY35EZ30IuX2IFVsw/vP/HdNzc4jSb3qlPps5zqSofYyEEKW2LUltXIrbVBoISlFblswkqb2MUPuZhO/ebfQ+eIheauyy1EanYkHEyIBN0+BRho1ZbltDKWRpcDBBbSq3r8ikqU2OIkjhGjHUKC23ral4HNScP60uGcUatatBGpTKkM+yo+O9mHxwHX8aiiAUJj3YqCT9yIregEn5dDFyJASEgBDY9wQOoIJi1O3YSVOoc6+CV8fC8s3lQDqZRvxxP2K9Q4iU5GDCZ0NmegrW2DAm6aKaDMzAQyPLo7445qdCUOf9UNtbUFRSijyHGcb0NBl1n+G9X/wS//TedfS5w4glp+BFGmN+K6Kdk6CrOsJeD+ZGR6mjMo+kwbRcC32f7wbSbwE00deAD/RQ+pcOI+IZwD9/PI6xgXEE/NOY802j91E3bvzyTxiK+jEbjCJKHYjI7ARG7nyILz3zuP/+DQzc+wNuDTzC+7eGce8372Fs8Ld478EYbn/2BToffIgPervwL//rDQwGRnH3Xg/GKO3EVD8+u+ulgr/6zA/cxcOP/oE6EuP47He3MTMzhhnPJB7feohbv/kXDPb8Cv/j5wO4+bt/xpc3P8Z7NIt563efwDt5Ax89nETvvRsYoVmzvvmvZG7HnpFv3SHHq/CtlJeh6VKNDFTVbEIqmISSiCA+fgsDkzN4rLahmE4B3/6zlC9LM51p7lWR4bsUJr4QEALPEuDmSdV/PM9OeRnULKrK45j1x9BNhkcg4EZOziwGUIFAzxzSgSCSkQD8NOAyNzmOqNGA4SkFdlsO6moKkZdrozY1iOm77+HD3/8cv//sAR5PRHRjKdzjgUMZxlQqhCkytqKhWUzNzGBsLqnfbfGsNs/q/qKQ2HgXhnru4cvpACbH/Bh+/z0MzU5jiNrKgQ/+CZ0P38NH42MY9iYQ9IUQjUQQj7qRGHmf2lY3eq7/CY8e/QF/IIPvX35/E+77/zP+4c4oPn//c/R1f4ZH0z34ggaW5qf/iOudM7j/yfvovPMpurwppKkC2SUFoyOYGHqAj2+Owz9FzvcAfeOzmJ4hftEAAtEItKEP8GDSj97HnZgf6tIH25ayHzmfwEWCaRqIzYKa8iNXfamwEBAC+48A9eb3n1KHQiO6WKoGwGBcURtLAVyZFCyTj/HZYBrVFT5M+zUkPF4Yw5PociuAaoIpOoNMXi6M9lzkkLFgKi2C1WKDhQwwA8VbqEOSX1yE4gInzAYV2dkBuINxTEXMSAx0YopGU9NGE5L+DExZFQVlthWKLBzqnSXSU1k41P/zSG1kbgozZidMTgesmo+MzGE87pyAu28Ec1kFmtEMkzGN6Pw0Bu53Y8rtwTyNBCep0+PxzmBwxo+5sRnM9z2Ch0afs6YIkvFZjM2G4Q6YYbM44Yx6EBjvw/AsGbEmi1720r+4z4/AtBsxmx3xuQnE/AMYIgO1t3MM7oEBMjJ7MBw2IzY/h0gkDG88i+jUMLw9N9E9PoExTxDhaIpmBpckbo+vGhT9NRCr3jFJI+pJ6viFwka0XDuN0lwndb5imPcHkY7GwKyXcwYdKAr94x3IJgSEwFoEaFIKGvec+eeyIpFqMiCvtQqRyS6MzKQQjZpQFBzEkKEW8eFezAf9CCsGaCkDUr40qprykMxYYLNakJdrgclsglFRYXIUIK+gGPkuG+ymBGIxDx4/csNpnsA0tUfTXg0qUjAY5jHvaobZaINpFX2wwc0zE4LXG4PV6YDDoiA8Pgw/tWl+H7WP7mkEsnEEuu9gcC6KsGaAieqrpCIIjXTDq1hhNM0jHJzEyPQ8puYTsMUGMEZtUHQ+gPhMN0bHO3F73EdlhGnwT6O0USSSKRhtZlBz9kTbhHsC/rlJ+C0uuJx2mGwZpHgWMAEqw6ynN7sy8E2PYnjYjbn5NPTm64mEo7djMCpQVUCBbEJACAiBvSdAzdHeK3EoNaBRPJ6AIdvq6eopdhRYNRQ5/bgZqUZNtAdJsxmm0kLYjFmM9QaQMeWjpKgE5flm2PJsSBhMSA12Y2JyBEPTfgQiNjLSWnH2pSt46Vwj8i3A/JAH8ZiRZvPsKDKO4v4cXZBtxcgrLkc+XbUKSzMAABAASURBVKCtWboyY/Vt5QUpq2WQSaWgWrP8VAlSITd87hlMUscjm0ogQh0iI3Vu0mnqWMSpgxCNIUojyCgugdPhgjUWRiIaRNhRCGvGDIeagcFihEr1tJutcNXUo9xZgWMVQDQQweQcUEkdrae0ozIspiKUlpeiyJUCIhOYJcNxjkbjNV2HDFy5JcjPzaVR+ULk5uQjz5FBOhGjsn2ko4PKzAPhe0rsVg/4FjBNy2LN+44yBpjMOWh/+QSKcu1Q7FXIz7GjzjCCKX8Kae6YLiqhKAq4U/D8HgFkEwJHngC3pfqCJSvuZtfBqEag+Bhc/mGoRg1RJQ/psRCcFbWock5hLhKCJ+OCPb8CRQVFcGbiKMjTEPZ7MTY0QjNRk3AnTbBWncPJsy/jbEs1Ki3ziIdG0ZkuQ35ZCVTvPMJzQcCag9KyApQWWcggUrZl0CipKcikATPS0JQMLHYF8bAXXmpTg5oNRmc+rPPDZETFkKQWWQHVMZJCLGuEjdpWWMww0uyjhdpWW14BClx2OJzk57ngMCnUJkYQTsYQjOWiMN9OHMrgyi9BWYGFysST5idDhl5GS0KxZPnOSsBB5ZossNJAIgxAOqkhXXECDm8ngsksfJYKDsaR3RTAajfASIypKT+yGKTiQkAI7B8C6v5R5fBpwp0QjWapVtYst8yF+nMtKKk4DdtYFFUn2nD822+hpbUBubPTsJCxktv8JtoscbhsaXidhXA9fJ9GjW/iRifNoEUBs80Ki2KAYnIi36lhNl6K4orj+M7bLbh2KRcTIxZYHbmovXgMhcU0Mk0jq1jnZrTbYCsuQLrnMUYf9GB80o+U0YqcslwoNpUMPgtyEKYZshSSRhdajxUjRcaqarfAYnXCloqRtTaHQE4u8tvbYKRZyPHuMIIRC2pqLHA5DfroprUC8Gm5ZBDmot0ZRyQYRFB3ESQVI0wuF2x0tbQ5XTCkVDgcDjiLXYDNhIypAHlWA6wUZ7PZ4LSaYC8sROHpUyixWJELE/V1zDBasK1bms4nn9NnjHUqxWin8mta0d5Wh0KzCqPRjurqBly4fAytJwswNxUHG4V4smWR5d7qk2PZEQJbIHDYs/JYyrJBka+qawTUerSV0EBRaw4MNEAWyLbiG6+dxtfeKIERdiRTTpQ2V6PmfBviD0ZQXmVF0DOLzhs30dXThcEgtac2I/1mFZqRssOqZmGNhmC9+gOcuPIXOOUE8hFEOq8OJaVn8GrJADLZGGLaV1o8d490Xyu+rDhDhpMPXd1D6Br2wllVgERwGrOeEOajFhijCWSaamCFAqsdSFH7GglqsDQ3AWPDGOpNIaM4UFluQ47TAlgLkMtto8MGc2kjisub0W5JUnuowkJ1tDrsMJMhqGgJxEJBhHQXBvILYXLaEe1+jIHH/ZiNKlAtJphzLMiqGaSm3PCnquEKDsGSb0C2tBSyCQEhIASEwP4hoO4fVQ6bJs+5iuc0o7z9Hfy7t4tQ+faPcJVGhptcpWhoPoW/+jdXcf4730JlTgFaX3od5668iVfaL+J7/81/wLfe/XP8+I1jOP/uJdR1nESLKQ+mim/gZ++04c9/+hpOnm5GTk498k7+BP/28gV8/+tVqG5sRcOxU7h8rR7r3kw5yKk4g7/92Tt467uv4OTL38Xrr30Hf/uTd/HD//t/iTdLyvHGO+/glVfO4eSp02h6+2f4N29fxDuXm1BRXoeKlgu4eKYd55QZdNpfx6vvvoIf/GuS8eo3cKmyHV/7ehFsNgPigQicJQWoaCiEMv0IH/78F/g1uV/8/CMMmYpR/e3v4DQZbKfffQd1l36Md974Ov7633wXf/5f/9d48+q/x787n4Mzb38TZ85ewBtt5ThB+yXlX8Nf/tnX8O53XkZbaw0KDNjWzWRRYLKoUA3Pii1tacaxixdQQFEKORRcw8ljtTjRWo2c6iu40ubSb5/lKHYZ6hCykcj74oSAEFgHAf2HtXq6kpe/j7MdV/B6RyuufP0lFNGgl6Hhz/H66Tfw56804/S5GrgKz+DPf3QRFSe+ibe//h38+McU/8r38Up1B955swyFhWaUX3oJJ7/973Gx7Tv4qw4gx+rC8TdexZUf/hk6zpxHu82Fktf/BrXlpXCZVtdlZahGv/XVBoI4naPhIk69/D388NULeOtqE2rf/BnepLr87K9/gr/4d3+Niye/ge+99lP84OUatL30Gk5dfQNvnGpHSdXb+MH3Xsa3fvIXuHLlz/FmxyV8741WGE/9V/jLU7noeO086ltJ7+Zr+PZPv4PLlO94uQvHz3Wg8VgNVE83bv3zL/Aeud/88x9wa9yOnNav4Uc/fAuX3rqGxtyzuHKmFs0Xz6Lm1Nv4y9cbUW32IZpuRzldA+pKWXtxQkAICAEhsF8IqPtFkUOnB80wGYwKDKZVeiEUp6gGGA0KFIMBqkI+jcIqigqDUYVqMEBRKExVoaoUT77BaISBwg0qhRlUKORTCkAxwEjHej5VWcxngJHiDSxfUcBpVYrDujfKo6jgW3oMJFtVDWBnNBhgYD0UBarBAFUlXcgpBiOMBhUGKkPJq0BxaQXaaBS5+e1v41qhFfk0a2UwcnpyCqUzKODNWHgJZ0914FpHKRyl7XjpW9/Eu+S++a1ruHC8GkUGSk8JVYMBimqAgXxdJ9ZBpTKpPNVggEo6GBb3FcUATmcwqFAVBQrl386Poiigz6oiFUXRdVGwuCmkg6pAJacovI+nNlUF+NadpwLlQAgIgWcI8G9FH0yh39IzkYsBimqASgkNlEY1qNB/h4qBwgwwcBg5KCoMBpU8A/kLTlUNUPVwBYoCKCRDpTaNww0qHUOBqocZFnw6ViheURTaw7o2gwHg4ldNrKhQSQeDqsJAiRSSbaDjpbZOpX0+NlCcqqqUVqV0KhTFAIOB9g0GCjPAoPK+SgXRtWIxrUJhC3UzUBoVKumsUpiiuuAqaMGZr30Tb5F752uv4wwNPpXYDDCwPIMKRaH0qgJFT2+AQTVAgQ0tb76OtqY6FCur1uZIBWayfLcF8Jwh3IPOQ/QXAkLgABFQD5CuB05VhS566j4mzBciftcczxZt222ARits9hwUFOUjv6wI+WTUkm276rkz2PORm5eDXKcZBrMDecVFKNJdHnIcFphWzbW3gelkBux44YYta0JfEEWhL8mWBYkAIXC4CVDfeeHW5YP6c2G92e2b02SAwWSHq7AIBeQKC/PhsltgUp+jILdVRjtySwoorXVfts/P0V6P4rt3+fZ5fjRCD9jiP0Whk7rw2aIkyS4EDjoB0X8/EHheE74f9Du4OpDFpKUBNpj2bSVIR9aNO0zsb49ToRpNMJlNoMm554pUaVZSUemK+NxU+yuSF0nhW6m2l9n+qqNoIwT2GwH+vfFvb1sGU/Zb5Q6MPtRWq9SuU5tNnwOj9TOKUjWeCdtkAItit8nskk0ICAEhsK0EDoRRt6013kVhvCjGdo0I7qjaclVaN16VejMK/2qE2bqZSUIhsGUC9HtTaVYke0BvdNONUX0QjSqyZRgiYLMEVMJvMCpgB9mEgBAQAoeMAHdPD1mV9kl16OLBi2qYrYSYL+b70REq7mykk9RV2o/6bVynhYcbdjCf0azSLCTNRtJp1fuX21EWZBMCQuB5BHgwxWhWYOBeOWjbjt/dLsrIpLPgW/9I8x1vo7atXdpFPrulM1dJL4tPBB9s0XF2FiVOCAgBIbAfCHDXdD/ocfh0oNae3z2kJYB08vkuFaP4ODlOR+lTvE/+mvk4jh2nZ7c8PYXr8jh8yVFYmtMsHS/6rJ9CnSSjUUUmpSDN6dgtxj8pn8PYrQxfOqa4JzrTvi5nKY7KfRK3FPYcX9ed8jwpe7W0XMaL0nA+SqeXvTwthT2lH6dbchy3PO1S+DI/kwKyGjm+tXZZ+HP1XSOdRuEayQPfW3b4fgH7vEai3kEkwINQ/LvZzO9t3Xm4HWBHv88N5VnZdrCMxTBkaZRv8ZqwWlu87nLW0onLYrdW/FI467OUjny9vSV/1fKXp13Kv1mfy2B5L8rPaTjt8nTLwziOj5fHb2Bfb78zgL7yMMtheRvIv5wTfw/5EQtpvg9iSyI6C4HDSUCMup06r3QBnxyM48a/ePHRP7mf6z75lRsf/9Ktp/n4F258Qvvsr5WP49g9iac8H7Gjcjic5T2JWwxbkr88vOtmEAFPCg+vB/Dpr926Dpx/eRre5zB2vL+qo7L1+EVf36dy9bSLYUv66WFLcav4n/xyTtfjeelY/se/8uDjVfIvz8fpPiGWT5VN+jx1vFzG8+IW0/XdC8E9lcBwd0Q/X8vL2+j+J3TeH3zmJ5uOOnw79T0UuULgEBDg29hjIQ3RUBqPr/tw+/funXN/INnslspYj8/p2S1Py8fsKKzzhh++mQQmByK4/T7J//02Oy6H3Yvk/pHKXUpH/p3lxyvzUvxtdivDN3PMctZT79X04bzsuFz21yOH067i+u8GMD+bgGcijnsfebCl+v3Bg+4v5hHypagNPwQ/MqmCEBACB56AGHU7dQqpn251GZBfYUVh1fpdwWLaJX9deavXL3+5PGeBCUaLipwiMwpYz8rNydFlrqUDh7NbrJee9nn71bZ18rJg3Yw2VP7zGdjzjDBZVdhyTOvU8znyiHdOsRlk/0M2ISAE1iagKADffmm2Kiivt6Cm1br/3LFVdFoMK68zw5FjQF6Rcf/pvRbLRd33nPU26lFcZYbNaYAj14Dq5lXO11os1ggvqzHDalfB30/+9ooTAkJACOwlAXUvCz/sZecWmVB33IHGU67nugaKZ7eUbvn+Uthyn+PZLQ9b2udwdkvH7PMxO95f7kprbbA5DKhotKG+wwVOw255Gt7nMHa8/yLH6di9KN1a8ZyX3VrxHM7xDaQv7z/P6emI7fPSbDSumAwxR44R+aXm557T9chl5hWN9sP+M5D6CYEtE1DpSmUyq7DYDWg44cCxC64D5Wrb7HDlG1FERsWe6n5+n3PbYf0q6Vpnp8FWPhfNZ5xb+g61nneirt0BlidG3ZZ/4kdNgNRXCOwIAbpU7ohcEXpACPAsET+nItNFe3DCsllkn6yesAflS5FC4IAQ4HaK36kJ+s0cEJWfUnPhdQxci6eC5WCXCXB7y7fy8vnY8jWPTie/soifzzugX8tdpi/FCQEhsHECG8shRt3GeB261HyRSyUz1FeiK9Shq932VyidykBLZaEbwlsUn8kA3MHQZQn+LdKU7IeZgKIo+jL0vLATDuBmMilQDQpk21sCBqMCi02Fviq1sjVd2JAL+lJIxjW6HkgDvjWaklsICIHtIKBuhxCRcTAJsNaKqsBkUaEoW7zCsTBxGyLAt5QZqLOnqJRN8BME+QgBISAEDgYBvmTmFppgsRmg0nX0YGgtWgoBIXCYCaiHuXL7sm4ZDRlNg0azNKxfOpWmUb4okokk4jEgk44jPPUYg0PjmJuPIalRqkwSWnQWYz2S8jDDAAAQAElEQVRDmAnEEKOZtUw6A43vH8mkkaCZI10eyUjH4oiChYfhGerDyMg05gKJr96RROKe+tBwo5bmUUZ2T8XIwSoEjCYVTwyxVeI3FES9AkU5ENbchqoliYXArhKgpisdT1M7Sjs07Z2hxlDjhjMYRoSmw9OIITQ7obefQzMRpKhNpZTIhOYwNzmGoal5pKkd5eXqKTsyqRTS5DRuX5FGJJym4ywy0Xn4xwfR3T2K2WgKKbl1eldP874rjJpunvlTuRdF+/tOP1FICAiBI0eAm6MjV+k9rXCUOhIeN3p8cWiJIXR2exAYf4y+oQE8GA8jnUhgpr8bwYQXo71klA08xrhnGLfvTSNGxl1ayyI2PYX5mUl4tCi0YBfu9s3DF0ojOtWD8Z7b6AtQBwdTGB0NIDA7gtmZEfRNRNas9qp2BRl7oF5OIpkmAzSLrJamwwR1iHg/iJHhMczM+pHmDhL1hLREDCkyNLmfo6eNx5GMJZGk3lM6RfnIeOXnGLJZDRr1qpJxiiPjlPpfemeMjdTlCvJtoRp3rJIkh+rM6mTSKdIhiRQdgw1j1o/kcgcsk05TJ2tRAqVLUXiKhS8GfeVlkKG6pBIpqhff/pghfRJIUx5SH6CCtCTVJRYDG9xcn6/yAqpB0d2qzLCxLUtlZbguG8smqYXAPiaw+6ppqSSm79zGlD+AkGcM7olhPJr2Y+bWb/FoJgJ/ch5utxfjI7OIervx0T0PvH230TM6hWFfGkhHEEtPoacngHBYQ2B4CBO9PZjNJJCN9uHzL0cw7Y4g4fHCPzGOqWQYY9dvwOsP6u3bdtQ4S20St/1si2rJJLVN1C7pbVwKGrWZ3JamKU1kdBTTYxOkAw3cUfuht1V8Szi1dVlKnyYB+u2A1DamqUGjYGrTMsjScSyuIUMNWoYCNW7XuX2l9vkr/TN628hts0ZGbrC7G+NzPvioveb2VQ+nxNn0NMaJ3dh4iNriDLJaEvEEteskm6KP1IcufXzJOFJ1lsoKASGwfwmIUbdD54avlTRIDG70nypCC8Pj9aB3cAaJ2QfonIpiengUw31dGJiaRJAutN7xCTJQfBgZHMJI90NMzwzhsduM3LIi5NjMyMwNY7z3Du71PUJ/54e43kOdlJAfXs8g+vt6MDgaQDbrwYw7ibh3GN7ZYQzM0DTgU4osHCiKohspgIInWyaFVGwew6NekulHNBZCJBKAZ3oaY/0jCCTc6CV/enoe8XAIwZlR6lD5MTU8gfm5Ecx4pzE8Noup7j74AgMYmnFjanQcc3OjGPfNYfDROLxBLyanPAj43AiFfZiYCT8pnndi89OYG+nEiNeN0aEZhCNBhEPzmJucwiRxCXh78Xh8DmMDvZigTtzw9CwmhyZIn0lMzFK6qVG4PXNwR1nakssi4nfDMzOGOY8Ho8NTZEDfwzjpPzI5h9mpaUSjMxga92CWOPrm58mQXsq7Az59SahftgOCRaQQOFwEeJAnncqSUfJsvbJaCvGxexh0+6nNHKG2phcjwRn0dd9BJ7WNwZAXfpq180z7kHY/xCfd8xi+/wDj83GkHAUoyTfQGNE4Htx4iM5HXbh34w4ePejDLA0oJca60d3ZiSFPAD4vtUHUHvkQx8j125gPhJF6Vp0Nh6SpLfTNTmHUF4SXBvs8PX3whELwzM7C3d+J6el+9M164A0n4esfwiQNqE1Fw0j7h9E7MY+poSHMTA9hYHISvT2T8I8+QNeEFyN945ijGcq5oBvjw7Pwe4YwOhvB9NAwZsbIBZMgpPp8JCvNM5fzM8MY9vjhj2jwPXhM6T3wxKKIB2dpEG8MXcN+xCKjGB0ax9DQHLXJHowPzsFH16RJdxCBKBmbLGw97qCn0dtv+nfQ6yH6CwEhcGgIiFG3U6eS2voMzWJpK2dicopgpjhzbxfmeudga3RhKpIPs8+LwvQQRmj2Cskg5qcG4MmYkYoa4YomkHe+Hfl5bNQZYTYE4J3uwp1PP8Ent/owT7Ne6cQofAYTZpIlyPYMIkGjpunIPLwTc2SoJGDPW3vpfLLrsNymy6aCCLt78Ye7bsxNuxELTpERNIquh124/ds/Yphm5SIZhQzHLCJkqA3c/CPueHzo/Ow2Rh//EfeHHuLDByN4/Mc/0Ij3r/BR7wy67t/GQPdH+KS/Bx/+8h6m47Po7+rB+MBdjEz14mZvEMu3wNB9dN/4JT4ng/DuR7cwOzuAydlRPLp1H/d//1sMD/wCf3dvAo8+eQ8PHtzAh11DePjhR3CPfICPH4+i7/FNDA12o9u7XGoME32P0HXvC+oADePGR/fw+Hf/M273P8LNrgH03fmS6nkXf7g5hd7PPiZjcRwBOofLJWznPnNXDdspUWQJgcNJgNvRZCyDTDpD7c7TdTSaFDSfyiGjy4+HQxoNAMVQlzeNftdZJLomkJwPIZmIIDQ3h+nxeeRWODERyENpQQHaGvLgdNlhoZn68NCXuPnZn3Cd2o+RQAapWAIz94Koyh3HdCqMsUgCiZgPczT4NqEVQqH21rBsLOxprdZ/FKB2qq/rIe55Y3BPBzH03nsYoAG0ge4u9P3x13jUSW1aXy+6ZxJkNFGDxCNBMTfCPe/ht51BDNz6mIzQ9/Hbm3fxz7+/B/+D/xX/+fY0vvjDTfQ//Ai3Rx7gTx/2wzPxCW50zuHeJx9TG0hxwSwy6ld6pqd7MdF5HTcGRzHoySJOM3RcvUzYg/mJh3g0cBP/+LshmqGMIZNVkE3MYX7yHn73x0HMjHyG+33TmPCkvhJ42PcIjkpfAIX8w17Vva6flC8EhMD6CCxr0teXQVKtkwA19HyvvbryAWolD/mZKKyhh/j7SSfa8h7CTQadz+tFbN6NhyNGwFqMcnMIudWlcJZXwElnKZ2gcskYpP/0KUF1y6v41k9+hp9+5wrKnTYoQ91wT7oxHYwhMnEXvWRMpvMqYNLyUGCxobzKRvnW90mTERn3BFB4sQ1Vx1tRbI0gMDmE3iE/rGT9xY02GG0O2G0JxKMejPT7AO8cbHXNyMvNg5VGzjWaosza8pAcCaKkoghN5ytQUuaCEnehuOMiWgqP42KRhqxvEqPzUTjbK59WTnPCbq1DY0sLagoTMCQHMDQyivGJEEzIIKZoKCprRnlZGUpKa1BaWo1SVwJ+6gj5I1PwmUpgc1Wi3rVc7AgmpjwYGkhDTWZRfaIZDrUKFeUtqK8iTs44jVwT5HgaaWMujGYrTDtodPFMrsZD5ctVlH0hIASeIcDPstpcBhjMKp7pRJNxheZjSPR/iDlvnAaxCuDqfIyBZA5iY/cxSjN1Xls+zNYyOGNWtJ8ugsuRpRkqDdpiSYrJgsJzf4bv//jf4kevd+B0aRih6Cj+8GASGW0SE8NeTE8CdpsFlVUJxKrPw2F2UXu4KGAL3oTXAS1Tjpfbq9HWnAuTSX0izVBQAnvTCVTe+wSDc2FEFCvsTitUMuz842FUt1Wh7Wo58nLsUDQXcquqUVdKbVlxNWoqi1GY8MI/3otHNIE2G6pFQ2UuCqqaUVrbjPZaB2xUkkKOP+bqJuTn5sPZeRv3AwoUsw0OlwUaDepNDfSh02shYy4KWMyw2HLgiIaQHu/Eg6yG6Ug1yoryUJRnZFHihIAQEAJ7QeDIl/nV1ePIo9h+AArRZfe0ZAX5pVbUdlQAOedhpVHh/NZjaPnu11FfXwXtcTfSqgPO5q+jSfPAqMxjxORA+g//Az759Nf49ed9GJyJQlGNMJpMMBlVqIigd8IJZ/4xfO9rzXjpjIbbjzUksi5UnW9FTp4d84/HsN7NSB0XC+Vx3/gEjz7+HD09A/DEYkhRhyoU8SEQM8IQmqDZMz/8KRPqqo2YDWURJgPWaLLCFJxD1D2MqZxSVLY3IDE0jIfXJzA1l0JJJXUWVANUAuOqNZJcJ/wTLpwsUlaop1DnTdXTqUoWmfl5pLU0EoYMghE/AglQp4zTsFMprQKj1YzcEy2w0MylEkzpYaptudhqVBU5UVIUh5tG/OOqCyoMMJAubHwrqkpcM7D5H6E/bkBIs8BENt5yCdu5rygL0nawiIUC5L8QOAQE+Pey+JN5ujYKGRLGYzjpdKC51YRwQQ7GfDX4wXcu4S+/bkYkomGKDJLCxmo0vtSMqfceoLI8iREaAHrvP/0KH3z8Ib6YVZCCCUajidpUA9TgLDT3CMJX/xpn3/4ZOjIBmD3DCNrKUVRxEd9w3UA8GQA1M0/rsomjioIQzXoN4v1P7uHDOxOwFyuYG3uEew+H0TsUQ9IzB0+lA9FgEko2iAANoI1PhKG2VGL+9gN88aEboUgahdSG6m0YgVK4TSMfRVVwllSjNjKLdCoG8ErHRiMUijeoCpRl+mp+P6LxEOYLrEjMRGC0BDE1NIHeLi94sS27KYCg149w2ohEaBzeZBRz1no0hmeQTUZAFysoRnWZRNkVAkJACAiB3SQgLfB6aW8wHV8s+ZrKbmVWY141KtpfwrvnqlHUcBknm+nCWNuC+sbjePlSLZouXiPDo54Gn9vQ1HoS9TXHcenyGTTWtaC1qpDytqCkth4VRicMBZfw2ukKnLx8Fk0trairaUTVyTdwiWafLp4tQxWFVbJsGqFdqQcf82IdGq9+mf3KtFDMTjhLW/HyqQY0NFWjuOYMjrVdxhuvX8TFb76NdmchOk6eQGNTPSprm9B4+R28dII6VdTJKCioQGFpPRqqilFlimCu4CrajzXi5OkzaGo6jxPltThzNgdmMhAzmTjUnHzk5BfAFR7Goy+u4ya5L754gBmaKSs6fwX1ZjPqz5xHcf3LON1xAa+9dQXn3/0W2lu+hXcaHWg4dQkNDa3oqCpE7ZkrKKp5FS9fOIezZ46jpsQO4/wAHpLML8l98cUQ4jk1aL76Mk61NKO9Lg+Nb34N9WUVqK+oIlYnkW8rQ3ljC1pLk7Aoceq4MaWvXDKmIRnL0Oj9V2Gb3ePvhmpUnupYbVaW5BMCh5kAt1MZLfvMrZcLdVYAxYHa86/i7KnjONNWh6YLF3CspACVp17FmcbTuHq8Cu1na1BU14ErpypQ1X4RHR0dOHuiFfW1bajLa8CF8/nIzTOi8PgJNF15B+2VZ/DWxSqayW/C6fPHcerVc6ht60BLTjmaL11Ccb4LFgPWtWmse+arNnZ5ptz6JjR3nMbpunI01hSg4urb6GjtwEuvXsWld99EWzXpf+1dvH6iCPVUv/q2dpysqUJh/TVqo2tw/MIlHDt+jep4DK9eqIah5dt4q8WBpnMtqGi+QPU/j6+9dQ7HT3SgsdiBxrZGVNaVQvGPoevT67hB7vqnd9DjNcBUexEvXXoJr7fZUXLmEtqpjT958iSOX/ka3jx7FT/8xgmUEavmtla0nzuFhmMX8PWvnddZ1pfmwGVWllftUO/zJTMSTCOZyIAXoDnUlZXKCQEhcCAIiFG3F6fJnA9HYQM6au1w1rajIj8HeWYHcvNL6eJchdKGJjjNNuRXEraH6QAAEABJREFU1qK0vA5VhRVoOnMODXXH0FpdiNK6CuQWlyBftUJ1NqK9tgjNbTUoKimAxZwLS9FxnCwvR1OdC67cAuQWlKC8Im/9NVUtMDtLcaK9HrWNJLeyBdXVzThxrAEt586gxu5EdW0DqirLUFRcirxauujXVqCuPB/OwiqUVLXi+LFWtFFeR049Ghtq0HKcZFQ1odxZhLo6O4xGBRlDGWrq63GspZgMKAUGg2HRqWRUVqCkoRklRiNK6hqQU96O2upGHCc5zafPo6biLDpKLSipbUJJSTlqCp0oon27owGtzQ2oo1H5ooJcOA3qokyWbUQOjVpXNbShsaIM1cU2lJ44iZK8fJTkF6CgvAE5jlo0t5Pu7U0oLcyBWcXTmwIo5PCcbd1RJEhVt0vYukuVhELgwBHgDrSmAbxgylrKO2pbUVFaiYayQlQ3V8NOvy+l4BjqqQ09XldAbSD9nu1lOH6yAq7SJjS2NONkB8XXtaIutwRNjU7Y7Qa4qqpQeuwsqoqb0VEGWIxmaotqUE0GYFlFOUpMZjgaTiHP5YBlZfuwlnLPCTfnV6CstgUndKMuH3mNJ9FY24rTZ4+TwdaBqrImtNefwInaXBTX1qKsppbqWARHbj1OtFWjteMYqquPUVgF2hoKoZadxckyK8rqy5FfTHoXVuHYqRZUU74SF9WlogQFxcWwEh+D0YAnzlWEgooWKquZyrLCRTrV1VSgmQYd646dQlvtMVw7V4d8ZzHKq2vo2lCPirIqtJ1uQU1dHYpzbLAZn1PRQxbFLTchpFrxHnnyEQJCQAjsMQF1j8uX4veYgKIodFGnixL52I7NXojcvGJUU8eo4sxltLuMsK/xLTPmtZOh2oDWmjxY8urQfuEyzpG7cOEkmquL4NqqPjST6ShuoI7RZZzX5R5HfVk+HGvJVS0wWotRV+5CXvMVlFEHscD6dGKz1QCTVYVqeDpcjoTAJghIliNCwGBQoOyrARwr7LnVaL1yGZfIXb5yGsdqi5BvPiInZDuqqQB2ur6ZLQpkcA6yCQEhsA8IrNHd3geaiQoHlIABRrMNNocd1hd0EAxmA1Sjuq/qyc+kGB05cNosMO0z3fYVKFFGCOwiAZUMIpNZgWpQcDQ3qbUQEAJCQAgIgecT2F896ufrKrFCQAgIASEgBISAEBACaxGQcCEgBI4sATHqjuypl4oLASEgBA4GAV4ohRd0et4zdQejJqLlXhLgZzP5VTKysMlengUpe78QED0OHwEx6g7fOZUaCQEhIAQOHQFF4Vsv2R26qkmFdovA4tdHURZ3dqtcKUcICAEhsAsEdsio2wXND0ARkUAaM0MxTPZHd9BFNi17fiaBZDwDz0QCUwPRTcvZ2frtL738s0nEwmkEvakt82Lmnon49q2meQB+E6KiENgMAZ5h4Zk6Xj5+YiCG4ceR3XedVCa7TZQ9MRBHOKBhfja1ut4sl90mZG8LCy6b3U6Vz7LZ7ZT8dcqdHU0gFtIQnk9jtDu6+rlYp6yRTro2DcYQi2TA38/NfK8ljxAQAkJgOwmIUbedNJfJsrkMSMUyGO+mjsCDIIaf44aeE/e8fBw3dD+EofvPl8/pltzytP65JHjlLs9EDKOPQ8/VcSn/Wv5yuWul6b3tRefnM3o5nF6v94q6rxa2lry9CA96k1CyQJwMu62Wz8zd43HkFprAq+Mt+/rIrhAQAssI8DvqEtSeRqlD3nc3gkc3Qlt0wY3nv05lstPL3lj+vgcR+N0psFGxqu4sl50um8rZbZ/LZvfccjdW56fqybLZPVf+ynqvv7yH65Q92hNFwJuGjwbnum6uLI+P11/m489DGHgYIWM9LUbdst+q7AoBIbB3BMSo2yH2x8678PL3i/DKnxXhpe8+3137ViGuffv5aVaV8Z0iXKW87K7R/qppVpR99dtU1mLa1/6iGG//pBSv/aAYL39vE+UvySZ5rAOXr8tfoy6tVzQUtc7h2ncKweleonycZ7nTWawSvjzNZvbX4rNW+FplvE6s3vlpGd76cekLz+taMpbCmfmri98PR668I+FFP0WJP7oEjCYV/Btx5Bpx5s0CXP1eyYbdle+W4PK3i/V8l79dAj7eiJwr3yl5kv/q90oX5HynGJfJXX2BPmdez0dxlQU17U4938r0V56S/eK6se6XFuuyUhYfcz05De+vx+npSYe10rKsS8RsrfgXha9Vv7XCF+QtMF7YX5sJ63ZllXPA4Svztl3OQ1GlGWV1Nlz6RvEq56J0lbDVy+YyT71aiBwalIPczXl0GyepuRDYRwTEqNuhk2GxG+DMW59zFRjhzF9f2qdkUp6cQiNdVNafP4fKclE+XQ75etnr1FPPs1paksN6cLwrf21drE7AZMuA07Eeq9VZ14fkcZptdWvIfMJitXqtErZT+vGS7Tv0VRSxQuDQEODfidGswmR5rls13kx5LDaDHsc+H29EjtmqgvOZSM6Ss1gNYGdaFrbaPuvMuhuM1AauknY12avJWQpj3a2LdVkKW+6znpxmedjz9vX0VL+10rCs55W3Vr6l8LXqt1b4Ur71+Kwb678yLcteGWYwKVBUBXwujBYFplXOxXrDjJTXSPL4NRsKZBMCQkAI7D0Bde9VOJwaqESWG/v1OINRATvVoGCjjvPpbp15Oe1SGXzL3/LjpfDN+Ety2GfHMrLIYHZuBtMzU7pze+bg9Xn0/ZnZKcxQeCQafqrOnJf14vzb6bZLpq4fna/t1I1lyUgvZBMCLySgUO95047aZIUdy2CfHe+v13F6dsvT8zG75WGr7VOapd/4qvpT/BPdVsu/MuxF6V8Uv9Py1it/o3qulMvHG5HB3zDKw+dCURQoCkDe5hyAVDKDTDqLLO0v/4yNjSEUCi0Pkn0hIASEwI4ToOZwx8uQAo4ogUwmg0gk8sRFo1HE4/EnxxyXSqWOKB2pthAQAkJACBxkAmwQZhWqweJKKZqmIRgMwu1269e6QCCAubk5SiCfA09AKiAEDgABMeoOwEk6qCoqigKLxfLEmc1msFseZjAYDmr1RG8hIASEwLoIZDTIYhrrIrWzidj24nORyaycW9tEuWTMmcwqzfJlwQOWbMzxQOX09LQujA08j8eDpWM9UP4JASFw6AnsZQXVvSxcyj7cBBRFgdFohMlk0h3vsxHHht1SGB8fbgpSOyEgBLZOgDrh/CG3mqxsJoPMcke99yw5Trvo8S4ZViwgi6/S0z4lyGZSSCZTSNNMy1NySCalINn0n7MuSFm83W4xIJtBVqP88QRSGu0vButJF/9pqYwuY/Fw9zzSLUNWTFpbRand02LflJQhYy5N5yKdIh702apiLEIjtm63ByMjI7oBx7deulwuJBIJ3diTa9xWKUt+ISAE1ktAjLr1ktoX6Q6WEul0Wr/ITU5Ogt3s7Cx45HJiYkI/5jB57uBgnVPRVgjsBQEtDf2dmvxqg5XlZ8nwigUDCAb8CJALhSOIxVPUoU7phhTZaWCXoXTpNN/unUI8EkKI00ZiSMRi0AIj6O4awaybZARDupxAIEB+FAktiUiE8sR4ui1DBlyajD+eedNIbgZaMoKobwQ99x5i1B1DjIyGlTqaLOrevLZECyIW8mDKnQbZrivVOnLHqkHRF0cx0/kAzbRtCQBZdGk616pqQH5+vn4XyuDgIB48eKDfgjkzMwN+vKCwsHBLxUhmISAEhMB6CYhRt15Skm7DBHg2rqWlBW1tbbprbGxETU2Nvn/s2DHdlwvehrGuL4OkEgKHiAD1m/XOuEqd8tWqxQZL8P4djI2PYSY7D6+vG//4T90Ihx/hxse38ehBH2bH+vH5r/+Eaa0LN+9MYXoqRpZZkAaaRvDHPw7BkWeFzWiAkpnBzPQg7tz2kSGUAcL38elnd3GvcwZaeALh7l/g/7gfw9zkLXx5vwu3Hg+S4TSO4WgRMr1/hwd9IxiZp3zLFX2BAZFJJZGMRsggJJUSaWiJOBI0c5hMacgkYwiSUanRLBNZkGTcxhElozWTCGPugz/g0eQs5si4AFm+WiKGUCyNTJYsDi2BRHAUI6M9uN4bWghb0oln8KjMWCiGFKXNpvrR29mJhw/nkF6h+lKWw+DzaVD433ZUhuQYjSoZ64DT6dANOzbuTp06BR5AYANvdHSUvoNh3chbmjnejqJFhhAQAkJgNQJi1K1GRcK2hYCqqnSxcz5xDocDNptNP+bbU5xOpz66uS2FiRAhIAQ2ReAgZFIUBUurQ67UV1EUWOx2mFIpZFUFsKlkGYXJMAsh7R+Df2gAo2TQ9U8OYejxFMbJGBrvuYOHNx+hZyyASDaNrK8Lvd40YqoZVoeid9QTCQscdgvSY14gOAxv0ouh+Rh8Y+PoHuyBe6gHA6NDGPHNIqXFEcuYYUjMIRJPIp4mPbC+LT7Vj7HBx7g3GyCdA/A/+i3u9A9gyDMJz3Q/7t0ahH/mM9zqdZPROgPf5D30932Jz7qDCExOIRiLk/E2hpnxPtzuHMN8z+9xjwy5z2/1oL97AD7/HLyRNBmoX+mTSYQQ9Q5gZOI2/vT5GDw+N810BuH3JxZvLf0qreytTYC+enqkQt87vjOFZ+ba29v158iLi4vBjsP4lsyBgQHw3Sq8WJieSf4JASEgBLaZgLrN8kScEBACQkAICIHdI0A9a6PFArOJF2KywGQ2gSZQFsr3+GFyxBEI+jE77oahRMPUfBZpxQqz1Qar2Ync3BK0tNfAmRrFqCeE+YQKs8UMs9lILoLR/nkY0lMIJ7zomtDgn1dRke5FrzuDRDgAe8aHQDql70ddJ1BamId8m7JQ/jr++6a8mJuZR5r0NykZxCfHSYcEkrEp+CY6cWtgDj7PDLyhONwTY5gafYShqSH0jCTIAFNhMhmQnh/F1NBjdE5SWvc0GXv30T8bhiduhMn4rC7poJuM08fonhrHg94ZhOJpqEYzVNUEsk+wxibBzyHAM3E8kLlkyFVWVqKhoQEFBQX0PTLrz9j5fD5MTU2BF0/h23vZ4ON8zxErUUJACAiBdRMQo27dqCShEBACQkAI7AUB7vjy83TZ7AZKp7TJ2STsLYUwWFwwhYCGy1b4JtMwOKpRWVeG4nwLjIoLJS0XcEx5hAEy/MZ92kIhmTiykW50Beky6XDAEA1hdtgHr5aH1ypCmDTWo4QMsWpjGNMpDalECumSV1FfXoxS54KI9fwPJw3QNDMK7UbwS7SzSiXKy0pR5MwiE/fBk0rAHy0iY9FIM3JzmJ2bRzCtktGXpvQqMloasXAYkbAPkWQMYWMdKtQgGbMWZO25MKrmFWpkEQ94dANxOqIgmYxAU41k0KkwII0s3+a5Ioccrk6AF0nh76SqqHC5XKioqIDRaASvhmmn2eOSkhKUlZWhqakJVVVV+gweG3Ns1PGsHb/6gJ8r59k7jR/8xGHZpB5CQAjsBQG6Wu1FsVKmEBACQkAICIH1EchoQCJORo6WXTODSp1pg6pC/1ONMGn3HIIAABAASURBVJuN8PkdyC1tRPnxRlS2luFYaREMs3HEBj7GzY9+jvc+uY4vuoYx+OVnuNfjR9ZoIkPJDFU1wJiJASN3kTnxNTS98lOcLXahINiH6bx6tLcV43jlcTRQp91kNcKPfJS3nMKx6hw4rQZsZKsojMGQGceNW4/x+cNpxLIKla9CLawh3evRrPmhIEWGaRzRrAVIW+HSUghlwjDlxOEenUPU7IKttBSOcIL0NkNtPAWnfxiBrrsYnfIha8ggnUoilUySERdHKJpFJG5AvjMOLR5FgozKdMKNVGiUZu3WZgzZviJAmBJx5poFG3a5ubngmTmVvoM8O8dGnpG+k5yBw/Ly8vT448eP6wYer47Z09OD3t5e8KIqkQgZ12TY8fN4nEecEDgSBKSS20pAjLptxSnCnkdAURS9s8Kj7pBNCAgBIbBOAgYDYLWrUA3KmjlyL15GQ109qlCA4uLT+Nu/PYPm73wb7eXNuNraglMXX0F+6ev4i7dew1/93/49/tV/+I/4y6+/jTfPtqL97e/i1b/4b/DnlxrQVlRNMy6tuPJ6E9Rjf41vd+ShNs+ButNX8I2f/hDfe/syjEXv4FpHEY5du4LW8z/A145dwRsnSEcTNrw5Gi7h1MvfxQ9fuYC3rzag9u130FpSihJDBSpbXsK3fvIdXLryOo6X1+ClN97Aa9//G7z79g/wH753HKWv/AhvXTmFjuZL6Dj9Nfzwz9/CmZcuob7wDN76xjfxzl/+W3z93W/iR+f8ePS7X+P3v/kFfvObP6Iv6kDl23+L7179Af67v3kTrVUdOHX+FVx87TxyiTNkezEBhc633QCTWQFd2p5K39raqi+c8lTg4oHJZEJhYSE4zeXLl1FKxjjfltnV1YXHjx/rz93xrJ1cJyGbEBACGyRwmI26DaKQ5DtNgC9S7BRF2emiRL4QEAKHiQC1GfR5pvO8vIqqxQoTzbQZYYDBYEFOjgUmhx1mCrOaTDBbrWQU2uDgxZrycuCimRWn3Q6bheJsDtgcuXBaad9ghJHz2EyAyQW7WYVRVWAk+XaXk/JboRjssJoNMJFMk8UJu9kKmxlr6pdJ02zOGrc1KiYLLFYHnDYLbFS+kXQykRVrUAwwmqxwOB2wWm0wG4ywku42hwt2uxO5DjMMViflscBMMswWO5xOG8mywGQgWSTH7syhtAUoyKtC08UrOHfpGi5dOo+Tx+pRUZADh9WJXJcNJqMZZqqflXRQFci2TgJrsTKZTODZudXEKIoCA51fs9kMG51PvkWTV4aura2lc2UH35J59+5d8OqZbOzxc3eQTQgIASGwDgLqOtJIEiGwbQTYqNs2YdsmSAQJASGwnwnw83SpeAaatp+1XFs3RSFLid3aSXYwxgCD0Yn8iiqUV1ahsrIcRfku2Aw7WOQ+Fc12tUYGNrv9oKKiKLDSwEAuDTAUFRWBZ+3Yz8nJARtz/OzdyMiIvrBKOByGXD/3w1kTHYTA/iWg7l/VRDMhIASEwD4jIOrsCQF+Zok75OzviQJbLFQhA4r671uUItm3TiBLhhFJyS468vbLh2f32JgrLy9HfX092Ljj2bx4PA6eseOFVdjxQiv8PJ4YePvlzIkeQmD/EBCjbv+cC9FECAgBISAEViFgIKPIbFVpxmmVyH0a9JRaT4wImrF7KkIOdpOASpa10aTAQA779FQoigI25vjVCM3NzeBbM10uF3iVTJ61m5iYgMfj0Y/ZuOPn7yCbEBACQoAIqOTkIwSEgBAQAkJg3xLIZIBUkv7tWw2frxjf7sd1eH4qiT2iBJ5bbX41Qk1NDTo6OnDs2DEYjUb9ebt79+5heHgYfFumrJj5XIQSKQSODAEx6o7MqZaKCgEhIAQOJgF+pi4ZyyA0n8Kd33vw6T/O7Ev3yd+TXv9AblG/Txb3738wD89kAiOPQ8/qzWnYLebZybot6bOyDA5ntzJ8V46X1X2ndei8TudhIoHp4Sg+/9Xss+diA+fgs5/P4t6fvAh5U7vyo+KFV3jGrq6uDidPntRv0eRZus7OTjx48ABjY2Pg1yLsijJSyB4RkGKFwPMJiFH3fD4SKwSEgBAQAntMwGBUYLGpsFhUVDZZUd9u35eu5pgNdYu61dJ+TYtN17Oq0QpnrgH5pSb9+Cn9j1Nd2C3meypum8NYH9ZrZRkcXkf6rgzfleNlda9rt6GujXg8p95LfOufk2atuJIqC6w2BXaXAbWttmfPxQZlVjRYYabvZJYf+NyF34jBYKDfgAX87B2vmllVVaW/+46P+fbMoaEh9PX1YW5uDslkEvLcHWQTAkeKgLpUW/GFgBAQAkJACOxHAoqqwESdZ4tdRVUzdcZPOFC/D12DrhMZJeTzPjvWs6ppwagrKDHvqd4NJx1Y0on1WnIcvrS/l/5quj2jz/HNn/vSWgscuUbk5JtQ27Z5OaxTHRmjlY02WB0qFGV3fzVs3C2tmllWVqavmllQUAAO41UzvV6vfmsmr54ZDAbBYburoZQmBITAXhBQ96JQKfNAExDlhYAQEAK7ToA7zjxjZ7UbYHPuT+fMM8LuMur62XOMcOYv7FvIGDWYFBgtih5n2yP9df1Ir5XlczgbOyvDd/uY2fEs2vPKfVH88/Lyd4cX3DHTrK91q+fAYYCJzqdKs8g86IA93JxOJ3jVTL41s6KiArzQCq+Sye+84xUzeeZufn4evJKmzN5BNiFwaAmoh7ZmUjEhIAT2mIAULwSEgBDYPwT0RUjp33a9GiOdzCKjAdslb6uk+LUI+fn5+i2Z586dA9+iGYvF9Fk7vi2TjTw+5pk7WVwFsgmBQ0dAjLpDd0qlQkJACAiBA0ZA1BUCu0CAF9xJJTJI80qqZNxtqUgFMC2+ZoNnkbcka5szK4oCvkWztLQUx48f11fO5PfeTU1N4c6dOxgYGADflimGHWQTAoeKgHqoaiOVEQJCQAgIASEgBA4tga1UTFUVGM0qjCbq+pBRhi1uZDvpErZqH+pCduAfr5jJxp3D4UBlZSX4lQgNDQ16SWzYPXr0CJOTk3Jbpk5E/gmBg0+AWraDXwmpgRAQAkJACBxiAtRrzvJr6shfWUt+RigRjSIaiehLukdjccSTaSQSGjiO3w/Hjvc1LU3Z00jGFtJHY0kkE0lokVmMjszC5w8jQrJ4afhIJEry4khl0ojFKA/N8JBA8P12GumShYZMJotMOo54kPL3DWPGn0AivYqSVOrWPxrCgRDCoQiVvDFpmbSGyMwcIqkUmMDGch+e1GyEqdTrUchtZ622wT7cTnWekcWGHS+iwqtk8kvNyxYXV7HZbPD7/ejt7cXo6Cj4uTu+NfMZAQczQLQWAkeOwDY3bUeOn1RYCAgBISAE9pJANotUIgH/4BCmZ2bhSQQRCMzg9u0ZmoGYxWDfBKYmPQj6PBh62I9gZgZDQ1545sJIJsOU1o2eh8MIhiNIxJPkfHC7pzDQzwtLpKDFJ6jTO4HRiSAyCT/iM49wcyKFkH8cIxNkzE3MIOYfRd9oBP7hOxid8cEXXb9hl9U0ZNhRPTJkdGUyGtLpNFJkmGppsh51thmkkyFM9o9hcsyNGKVPJUg3KiareTA7PYepqQjSZGSCTD49jixPEoksWbTJUAgTt25hmgzfqC5v6V8WmVQCKSonoyUQmPdieHiGjgHOu5RK/FUIEPt0KgsebDgorBRF0RdR4efueEEVXlwlNzcXPKPHAxm8oAqvmMmrZ/Kzd6vUWoKEwCEkcHiqpB6eqkhNhIAQEAJC4FASoKkQha9W5D9TP+qoGoxGJAYH4fZ64TdGEQqN4v0/jSAa6MKD6/fx6GEvRkb6cPO9mxhLjeDu7QEM9MxiPhSELziH+zf7kTCZYTSZYDKQUeifI0MuDqNRRcbTh84HD9E5PAt/YA7+7o/wi3tuzA7dxc0H3bjTO4p41IPpVD6U8Q/RPzaLqRD1+JcpSnYV1ur4x3w++FnveJyMwkH4I9MYnSZ5k9Pwuucw7Y0iOD0Ot28a/T2jGBuaIgPUB4+b0s2EEY8MY6h/GD29PsTYuJ2bpBkXH2Zm5uGbnUXAO4uJGS8GbtzCJM3yxZ7olUU2k0LU74VvfBoe7wyGJsdx984QyF7E0zV4kulA73Cd+Dyw246KJOMaGeAklT7bIW83ZfDsncvlQlVVFdrb28EzeGkaTPB4PDRAMEUDG274aRaPjTuNBhF2UzcpSwgIgc0RUDeXTXKtl4CkEwJCQAgIgZ0joCgKbNQ5zXE44STf7rTBaqHyuOfunQO805iaHUbnxCgZOjGM0iyab+Q2bn92B3f7w9CsNtRaBnFzJASvZoTFZYPLRbIcOcjNsSDaHUOpYRoJyzweuAH3VBKBqbuY7h8nY2kC3oQPKTaBaJbMQLIsFjMZhk9fWnlxjoy2es/fff8e+u7dRbfHje7/8z+he/x9/Oqjx/ji+qfofPQB/vGDYdz7p3/Cg/FJjEdTCAV8CEw+wOOBT/C//boX026qA5WtkeUYmZ/Frd/8Er0Tvfj4kzv44jf/gvtffoCPZv3UQc/SjCBxefJJQ0v7MDk4iu73fksGaid6ImSkaMquv3ftiUo7vMOzalqaOJDbjqIUhVhth6A9lsEGHq+UyYuqtLS0wG6364YdP3M3NjZGgyQhMl7TyNB3bI9VleKFgBB4DoGnrzzPSShRQkAI7CgBES4EhMB2EmAbajoKxyknknED0gMx1H/TiKlJBY7mr+Pdv/gm3r3cgqayRpz/y3+Hvyy7jbudo3gwlljUIoFsdhSf9UzAF5qkWS83urqTCMXs+FbRFD5LVoLm5nDcNI/xeAzz02OYKv4znGisQkP+oohFz2xVoRqUxaMXe8a8QhQea0NRWS6Cw49xM9iB9opatBXYYQ1MYnagB4+9FmgZmnczm2Cx5cBhTUBLDuHWfSA0HUNxhR0pexESyXK81FqF6hIFJuOysilvOkwG450RBBIxJA1maKoDDrsVdgugKsvSHpZd+k5kNZBxwjtbrBTx4ffeGU0KlEPUk7KTQVdTU6OvmNnU1KQbcw8ePMDt27fBt2Ymk0n6XRC/LeKT7EJACGw/gUPUFG0/HJEoBISAENh/BI6eRjy7Eo9koKXW35nkiTrPtBGuqloUtdaitDofJ+pykaAZuVDfTdy98Tv88fNbuNk1gdGHj9DdPQp/QkPGYFgAnIggO3gD/oaXUHv1+ziRY4J5sgvD1ipcaHeguvQ4GvPzYDOkMJO2Ib+6FY01FSh0WWimbkHE0n9FAdhhlc2Za0Am5UbP/Ye4PwYk0kDMO4Lxx12Ymo4jv6EZLaYuPOrvQtfMPKZ9KQS8USojjLA/gCjNLqaiswh4vPBGCtFWFUMok0BUzSddVNhSo/jyQS+GPFld9hMV0glkQtPwZGwIJUKIRBLQwmQkBkbxYDKEeHrpeb4nOQ78DhtfBjLC2IHOyZYrpND3cTvkbFmR7ROgqir4fXc2mw2FhYVgA6+5uRkFBQX7Wd8QAAAQAElEQVTgZ+3u37+P4eFhBAIB3eCDbEJACOwbAuq+0UQUEQJCQAgIASGwCgE2iFSytRR17R60vbkRZcXFKIQTuTm1eOutWuSdOIuGymacOd6E9vOnUFV+CpcbmnDxagta2upQXkwzYrkOOIvLUNz8Ei62lKImr4g6sOVobS+A4mzBmdM0m9d8HG3HWnHpYjPaz51Cce1ZXGmrxrFTx1HZfBGtFe24cKIQJXlmMrbW1nGVqsFZ24SalhM4XluDjm+8gXq7DU6LA/a8WtTWtuPa+Uace+UUqsvr0HGuDR2vXEbr6Zdx7fhpvPtSE4rzalBdV43G5goUFVfj/Nsv4Xj7MbTUVaCpvRUNJ4+jqbIM7V9/E0WRSUw9uoM7t+/gXucYhmP1OHv5BMl8BadaWnCmthStJxuRazPCwNBXU/gAh3GV+HukPud7tLHqbexcb0z23qZWFAVmsxkulwslJSXgRVX4XXc5OTmIx+OYmJgA35rJhh7P3kE2ISAE9pyAuucaiAJHjgAvLX7kKi0VFgJCYNMEVIMCs34L49oibPX1KC4qRD4c1BGtwssvV6P0zAlU5BWjqawE1Q2NsOe04Hx7My6/8xKuvvEKLp48hrbaElS2d6D13Gs431CEclc+8vJL0NhWDKX8Ek5V21BoN6Ooph4dV8+SgVgPg7MNTdVOlDXXo6z+DE5U1NMMGcigw4Y3S2ktqlrO4HJHB17+3suoL2zAiZZWtJ85j2PH2nCKZherLr6CjtZTeOnKSVx4lcLPXMGZ5jN45+VWlOZVoLq+CS3ttagoyUf1mWs40dyCNpqZLG9sQlX7RVw72YKL33oFNTYDlEhIf0YqnFCQdrThwtlGqhfLb0ZHQwWaT50kHWxUl8NrsGz4JK2RQSFE9Fkj9mAFP09bo9FIvykX2LDj99zxrJ2iKAiHw/qCKnxbps/n0409ee7ueSQlTgjsLAF1Z8WLdCHwLAFFUZ4NlBAhIASEwFoEslnwIhfkrZXicIQrBiD3LC6dqEZrpXXb65TfcA6nL7+G115/DS9fPksGq1WMt22nfHgFKooCnr0rKyvDsWPHUF1drVeWjTqetXO73fqAAc/ciXGnozmM/6RO+5iAuo91E9WEgBAQAkJACEDLAMlEBmutIHmoEKlGWC0qnlrUBLIJgf1FgJ+9y8/P1427M2fOgG/L5Gfturq69Nsy+b13+0tj0UYIHH4C+8uoO/y8pYZCQAgIASGwQQIGulKZydDh2zA3mHVfJE+nswsrLu4LbUQJIbC9BHj2rqqqCufOndNn76LRKLq7u9HT04P5+XlZUGV7cYs0IbAmAbpUrhknEUJg3xIQxYSAEDhCBBQFCl2tFOVg1pkX5lCUA6r8wUQuWu8iAUVR9NsyHQ4HeDEVNvD4+Tt+fn5kZERfLdPj8SCRWHpdyC4qJ0UJgSNEQD1CdZWqCgEhcPQISI0PAQG+7TIRyyAa0jD0OIKe26Htd7eeldm9Sthzy75JMjjPklvUc6Q7ipAvDc9k8iu9Oc1i/HNlvigNy2H3onQU372kH+3rZa4nH6dht5RnC77O80WyOJ4dl7Pk8/5yx+HsloetY39iIIbQfBoBdwr998LoYRkrmaxDDrPrvR3GSFcUsXDmEPzCtq8KVqsVvJBKWVmZvmom35aZSqUwNzeHyclJLBl3bPBtX6kiSQgIASYgRh1TECcEhIAQEAL7lgAvkJJOZhGPaJgciOudae5Qb6cbeBjB8OPolmQPPiIZnc/KGO+LIxTQMD+XeiJ/mAyC7dCfyxxaWebK48WyVqZdjw6cht1WdWW2gw9X57NcNtdlaB3ngdMMr1HP5fKW78+OJfSBgZA/jbHeGLhegzRIwFyWp1vXPhnqU8NxRMMaMmLXPdN28Lvu+D13jY2NYAOPV9AMBoOYnZ3FzMyM/p47nrmTBVWeQScBQmDTBMSo2zQ6ySgEhIAQEAK7QcBgVGBzGWB1GFF7wonmc7nb687moqHDhaazOU/JbTm/sXIaTi3K4HzsFvWsbrXDmWdEYaX1ifyNyl6rznqZp11P5OrplpWtHy/q0cj6nfmqjuvRgdOwWy5nM/vMlhm3XHg+0ybSr/HMYn3WqEczhbM8dhvRpaLJDke+CblFZjQSM67XQnlfMVmXPJ1nDmrbnDBZ1aOxgM8Wfug8c9fS0oKmpiawsTc6OqrfksmrZfLzd5qmQWbutgBYsgqBRQLqoi+eENhxAqqqgkfrpPGGbEJACGyQgKIA/K66/BILGUfb7Kos4A5/cbV1S7LLG+0ornlWBsu1OQ2wuwworNxe3csb7Cipta1LLutXsop+263TavKYATNeLW55GOtXuo76cDqWuTzvi/ZdhWb9O2SxG1BQvnAeSutsKCP3orzPxFdYkVNsooEGA3jQAbK9kAA/c8czd5cuXUJubi7YuOvs7NRvy+TXILxQwAFMICoLgd0koO5mYVLW0SbAt1nwiJyiKEcbhNReCAiBDRHIZLLg2y/Z5wVTVFXBtjsDyWS3Fdlr5OfXz3Gzx25P9Wb92G2ljpvNy+Wye1F+TsNuPelelGZlPF16+BzobimOy2K3dLxOn2Xw7cDpVEZmmbC+TVEUGAwGfVGViooKtLW1obS0FPzi8vv37+tGXjweF56Q7QgS2JYqi1G3LRhFyHoJyCzdeklJOiEgBJYIUF8QqgFQFOqVQzYhsD8IGE0qfS/5O8luf+h0ELRQFAVWqxX8nruSkhLdsMvLy0M4HMbg4CAmJiYg77mDbEJgwwTEqNswsgOYQVQWAkJACBxgAoqi6J1nVa5YkG3zBHjBHY3fGahlNy9kKSfZcfzuRAPN8tHXcylU/A0QUBQFdrtdN+pqamrAhl0mk9EXUeEFVebm5sDP3Mlg8AagStIjTUAukUf69EvlhcDTBORICOxLAtQbpw/YPaMfBWaTEURplD+aSIH67JQkA2QSiIUjiCfT0Pvw2Qwy6TgiwTDiqQyFZUkeO0quf7LIaBq0dBpp8qlvuRBKx9lMFvxHGfizEM5hVLZ+sJV/WU0vN00qb0WMnpf10ZJIUYVJPT1I/n1FgM9jRgPo9IJO6FcRm9xj3LrbZH7JtkCAn7e32WyorKzUF1Ph5+1CoZA+Y8fGHa+aKStlLrCS/0LgeQTEqHseHYkTAkJACAiB1QjsahgbWOlkhoyfZ2dYspk0UjO96O/qxuCkB/MJNpISSIbGMdzVi7FZPwJJNtYiiPnHMfCwBxPeECLpJNKpNJJxlskuiVgoiKDfj3A4RoYfVzGLpM+PeCIBjcpJU54Y6cEGXjKehLYdlhgZpPFYGP7EQnlsJPDes451XB5KWuhBWWQIkKaRVZhJIRslBjENhGF5YtrPPjFI6eBIflSaVTNZFJjMCkAfbGUj9nz+aaxgy6K2osZhy8vGXXV1NXi1zOLiYv39dl1dXZientZn7fi7ftjqLPURAttFQIy67SIpcoSAEBACQmBHCKgGUEdc1W/BXFlAlgyzQOcQ4nkWTE8NY+TBpxj29OGf/3EASqEN3gefo+feB/h8sA9/+sMonA25mP70fXT1foIvR4Zw776fRNL0DXpw/94ExsaidMwfDdnMPO7/6h9wr38IM8EhjHR/iv/tNwNIpedw514fpqZ8nHBLTkvGkEjEkUhTefEoQrEkUmygrZCajocRpziaeAR4di9JaSNJpBNz6Hz4EHfvDSAW15AK+xFLJhBLZEBoyBDOUJokkIoiEk0iSbOUK0Tv8OHhFZ9OZcmgzmJtQ/zw1n2na8bP3JWXl+PkyZOoqqqCx+NBby8N0oyN6cbdTpcv8oXAQSSgHkSlRWchIASEgBA4SgQWp1UWvadrriGTIGNs4Dr6pubhnU/A4B2Cp+w08gtpxL8sjkyoFz0TcwiWdqCkoAJt5UGEo0GMzCYRj9MMl34vXhLzw3fw4MYt3OuZQlCNAcFOBF0GTE6nMT8dhjHphjrfiz/1ejE9HyWjiY3Bp7XZ6FFsZhIz4114PD2A939zB3OjkwjFEyAzbFEU6xeCb3oSQzc+xqN7H+OLoU588v5DeGaH4AkH4A3GEInEkYoE4X18B8OhSdx90IfR3ruYnb6FD7+8j4/+OISpoY/RNTiEYar3onDxNkuAvosmiwp+nYFC+5sVI/mWEVi2qyiK/goknrnjGTt+FUJRURH4Vkw27ngxFX4Ngjxvtwya7B55AmLUHfmvwO4BUBQFfO88ZBMCQkAIbIDA0rNQq8+IcI/aDldBFSpzMrCkZzBBM1JpWy6sZgfy7RmoiCKc1JCx5cBOYQUO2oeGWOppJUzOYhSWlaO0KAfmRIwMpPvwOk2YnnXDN+NGxupAblEZTDOdmI7QTJn2dP7NHBkzKZpNyyJGsmypEXR1j2KOjLT0krAs7aWmMNw3iumhQcyNPcLw9CD6tCLYHC5YrRaYTGaYjCaYDVlYMjGENQuM4Wn4RgfQP9gPv/8Rvhz3YsoTphk8rvuScPG3QkAWSdkKvfXlVRSFvuNWfaVMNu7YsGNDLxAIYHh4WL89k1+DANmOFAGp7OoExKhbnYuE7hABRVEgI2s7BFfECoFDRCDNC5QsWnEZ8tPpFKjxWKWGi0ZdXhXyzGTAqWmEzIVweR5garoP3VMakoYyVOTaYHE/xMjUALqmVBpgMiFH9cM/3Yu+/l6MeGJIqg44cswwGyPwznrR1ZOBq6gKpSY3ktFpzCg5sJa14UReivJnQBqtos/Ggqw2C6w2J5VpRWl+CtOTs/BH41/JzlIp0TGMzwQwH4siwc/gsdFqNiKVzCCdJYNOIYtQiyFKXm6uC6qhAFVlKggh3B4jakvTiKWDCMVsVJYdTodxY0pK6lUJpNNZZHgiddVYCdxuArxSZllZGXilTKfTqd+Gybdlut1ufcXMVIp+K9tdqMgTAgeIgHqAdN0lVaWYnSLAxpymaVAU7oTtVCkiVwgIgYNMgNsJvq1qfn4ePALPbUYyGUckFgFU5dmqUZDRpSAyN4SJgAkJ5xm0ldWhOXoT/YO38PmkE1nHWVysKkJl6CYe9t3E9elSuOylaLT5EBz/Eje+/BwPxtKIuPsx2nMDNx/cRqc7gHH7K3ip7WV8uyMXxQUq3CkHcnOsKO54DWdrSlBm3wbjyGSBmRfvUBPwpipQlWuGMRtFOOynjqofQZqRCAdiMOSXwJxLxl9eJXJdVaiYuY+JvscY96WQzSSRTQUxFaROrS0HTpMKV0M5bFVNyC9sR3vDGZy2a8i1qrBYDDAa1Wc5SsjGCGQBNqp5Nc0s7W8ss6TeLAFVVfXXILBh19zcDLPZDDbqxsbG4PV69TZDFlPZLF3Jd9AJSMt+0M+g6L93BKRkISAEtp0AG3T8vMzjx4/1zhrfZjU7O4fZ2elVZ+pUix2Fr/8Yb738ffzku++Sfwa1xY24/K/+I7791l/hb372Lbx68Thqazpw7a/+K3z3tR/hv/ibb+Bi2xWcu/ht/PT/8d/gX/3V3+Lbt2WWugAAEABJREFUZ17DD//d3+Jn//E/4kff+gG+c+kifvyj08jNtcLe/jWcuvwzfPvUebzSZoTBVI5LF0+gqrJo6/UvO4aqhvN4s6EZl7/5NXz9p99FTXIUgx/9Er/9zS/x3p8+x6eBV/D6Wy/hWz/7t3j3a3+F712+iu/8q+/iyhtfw+nqaly8cg3XXn8VxxurYOj4Ol4ud6DE2YzTZ87gtVdOwll8QU//8mtvoa2mHIVWyLZVAgpgtRtgNIEGKiHbLhNQFAVOmq1ramoCP29nMBjQ09OD/v5+RCIRmkGVKdRdPiVS3D4goO4DHUQFISAEhMChJiCVWx8BvpWKn5PhW6wqKyv1Z2Zu3bqF2Zk5FBaUgpePX1USjd6rigoexVeps6coChTVsHCsx9GxQm5ZmKLQsUJ5qDO4kI/2Oe2TYwWqqkDfFJU67hSv5+EQhY7Z8f4WnS5Tgcq+SmWQK2i4iLMvfxvvfv3beOfNN3G1yQWX1QhdT4rntLyv0L6isB7kVHK0D4V1BegIiqJApXBAIZ/CVXIUBtm2hYCyLVJEyFYIKMqCcVdfX48TJ07o3/Pu7m4MDQ2B33W3FdmSVwgcNALqQVNY9BUCQkAICIHDS4BvueSZOr6tKhqNwu/3g5+vs1lsh7fSX9VM3zNaXXDmFqKgoBD5+XnItRlgUPUo+ScEhMAKAgYaiOHFU/Lz88GDQbygCrcj4+PjmJycRCKRAN/WvSKbHAqBQ0dALhOH7pRKhYSAEBACB5OA3W6Hy+XSZ+h4xs7hcIDfVWWzWRGNR0CD8gezYqK1ENh2AiJwJQE27vLy8vQ2o6ioCEajEfxs7sjICHw+nz44tDKPHAuBw0RAjLrDdDalLkJACAiBA0zAYrHoiyCEw2GMUEeMn5lpaGhAYWEBorEwxKqDbEJACLyAgNVqxdIt3DxQxAbd7OysvpBKLBYDL770AhGHK1pqc2QIqEemplLRPSegKIp+v7vcBgHZhIAQWEGAV6xjY44XRuHbqGpra8EdMA7nUXeX0wlkskgnM0gl9s4l4wtlL/nr0SWdzCJDume07I7rvppeq4WtR+/labZDxnJ5y/efyF5kuzxuq/tPZNN3Rn8FgUZfo+06D6kM1nzOc8X3Ww53nwDP9HM7cvz4cfr9ZcArZPKt3dzOiGG3++dDStx5Als16nZeQynh0BBgYy6TydBguzxefmhOqlRECGwTATbmuMPFfkdHB65evYqSkhLw4imzc3PIzc1HyJ9G350gHl/3b8g9+nQeDz/xbSjPamU8/GQe9z/06nIefOQjmfP6/mppl4cN3A0i4E5hdjS+kP6zeTz6mPQhf3m6re5zPe/9yYtHy+TqOn/gXSh3g9yW9GG5XN+l4+30WTbr/Jh0fkhMHhHj7ZLPHO5R3bkMljnWFUbIm8L8bBI9Xwa2xKTrhh9DD0meLwUtLe802KZmYNvF8C2ZfEv3sWPHUFVVpT+jywupTE9Pb3tZIlAI7DUBMer2+gwcmfKlokJACAiB1QmwMcfP0PHoeV1dHfi5GL4VkzthvGR5Q3MlalqdqKi3wmJRoCK7IZdNZ5ChWZWN5uP0Ck3FqMjo5SnZLLLUgdeSNN2jZaDQsboOXSxWFWW1VhSUmnU5Sxde1ikd10g3bTE8uyVfIV1AM4IsE6wfDaKxz2Hr0XOtNFxPlpFJaVTnBRZrpV1veDatgZ1CDLOsK/ngjfz1ymB92K2ZnmSBzj2XwWmcuQaU03eotMYCg2GBtUKM2HH8hpwC2B0qqltsyKfzyqqL258EFEXRn68rLCzUX3/Ag0X8TrvOzk7dyEun0/tTcdFKCGyQgLrB9JJcCAgBIbCzBET6kSHAM/c8MzdHM3Fc6YKCArDjBQ4URYHNZkNOTg5cOQ7kFpnQfjkHTaedaOxwbMg1n3Gi5axrQ3mWymg6xWUtlNl8xoFj511oYXnnXGg+zXEvdlw+637swqIOJLOZZHF4y1kHyVmQv1TmZv1mknvsvBOtZ53EyYGmU05wGa2k82Zlcj6uJ8tkf4HHi+vM+Z7nmuk8smsihsdIP9a1ZZHJ8/Itj+P87JaHLd9nmcyc9eZw/g7weWi7lKOz4TBOs9k6NdP3gF1BqYm/vuL2OQFeUZcHjEpLS8G3dLO6/Ozu1NQUeKVdPhYnBA4yATHqDvLZE92FgBAQAgeUAM/K8bMtvOy4qqrgZch5JN1kWr2DbDQp+ixLRYMVS269flWzTZ9RWW/6p9PZnpRX2UhyWm1YklfZ9FXc03lerCPLWpBj1+VtNP+q6XX97KhutYPlVzRaddnVNJu0avr1siS5VSSjqtlOLGzkXly/F5XH7HRHsmuOkVzSdeF4/bKZH7s1yyKZzKKCynhemufGv4BRUaUFVofhgP4Kj57a3NY4HA6wYceOb89cGlji16dwuwTZhMABJSBG3QE9caK2EBACQuCgEuAZOh4Z5+dauCPFnSterY5n5g5qnUTvfU1AlBMCTxHguwF4tq6lpUV/jQobdjxjxytlynvtnkIlBweIgBh1B+hkiapCQAgIgcNAgFe1nJmZ0Vej42fmuHO11gzdYaiv1EEICIH9SYCf3eXneGtqavT32D169Ag82CSG3f48X6LV8wmIUfd8PhIrBISAEBAC20iADbrJyUn9ZcC8Ih3fcsmj5ttYhIgSAkJACGyIQG5uLvidmDzIxANOAwMD4Nm7DQmRxEeLwD6srRh1+/CkHFaVFEUB37/OrzaAbEJACBw5Ajz6zQYdG3a8Ah07NugURTlyLKTCQkAI7B8C/Kyd3W7XX6PS3Nysr5bJq/Lyu+24vdo/moomQmBtAmLUrc1mL2MObdls0CmKcmjrJxUTAkLgWQL8u4/H4+BnVvhZOn5vFD9Hx7c+KYq0B88SkxAhIAR2mwAbdlarFXz3ALdPvM/P/LJhxz4/C7zbOkl5QmAjBMSo2wgtSbslAtyxk0ZxSwhXySxBQmD/E0ilUnC73eB3Q/HKczxDx6Pi+19z0VAICIGjSCA/Px/l5eVwOp3gVXr5lsz5+XlwW3YUeUidDwYBMeoOxnkSLYWAEBACWyOwR7l5iXDuFPGtTEsGHXeU9kgdKVYICAEhsC4C3F7xAiq1tbXgWzD59Sts2PFt5DJAvS6EkmiXCYhRt8vApTghIASEwFEiwIsN8At++ZZLXmWO/aNU/4NYV9FZCAiBBQL8zC/fjnnixAnwK1cGBwcxOjqqG3kLKeS/ENg/BMSo2z/nQjQRAkJACBwqAvzOp7m5OZjNZjQ2NoKfoTtUFZTKCIGjTeBI1F5RFH3hFJ6xq66u1m/H7Ovrg8fjORL1l0oeHAJi1B2cc3UoNFUUBfxs3aGojFRCCAiBNQmEQiG905NOp1FRUaGPcvNCBGtmkAghIASEwD4loCgKeOEUfqcmP2vHA1W88BM7ec5uPSdN0uwGATHqdoOylPEUAUVRnjqWAyEgBA4XAe7k8MICvOIlv/8pLy/vcFVQaiMEhMCRJLDcsON9nq2bnZ0Fr+orA9ZH8iuxryp9KIy6fUVUlHkuAWn0notHIoXAgSfACwjwbZe8BDg/g1JcXAyZoTvwp1UqIASEwCIBk8kEXh2TF1FZMux4dV9eEIoXhlpMJp4Q2HUCYtTtOnIpcA8JSNFCQAjsIAEetOFZOl7pkmfolt71tINFimghIASEwK4TUJSF2zFbWlpQUFAAfnaYV8dkw44HtnZdISlQCBABMeoIgnyEgBAQAk8TkKPNEOClvrljw3l5hk5WumQS4oSAEDjMBCorK8Gzdny7eW9vL/guBR7gOsx1lrrtTwJi1O3P83KAtMqSrut1gKLy83TrTb+UDrIJASGw4wSWfm+b81PpFPj1BTOzM/rCKPyOJ0Xh3/uOK763BUjpQkAIHGkCBoNBn63jlTG53evv7wc/Z8d3LRxpMFL5XScgRt2uIz9MBWaRRYb+UutyFpsBObl2ZJX0utJnkSZY3MEkTz5CQAjsIIEsstDW9bvMYPXfezIVRUqLoag4D3n5LhhNxh3UV0QLgYNHQDQ+vAT4Obu8vDyUlZWB71DgVTH5lkyevTu8tZaa7TcCYtTttzNygPRhcytL3cAsGV/rcSazCofTSp3H9DqdRukyB4iIqCoEDiaBLP3Sshv4La/8vae1BBLJKBQ1g6rqcpgtRigySXcwvwyitRAQApsisGTYVVVV6e/k5AWjvF7vZl5UvqnyJZMQEKNOvgPbR4BG6ePJNOizqsxMOo1UPIFkNoNYKEANXRiReArxJJuHq2aRQCEgBPYTgVQcyWQS0YSGZIRm5rJZMgcBHo3mcO7U8IqXiiIW3X46baKLEBACu0OAb8XkmbrGxkZwe8hGHb/2gJ833h0NpJSjReDp2opR9zQPOdooAe7UZTLIaBlkQ30YnfJjep46ehyWIZ/kZfX9DKLzAbhHx+FORzFw53P0991H9/AcxmbSWEhD6ZfkUV76UG75CAEhsBsE+MF+XrUt8+Q3mIG+T8dPwt1jmJudQfd0AFOPe+HW0kjQ7zsajYGX8rbb7cjQD1eGaXbjjEkZQkAI7EcCirKwMmZTUxO4TeTbMCcnJ8Ft7H7UV3Q6PATEqDs853Lba7IegUnfFMY//yP+4R/vYGBuDJP+OKaHh9D7+Yd47w8PMJ6YR+fnf8JnX36BO0Nz8M7NA+N/xG8/S2Nm3IOUFkY4OIdJkvH3f38b/d4h3PniI3zw0T3cm4ivRwVJIwSEwFYJpCPwTfbjj7/+E74c8uDuZ5/hwz/exM2uIbg93fjoH/4Jf3zgxuyUB8HgNMaD85ig32eq9wb++Iv/E//8yUPcud+H3s8+xC8+HEYgnobcOL3VkyL5hYAQOMgEeNaOF0/hV7v4/X4MDQ1BFk85yGd0/+suRt3+P0f7WMM0fGEjRgMVuHChDqVWBQaasYMGGFJRJIITGPLFMDcZQiJuhqLyczZRZApcKCqrRWW+BebMHCY8AQz5K3DxYj1K7UYYocA/H8Tc9BxkOxAERMmDTiCTQIqssHlzM6p9t9E9OoHO7inMjs1iVskinVUwNTaFaCBIs/Im3anZENTSJpiTWZQV2FFckgslmgAmhuBNp5CEbEJACAiBo0tAURT92bqioiKwYcerA/M7PGOx2NGFIjXfUQLqjkoX4YeeAD9HEwkGkaVOYVwx6s/Keed88PsjcBrC8AQ0qGYzotEswoE4VDWNrN2F/Pw85DmMMBChaDiFSDCArBZHwjeHQAoIUw8zFQrIaD/xkY8Q2HECWQ1ZlX6NznIU2skcy1pgsjjgMmgwBeYxb8xBnH6jCcQQISMuGtRgyNBgzfwYvEkDssYMNC2NeT/gotn5SDpDhuBqWkuYEBACQuBoEbBarWDDjt/dGaT+ktvtpj5R9GhBkNruCgF1V0qRQg4pARVOu4rSwhRCwSji5lK4yFCzWVWoriJUVVfQ7J0NFU3VyM+zw2k1I6ewBDY1HxUVNthyS5CbU4Ha0lyUFaURJMV+ROEAABAASURBVBmxGHUiXXkoLS9BRZFDX4ThkMKTagmB/UPAYIHN5kBNiQGG8mYca25Gx+kmNNSVoiRrhLOsEnWV+XCUlcLucqLYbkZuaRHSngkYCgphs9thMppgLihFRX05nGQgGrL7p3qiyQEkICoLgUNEwGKxoLKyEjk5OeAZO148RWbsDtEJ3idVUfeJHqLGgSSgooAaqTNvv4rTZ1tQU3oG1y604Y2vncO5N99C+8VX8HJdEVpOnMIr147j1ZePofpYB4oMTbhypQgF9adQX9eIKxfqwDLOnGtBbfNlXD17Bl9/9QTOn2rQZ/IOJBpRWggcJALGHOQVluHKMSMZZu04f6UD1y43oq6lBQVNl/HNl9rx7usdqDl+FSdbW/G1C5VovHoVjqrLePfVi3jlFP1ez3Tg6rev4sTbL6Ehx0qDNwcJgOgqBITAQSVwUPRWVRV1dXVwOBzgZ+x4AZV0On1Q1Bc9DwABMeoOwEna3yoqpB5/jV7sNC2LVCoNBS9OCz2NAtmEgBDYTQLr+23ybznOrydJpmAyWWA0mknJ5XnpUD5CQAgIASHwFAFFUVBTU6O/oJxn6/gl5U8lkIOdJHDoZfNV+NBXUiq4MwQU3TwzkPllXpeLR9KY94TWlVaFmaSzM+yM8iJVCAiBJwQU+lWqMNH/9f2Wk/EM5mbmoWTNMCiWVfKZoFAoZBMCQkAICIGnCBiNRn3hlMLCQvBsHRt2sirmU4jkYJME1E3mk2wrCRzZY0XvvCnUgVvLaekMBvoH8fhxJ4aHR/Hll7cQDkWQzeAFeRWAUkA2ISAEdoGAQr82dV0umUhh3udHbk4ejIYFA05Z1gaA9iGbEBACQkAIrErAZrOBjbq8vDyMj4/D6/WCF56DbEJgCwTULeSVrEJgXQRGR0fBKz5x48UPCvN95QMDAwiHw+vKf9gSSX2EwEEmkE6nEY/HoWmafgsRjzof5PqI7kJACAiB3SagKIr+bF1JSQl4dcyZmRnMz8+D29fd1kXKOzwExKg7POdy39akv79f7/xduXIF165dw5kzZ2jGblg39Pat0qKYENh7AvtSAzbo2NntdpjNZiiKsi/1FKWEgBAQAvuZAA9wO51ONDQ06LN0/IwdD4BnMpn9rLboto8JiFG3j0/OYVGNl/I1GJ5+No5vPVgZdljqK/UQAoeZAC/DnUgkkJubKwbdvjnRoogQEAIHkQAbdi6XC42NjfodEDxjx4NmB7EuovPeExCjbu/PwaHXgBuolbcURKNR/fatQ195qaAQOGQE2KDjh/r5fUuKIrN0h+z0SnUOOwGp374kkJ+fj4qKCv32S37Gbl8qKUrtewJi1O37U3TwFaytrcXs7Cw++eQTfP7557rPjRffdnDwayc1EAJHiwAbdfxAP/9+FUWMuqN19qW2QkAI7AQBnrHjhVMKCgr0WzF5LQJ+bnknylqvTEl38AiIUXfwztmB07i6ulp/LwsvqBAKhVBeXo6mpib9IeEDVxlRWAgcYQI8Q8cdDb51mp+nO8IopOpCQAgIgW0lwG0qG3V8azuvhsmO29xtLUSEHWoCe2TUHWqmUrkVBPh+8bq6Ot2Y42fp2traUFxcDJPJtCKlHAoBIbCfCfAsHevHq7UpiszSMQtxQkAICIHtIsALUPGMHfeV+P11PBDOA2nbJV/kHG4CYtQd7vO7b2rHo038bN2Sy2az69NNUgkBIbBvCLBRx79dHlHeN0qJIkJACAiBQ0SAB8349U+89gCviMk+t7uHqIpSlR0iIEbdDoEVsU8T4Iapp6cHjx49wsjICNjIezqFHAmBrRGQ3DtLgDsVkUgEbNjx8x87W5pIFwJCQAgcTQJ8e7vD4dBXxPT5fODbMOU1B0fzu7DRWotRt1Fikn7DBNigc7vd4IUV+Fk6fsHm9PS0vnzvhoVJBiEgBHaVABtzPAjzwQcf4Pr167h37x6GhoZ2VYdtLkzECQEhIAT2NQE27Pg2TH5UJRwO64vN7WuFRbl9QUCMun1xGg6nEtwZ5FXyJicnwQ1UUVER+Pk6XiiF7xUPBALyWoPDeeqlVoeIAM/OsTFXU1ODS5cu4dq1aygtLcWXX34pv99DdJ6lKqsRkDAhsHcEeHE57i/x7e5+vx88IL532kjJB4GAGHUH4SwdUB35dgG+bYAf8uXVnPi9VhaL5ckiKcFgEHyv+AGtnqgtBI4EAZ6l4xfilpSUoKGhQV+5Ni8vDxzGv/EjAUEqKQSEgBB4HoEdiuOFU/gddtzW8mA4D5TzgPkOFSdiDzgBMeoO+Ancz+qn02lwI/R/sfff33ElWZ4n+HmuFbTWigBBrckgQ2ZEZERGpBaVXVnVVS2qZ6anevvMzp6ZPWfO7l+wP+2vszt7Wlb1dFV1VWWlqIzMDC0Y1BKE1hpwBdfa95oTDgIgQAIkSEK8B78we2bXrvjaE3bNnj9XAZ0aBKq3Xarv4qi3OqnfqVMBnXqzk36B2s69qNu21xHQNC230q5pD952qWka6lzWtAdl6JuOgI6AjoCOwJYjoMZQ6ikn9RhmfqJ8y5XoAncFAnpQtyu6cfs5oQI1NcOvHhdQK3QqkFNlarZJDQbVc+Jqxkk92qXKtp8HukUvAAFd5TZEQJ23arVdTcJEo9Hc6rpKVbmibWiybpKOgI6AjsCuQUA9fqm+X6e+wjIxMZF7WZV+7d013buljuhB3ZbCqQvLI6ACOjWrpN7gpB65VN+py9epVK3aqRenqAuTGiyqMp10BHQEth8C6vxtb2/n4sWLuRelfPrpp6g32XZ0dORW8F6MxbpWHQEdAR2BvYOAGkupR+DVJLh69F1NrO0d73VPN4qAHtStg1QskmZqOMrtzxfouhjYNN35YgFFT9I230bpvrNJ/UrnjU/8OXtV/u5XT2Z/3oYnTbsvhRi4EWdhopCB6/GcPeNd4B8roOvrYG5/tt/CxD0DPZfDuf0n1bVeu1uCXR6L9XiepFz1ieqbu18FuPGxH5U+iZynbXPnywX6b4YIeJLrHMV6sY7A0yOgfjOps7OT1157DRXgqdni8+fP09zcnHsE8+k16BJ0BJ4hArpoHYFdgICmaahrsXphlQrq9BfN7YJOfQYu6EHdOqAGvCkJ6mJ4ZpNEwlmikc1ROJR9onbL9URCGcKb1K1sDQczOXtVXtFymc8rH49pGHDgdJSRSppy9hgNTlzOcmKLWJoMhZiNhaST5lz9VtsWERzCgftYbKVshWkk178ZQqIjGt56HRuxN+BNMzceZ2YkRjaLvukIPBMEDAYDapa4tLQ0N6hYnn8mCnWhOgI6AjoCLwCB7a5SvQ1TXYfV9+tUUKdeNrfdbdbte74I6EHdOngnohniMli32I0UVVopqtocldTYKK62bbrdcj3FIqNkkzKUzrJaO8pmlS+uejobltuzmXxJjZ2KhgKqm4pRedW2vN5FTUsJKq+osrGAqqZCyuqcS2WqfKuoRPArrRMsNtl3j9Of6xeRrbAty8l/MRjbi8xkshqhhRToQR369mwRUAMI9ZuT6sdw9Uemny3WunQdAR0BHYHVCGiahvp+XV1dHeorLn6/P/f9utV8+v4zR2DbKjBsW8tesGGaIGO2GXGVWCitsQrZNkXl9TYUlcrg/0mposFOecPm9VY22ymtva+/rG5z7Z/U1idpp2xTpGx9kvaPa1PRaKdKYfEUfbCWDtWvql+U7Uq+Stfie9ZlRRUW7C4jRpMBNPRNR+CZIKC+9xqLxZiens69zVa90XZubg71oqNnolAXqiOgI6AjoCOwJgKapqFemqIexVSTa2rFbk1GvXBPIiCjwT3p9/Z1WrdMR0BHQEdgGyGggjcV0Kk32VZXV6Me/VErdvPz86gv7W8jU3VTdAR0BHQE9gQC6g3iylF1LdavwwoJnRQCelCnUNBJR2AHIqCbrCPwrBFQP2UQDAYZHByktrYW9ZKUmpoaSkpKGBkZyT36o1bynrUdunwdAR0BHQEdgQcIqJ+KUpRKpZidnUW/Dj/AZi/n9KBuL/e+7ruOgI7AXkDgiX1Uj/eoFTr1uI/6gr76or56A6YK6hwOB+otbGol74kV6A11BHQEdAR0BDaNgHqBVXFxMXa7PfdYvJqA27QQvcGuQ0AP6nZdlz4jhzIJ4mEv0yPjuIMJkukYEe8MsxNTzPhipDPqXR1pEsE5PO555gNx0lkpTPpwT04w514gnMjkZpPSybRihkwSdSFKZbJkRF7UPcq0O0AoEiMRjxGNRhYpTjLmw6vkeoOImGfkpC5WR0BHII+AmvlVQZ3f70d9MV99h0PVqcGEegOmWrVTM8R6UKdQ2S2k+6EjoCOwUxBQAZ16HF5dqz0eT+7lKTvFdt3OZ4OAHtQ9G1x3n9R0iGhghoExP77xWwzNjNA3PMPk8Dje+WHuDAUITfQxNTvN9PwEszOjDEwGyYQHmZjyMDM+xMTECD1jC3jGR4ikU6QXhpiZn2V42od/5B5D3gD+oAroEiQTUuafZnjISyTiYXx4RFYF5onEEqQkVtx9AOse6QhsLwTUYz3qBSlq4kWt0hmNxiUD1RvYioqKZNIlmnsEU/EsVeoZHQEdgd2PgO7hC0dAPTmhgjp1LZ6YmMhdi1WA98IN0w14YQjoQd0Lg36HKU6F5IKxwEyyBMP4b7je38XVkSh+t4+s7xq/vjLN2JXPGfEliBoTZBb6+frqGLFgP/PpQpLhGaYGbvLR14MM376KNxEnNXeZgZEeLnaNM3zjKmPWBooLHTgsRgzGIKHQJF1dAcj66bs7hMcfxmS38mBoucMw1M3dUgTUb/OlklmioTSRYDqXqvxmSLULL6SeuP1mdG2EN2dL4Ml82Yj8zfAseKM5XMwGp6yUa5LPSGogEYVYOEsqZkTVKb6gP/5E+G/EHtVHijbC+7Q8So+ip5WzFe2VHbFIhnQqu6XnjS5MR0BHYPcgoJ6gUI/Hq8fkQ6EQqVRq2zmnG/T8EDA8P1W6pt2AgCZOmCxmLBYT2ZgP/9QoU5NzOCoNDMwXUl5cRnvHISrKGiibv4Uvkwari5L2CzRVN1Dn6SYoMh4stvnwyuh8QjvGe03F1JS5sDmd2B1OCgpcOB2lFBS20WSbZNYzQ687hdEkAvTPnkcgLYNd73Scvmsh7n0d4N6lzVPX1wtc/cjH3YsLT9T+SXQ+qs31j/3c/sK/9bY8AT69V8NMdGfxjNhz9tz6zM/sgJXpPiN3vlzg1qdBAuMFMkmTovtyMMfzKN+etO7uVws5fU/aflPt5HjYFP8THHMbli99NnQ7RMCb3PPnug6AjoCOwNoIGI1G1OPw6gVW6jdEw+Hw2ox66Z5AYIcHdXuij7aNk+l4BP/sBLNlP+GlzjoON5ditlThTDrYf6SRYluMNElSJEhnU8SSdsxo8icuZANEyRAyVVAguw8OPCMG4TBKKzV0eXhOWhNuE61v/DFvHXZSGrrJp936RUtA2fOfRCxD/40QnrkkcTl4MnIpuMl4AAAQAElEQVQkbZ6MZDHKkanIIOmLp/QT+bH1dpusdlxFJRQUl3LfJiOl5ZW5fYWzZjRTLPuuwmIMZtszw+6+7q33T/mwmtK5Y+H56Fqte/V+NJpldiLByL0IMu+15893HQAdAR2BtREwm83U19fj9/sJBoPoP3GwNk57odSwF5zUfdwaBIwWO4VVrXLxaKSyyJabHSpuaKB2fwML1/qpbtSYGh3i8gcf09vfR7z9ME6DAW/Pp1z6/acMToco76ylhFEuXb7CJ7dkMJ4u50idgTpbL//w4dd8/eFn9E3O4svkbc5KJo5vaoLJ4SHm3D5imlHKNvnR2XclAul0FkehibJaO5VNjk1TVYuDhk4X1ZI+SfutbqNsqd3n3LQfj7WjefPYVDc7qW0tyFGVYFvX4aShoyi3X9Mm+QMF1O0rpKbVRfUTyH+szaJT8dS0OqkWUvlnTep4qHqGvmzG/pIaGzaHCXWMo286AjoCOgLrIKBpGi6Xi4KCgtz3nFVgtw6rXrzLETDscv9097YKAVMhrtJGjnRWSkBnwWyUtLqKloNNVLYeoq3UTk3HUeqraigvrKCiqomDhxqxFUldUyV1NbXU1dXT2VlPZccxqoqKKK4/QlNdK4caKmls30dJgROnkNVskvnyAlzOatpkgKseLzDb7DjKO6it30d7hWWrvNLl7HAEDCZNBr5GnEUmXCXmTVOBtCmutFBQ+qDtk8jZqjZFcmwXllk27cdW6X+UnKJyyxJOCq9iwe1R/FtVp3QVlj2f/lHHw1bZ/bRynAUmLHYDBoOGvukI6AjoCKyHgKZpqHGSeiNxPB5nYWEBfdubCBj2ptu615tGwFwsA+d6DtSByahaV1JdXUl9Y7mslDRz5lwbhbUnOHLkOGfPv8bRE+c5IasnxsKjnLrwGq+99SanDu+nubKE4oPv8sqJE5y7cIb9zbUSJFZR1vEab549wtGzp2iqLKPQUIiroJb9nQVysbJS1tRB6/HXOHzgCB1lBmWATjoCOgI6Ai8SAV23joCOgI7AtkFA/X6opmmon6JRwd22MUw35LkhoI+OnxvUuiIdAR0BHQEdAR0BHYG9h4DusY7As0fAZrNRWFiY+06demnKs9eoa9huCOhB3XbrEd0eHQEdAR0BHQEdAR0BHQEdgb2HwFN6rH6zTj2K6fF4nlKS3nwnIqAHdTux13SbdQR0BHQEtgSBFDHvONPjI4zMhUlm0iTd/Qx1dzM8OU8gESMZnWfi1nUGJ3z4Y2ky2QxpKY8EFwgKReILuMcGGO4ZZGQ2TCqTJZvyMjU4yNS0h3B6SwzVhegI6AjoCOgIPAYB9cIUu91OIpGQ63MQ/cfIHwPYDq5ey3Q9qFsLFb1MR0BHQEdgDyAQG77G4PQck4F5grN3+OKWD1/3AP5MjNmxfka7vmYgPEPvYIqU+wY3b3bR3dOFTwK/e2MpGTikSGfnmJ4L4J6ZIey+w28vTdD31RW80QBJk9xilt5kuwcA1V3UEdAR0BF4gQioVTqHw4HVasXtdqP/vMEL7IwXoFruuC9A6w5QmUpkCXmTzA5HGLoVZOhmYEM0eCPAEi22UfvrtV+rLl+m0jyp9iqv0kfRoOhUlOdRbfK0okz48vsPp/d9XS4nz6NkLeVFhtpXfAOLfqs6ta/KVT5Pal9Rfl+lal/xqvxqUuW5epG7uu5R+6pNvn5JhtiZL1Op4smRlOd4FlNVtxHKtRG7lmSovMjIt1XlKq/SPKn91ZSXky/P8S6Tky9fL53oCeOdjhNTSyHqlx92wHmlm7i9EJgbmiAQ17AWFWAnxNidfnzTE/gSQWamp3IreL5MRAK0YgocNhJTI8xP3GVsvo/bt3voGfUSTvjwB8MszM0Qmu+neypCYPweUwthQmkNk/7yxu3V6bo1OgI6ArsaARXUOZ1O5ubmSKVSu9pX3bmVCBhW7up7eQRikTTzkzGGbge5+aGbG7/fIP1O+BQJ/02hDbdbzrvY/oZKFS2ve0w+r/O6tFO0noybUr9p21Sb34p/izYoGTl9Un5dynN5qVPlq2WrOkWry3P2SZvV5XnenA9r1K/mX9oXW/L5tezI1+XkKt7ltEE9Obmr2uXK1mqv+JaVK72KlB1rtlnFr/jWo55LfqYGIgR9SbLylz92n2uqK9vRCMz5zTjtLurq6ygsrsblGyIqQVwwMI0nBnFjCSUWA0arC1f1SZrsWZxZP964HHfzY4zPhUlkMmRTUcJevxyLUUobyqhpKSUdj+LzBAlHk+ibjoCOgI6AjsDzQUC9MEUFduotmNFolHRafwb++SD/4rUYXrwJ29OCRCyLjFswWzQsNsOGyeowkCO74UGb5flVsqxr1Kn2OZ2r6tbizfGtkmmRQVg2q6HIaBb7Rc6G2y6TZV2WX9IjslbkZV/xKVpe/pA+4VO/ubTEsyh7RbvFsjyPqlOU399IuoSdkrWoc7UMtZ+jxfqNyF3BI+3y/qlU0QrfpH4Fv7JFyGw1kM3I8Z4FoyxfrGgj9Wu1eVSZWfoZ6edYWGTqHx2BJ0DAYQyTzkSJJCIkklGi2UJMFFNVmsZZU4G1uIEK9R25dIJk3MOC5kIzFlFbUse+l37Ed18/QE2BHauzDIulkgLNTmt7MaVnfsY3T9lxxCbp6fOjNp10BHQEdAR0BJ49AgaDAbvdjvqJA/UWTPX9umevVdewHRAwbAcjtqMNZqtGdbOF898p48f/tp6f/E9PTn/whG3/4P9azx/8z0KSbkb/t/9VDQ0dVur2WXn9JxUoOcvb5/Y3KTPXXtooe3L55T5J+U//b/X8RNKH6pbzrco/1g6Rt6a+VXIepXNN7JfJVfXKDkWPkvNQ3TIZq+uUTFWmZCr7Var2f/jnddS22Wg+7OS1H1fkjql8napXeUUqvxH65j+tZP8ZFzanth1PId2mHYBA+5ECZob7+fAv/57rV64QP/ESDrMDR9l5DpcmqUjf5ctxL/NX/xN/95/+HfeyDgy1rRg9I9z7/f/OX/7F/86HXTPMJxxU7m+h7mA9o7/8mpGvfsGli5cZ8QbIOK07AAndxG2EgG6KjoCOwFMiYLFYKC0txev1ogd1TwnmDmquB3XrdFZWVlQyaVlSkXpnsRFXsWnHkLPQiMlsENKwu4zsJNt3s63OItUvGmZZ/bVvQb8oGWq1TtPQNx2BJ0LAXHeWk6cv8MYb3+TMy9/im8dKqH75FVrKamlpPU7boTc403ySb/2zn/DWd37Mm6cO0NZ4gPqOt/nBj9/jrTff43jjCc4caaD9UDMV9cf4xmud1B88x/7j3+Ol48c52OBA33QEdAR0BLYeAV3iegiYzeZcUBeLxVCPYOrfrVsPqd1Vbthd7mydN2qgbDBoucfk0DcdAR0BHYHdiICtkqrqWpqaW6mpb6VRJq8c1TUUWq04C8opLGuktqiS5sMHaOk4QGNlMUXOIpyljbTvb6e1tZ3qYpFR5qKw2IXVUUpDUzmFFfWUV++jtqKSUqdpNyKn+6QjoCOgI7BtEVCPYFrlOq4ew1RBXTwe37a2PhfD9ogSwx7xc9NuaoKMSVZUzFbJbLq13kBH4NkjoCYe0Ffpnj3QugYdAR0BHQEdAR2BHYaACuzKysrIvzBlh5mvm/sECOgRyxOAppqoxzPvpxmyspPNZiVVJZBVb4OT/YyidJpMIko4EieZyiBF95l21P8sGfEjlUxx/4HUJzA+kyYrlMk3zSRzeIjYfMkeT7Ok4jFi0ThxdZwoNNQLKlSqDhpFKq+TjoCOgI6AjoCOgI6AjsBjEFBBnfpenVqlU6t1GRmbPqaJXr3DEdCDuk13YFaCkyxJWclW4+y0LGknZScp0UlKypS4VDRKMi2D82SSqN9HePwe124PM+2Tsh35Ztk0oYUF5qbmUS8nf6LALhwiHgoRUlGdBMHEZ5ibD7EQ2pGAqG5+AnpUkwTzA/30dw0xMh8npQ6ueJKUBHbpZIKsHGOSfZQAvU5HQEdAR0BHQEdAR0BHIIeApmkUFhaiaVrue3UquMtV6P92LQJ6ULde10rkosbVagVuJUscr9fDx5+4icczjPzuA7ru/p4r04Nc/Nony3RZBv7+7+ga/ozf3u7iH//2HgvdIyTqjPT+9i+5dOUGgy/4FfSpWIxYKJxbFUqlxNFYklQsQjSRkmBVVtAkKA1G86tyKRJRL+M9A9y52Ic7EiEhwCRFRjKZJJ1OkY5GWAgnJL3NlYtd3Loj2KyI1URGOEpYeKLZNNlEkMDMTb68O8nATGwlvHt2L8zovBn/zDj+oQ/5//3NABO//ZA+z21+f/UeV65MkV31qKX62Y2oBMWppPThnsVtlzquu6UjoCOgI6AjoCOwBQiowE6t0oVkYn0LxOkitjECelC3XucsDqAXk2VcGdRbhAIBCXpk6SQhK1iR6AKhZIxgKJXji/m8RGIBFiQA8ntjpONZLCUVNHc4yWRSeOdfZCCTpPvzr+m6eYXr3d18+MGXjF/6P/ltzxSTM31037vHF5/fZubO7/ldX5g7n33Jvb4e+twLjA5MMPTBPzIoAd3gpa8ZvPMR1wfv8MmlSXyTU4TiPjwLYYLBFAJNDov7/+LMDYwx3tfF6FwvH39wl7npUTzBEBE9ILkPEWniSYOsAqfRsgm8oSyJBS8DX15hXi0B15ez+mQ1mjXMVg2jkT25pWVCwjOTYOh2kFsfe7jy6/lN0hyXfzW32Cafri/j8q/nHsmvZOVI8Qk9yh4la3m9aqf2VZqjXPu5DduWa5trk7dftVWU31+ZKh2qzX1SfIpW8jyoy5ev5FE+rJQz/0h87subX/TpCdLH9dVS/aNkr/Thvk35snyq2qv8HMrH+zyqTGhDOoRv8Vh80H5u037f/VxNpoUIepMyWbj+Ka7X6AjoCOgIPAqBoqIi9KDuUQjtnrrV48Td49lTeqKeEFSDxmTiaVdBNDSMMvh2UlVpw2Y1SVCo8WI25UuG2TEPAQlAk5EQ/u67jI5Ps2CSyCA0zLx3nvGEEZPZy8jAEDfv+iRYBYfVDJEwvt5ePKkUnrFRZu7dZHx6nFmjHafDitFiwmiyYjaZMa04skR2LErKO4p3boCuUAEmi0V4VjC9GEi2kdZMPEQ4bsPkaubsQRdm4zx+fxB/KEsibZTjaKWxRiPSTwY0g7ayYo/sqZ8cCXrTuCdiTPaFGbsX3BSNdoUYU5RrJ/lc+ggZileR8Km2o5Ku1CkyVH2eHqpfJlt4Ru4GGbkjJOkKO6RO7Y/eE3kiQ+kak/SxpNot8qk2itZs0yV2LOMdy+m5r2s5/6jwrZSxikfJULSkc5ncZeXLZW42P7ooe2yFLavsWOQZFZ3K5kfpUDyr6x+U3ZerZIzeDZErF5l5/lx5Divxc1Fnvi6fqj4dlf5UvLmyxfY5Weu0yfGtUTc1GMEzFSfsT++RM1p38xkjoIvfowgUFBSgaVruhSkpGb/tURj2hNuGPeHlEzipHrvMyHJTevG3z4UUXQAAEABJREFU6h6IEMjSSbKBESZmx5jJWMkaC3EkE6T8I4zOjDGrFcjqiRVbrlGKdMrP9NAgA0MR0pqZgiJrruaF/cuayHA/qHIZNZJaAw2NZZQ4kIAsi8Fpw2B3YSdIOGmWlSMjNi2LxQhWOzJzPIvHHycUSJAVv00uExhMZE0OTKTJphIkZBXlgX82CgrsuGxpMokICYeTLGYh7QGLnoNMmrSxnKLKdl494pK+iOJqaZNjK0lWVkLjmZUgCbscW1myKlZfWbVn9tQRVFxpobbVRkOHfcNUn+fdb0fl8/RYGcL/SJ416teTXVhikvPJQFGZmYbl7Zbn83ZuNl0lQ9mwZPfqunY79UJL9Xldq/ny5cvTVTx5P1boE/7V+w/pEp71ynJtlR5Fwpfbl3Q5f65M1StaVbecL29fvizXbpF/Ka9kKFosz/OubrtUvshXt8+e60+b00h5nYXV9Zvdr26y4io2ywz7njmddUd1BHQEngECVqsVi0ykp9PpXGD3eBU6x05FwLBTDX/Wdhsk2LFYDdgcxlWqTJhSMWyej/n61ifcMVdjdB2gMSEBzuzHfHL9U+4VteOyV1NnteAsyJJimtu/+w2/vOUgZSxC4ide6BaZZ2b0Dr1eP+7Kw+xz2HFqBgy1nRSZDVh77zBwM4jr0AmO1Hjxuvu5O+sjXlhAZXMB7oG7DM6lSFQ0Yi+w4r92na4rXUyGTKQS8xLsTTHtjRINhwnnKEZSM2Isr8dRWkPJwOcMDswSS6UxmrQXCsX2UW6koLqR5vYW2moLMEnwb7AfoePgBV5r1djnnCKQXGmt+i5dIpohsyKAXsmzm/cMco46Co0cvlDIN35ayXv/ombD9L7wvv8va8iRyi/So2TkeKWN4snlpY3K5ylXJvX5dKlc+JS+/L5KFU/H6QKqm20ceqkgZ0e+XNXlSNrly1T6OFJt8jxK3+r9fJ1K3/+zB1gpPkWqfDk9Vsair/k2SoYitZ9PVV6RkqXSzZJqp0i1y8vM76uyPKkyVa/SfNla6ep6ta/aKV6Vz6eqLE+qTJGqV2Uqvxa980+rqJH+rNtn48w7pblj8X3BSPHmU5XfKL36wwr2HXNisWu7+TTWfdMR0BF4Dgg4HA7MZjOBQOA5aNNVvCgEDM9b8c7XZ6K0oZVv/U//V376/h/xP/z4Zc4caKXh4Dne//N/yx9+85/w53/wEgeaTnDu1Al+9C/fpvWH/zP/93/1r/lf//X7vHy4joIXjXpBPS0HX+U777zNH/7kHHXffp8jLifFlmYOn32N7//zH/HaD3/CtxtsnPvBT/nW+z/jz376Hf7Z/+VHHH7vv+OfvPY+/+P/9i/5zvf/kLdPvcuf/snbvPzey7SXHOSNt9/k9VfqcPpv8uHf/j1/n6PP6XdVUnziG7zcfIE//jc/4/Uf/k/89987wUvtjp1/SGyJByUcP1nBgYPOnDSjzUb5t97hYFmp9NVLVB29QJklV7X0T32fzu4yYDRrS2V6RkdAR2D3IKBpGoY9+ng1+qYjoCOwZQiooM5kMqEHdVsG6bYUZNiWVm0Do9Sjl4l4hngk/ZA1msEos6d2rBYrNqsZk9GIwWjCYs+XmTAaTKgTyGqzYLTYccgg3S55s8nAixuCK81mjr91mkOHWimV5Xir1YRBUpMMHjSMGE1mLDYrZqss18tgwmSRVMhmtWCzWzFZbFjNknfYZDlf6kySlzqzxYxRM6JSs6OMssZDvPTNt3hb6K1vnuJQswR1JjNmoxmryDFb7dgsJtnXWGfbY8WaHC8GjLL6lHNc+kP1i9GgyswYBDvDKqiEBXL/0DcdAR0BHQEdAR0BHQEdgTURUEGdeXGlTn29aE0mvXDHI2DY8R48Iwc0TcsNsI27bhXEQGltKYXFTkw8o81gxuIoory6miqh6mrR57BifkbqdLF7HQHdfx2B3YeAehGQesQ6u+q7tLvPU90jHQEdgWeNgMlkkol4i8wDa6ifNshk9AvLs8b8RcjXg7p1UJeYTlatNEzm3QeRQa0Wrl72WQcHvVhHYDsjoGYcM5m1XhaTRb1IRg2Is3LzyqSSZNSfLLyrF8tk02kyqRRpqUumIB324fN48S5ESQjPdvZ5ybZ4kEg0QXTVdy2X6h/KpEgmksRj4vBiXSIYIhFPsFNcXjT7yZMX1jJNxCvH17wPfyQlR6IYksqQkYMxqw5UOR7Xe9/ReuUiQf/oCOgI6AhsCAFN07Bardjtdvx+P+qlKRtqqDPtKAQMO8ra52ysfjN9zoDr6nQENoGAjIdR52hWvaFW7Sy1VaVxfN44kXCaRDCIf3IMf9bP3FxMgpoMMZ8MrqdG8UbmGZqJExgdYmJ8jKHxSeampglI3JNdkvciMlmyEpGmU2kZ+ENWBa7pjKRCyjAJBDLuAcZn/cwEhVf2UwoHMfUhXinLfTJxwSNKIChRoMjIimxP/wA+wSKeY9D/PTsEEsyMTDHSN8LEzAyjM2Fi03MEJTCf9/pZ8IZYcQiLIQajJpOKGgb9Ls2L2HSdOgK7DQGLxYJ6DHNhYYGMTGjuNv90f0C/Xax3FKhBj6xOZ2SglEllSe8wysoIQT4o+3ea7bvWXjmWVJ/IWH1r+kWWV9QAfr1DeLeXy8QjBvlnlNV0zaAtc1dOXHzcuOlhfCKGf3CA7t/8LfcyPXx6aZa5+QTuu3fo/v3fcGPqS/7yk3lGr44Qlb/5ubvcEd6bviwJJWaZ1OeZzaZTJCMRQgshIokU0UiUWEgCgWiMZDJBIhQiPPQ5N4bGuTcfIxYOsxCUVcZkhnieN5ZALlsPzE5GZWUvTjCWIZ2MEw2GGfziSyYnJog84NJzzwSBCOMeC4G5CQLDn/Gf/2GY6Y8+pm/+Nh/f6OX67Vkyyw9hsUFuQWTlT7L6R0dAR2D7IrBjLFMrdSqo8+srdTumzzZrqB7UrYOYTHwT9KYYuBni6u99XPmd97nTV790c/FX7jX1Xv7Aw9f/6FmqU/kc/6893PzMz/xkAvdUgp4rgSWe1T5ckvaqzeryrdq//FsvX/7CzaXfeLgieSX38gdevvqFR8oEz8UyVb5RUu0v/aO03aL+uPgrD1/8g5uLgttqG5Sui7/05HxYXZfbF/u/VrZImtt/jE3XP/Lhn0vgnozTezWIaqMw+kp0qFTtb4a6vlpgZjgmA3Q1/FvnQNaLN4iACaujlNajbRw+24BvKEA29aKiuhSTPX18+Xd/T/fsJf7yr6/z2X/+//DFF59yQ1YS58c+5j/8YpiByRli0S4G7t3i099eZ3b4l/zXz+f5+m/+HV9+9RV3PGmSy67wqWAPIyMD3Lrcx9hHf8Xfjc4wNp8koS/TbfAYeXo2o8mC2e7EZLWBlqL/g0vE7UaKTrZgZOWmYjwNbWWhvqcjoCOgI/CECKgXpaigTv3UVDKZRE3+P6EovdkTIfDsGy275T97ZTtKg5aV5eksiURWBk5Z4tHnT6kkMiuvrak7JlPrscgDm1ReDc5kEp9ELEs2TY7U/nq2JxKQSq4tf702my2PhhZtFJtybSVNpRCfMk+Gq7RPxBdlbkGf5PGJRTJi0yq5oiumaBnOOR8W9ao6ZYtKl5c/Kp+WflGk2uX4RH5K+jkuaW5/UfZG8kqGwjKzR2M6dUNKy8pUNJSW4/hpQdDQNCMW0lg1OTHsDpBVQF7IlsATMzAeqaet5hB1mluCMzuOkjLKzUliI5MY9jdSXlGKPTLBjHuIO4EUvmAhVWVWDLYKisvKqJa8dZn9xgIXFotGxBdiYMpCZ0MVNWVmbJZlTHr2mSGQCnnxhuwYiw7x/ZcLsZjGSDhtuOfT+MfDaM9Msy5YR0BHQEcANE1DvTDF6XQSjUZlfCmDD/RtNyGgB3Xr9KamaTJzb6S02kpNm4Oafc7nTnUdLura19ZbK+V1HQ/q6iVfv9+Z469qduAoNOEoMFJWa1vX7lrxabmMrfZRyW884ETZmpetypROVaby+fKNpqqNartR/sfxKVsaOp3U73c9hJPSozBt6Hy4TsmtbXPm8Fap2n8cVbc6sTmN2AtMlNXd7xfVVtmg0se1X11f0WDHVWLCYGSPbhqaQcNgUinLNk3yVgzebsYGv+bmnIcZewt12SKs7lsM9H/NbX8Un62GauFU3OBhvO8mX10a5c6kk8YaM0s/LyE8z/cjx4gxg8PgZXxmlJC5AM1WToHLRXGRRQIzCE1PMusOEslYZYVHwxgLEU1aKC6xYnaW4JIArtBhkjqWNk1Wh8xmm8gFm7bA9OQ0nmCSuEyyLDHpmWeGgNHmwlVSR21NHftq7BgMBVTtP0arM0FRcITgqn7IyjxFRs3YSPrMjNIF6wjoCOwpBIxGI4WFheRX6/aU83vAWcMe8PGJXNRkpGexGSiptFLdbH8x1CJ6Fa2hv6bVTq0Em3nbcoFnq4Nq4a9osGFzGXNUWvMI+4VX8edlbHkq8lXAUqPsyvsgZUpnrkzl8+UbTVUbRRvlfxyfyFKB83Isl+OgyuvaBde15Ehb5UuO1qpfVVbVJP0iQZ1D+qa0arFfNiljuW1ldVacRWYMRjlYN36U7xpOdY4q361ynhpXYKDwcMpKVQaLOSSrIS4KOk7Kilc1TZUZ8T9IWla9ivcdp7GgnsNNdoqbKyTQyZCMO0g6W2krB5NBWF/Ix0JluZPOVjOhWBBnfTM1La2UFhfjLCymqKWDmnSItLORmsaTnNnfwcmmMioryigtMMuEQTUFhQVo0SD+6WGGh+7T+BwYbKW0tlfQ2lFBKhLF1tCCq7gE6wvxcy8ptUgf1tO2v5bqUjsmkwV74xn2tx3hbHsZzZUa6z3tq8d0e+k40X3VEXi2CBiNRgoKCohEIvpK3bOF+oVIN7wQrbpSHQEdAR2BZ4aAJpKtHHz7m7zx7vf57qsXeOelVizGMk587we8+dZ3+d7r53jl7FGKa87yk1dlUP3ad3jr/Z/yz3/0Tb712n4KRYR8RM6L+GgU1zdz+M3v8tqJd/nOhQZOvXqC+sYGnJZyChte4ac/OM+57/wZ3zr/Db7/2ineeP9Vjh49xj5Zue04eYS6ujpMIQ+zgze4cf0+3Rux4Cyr4dirndS9/EN+8NIJvvPPv8+hA60UrOmmXrh1CBSwv7OYZpnEQTaD1UrxhfO0FhVR23KEsvZjlFikYtknN2khK9EqXVasZ3UEdAR0BJ4YAYPBkFupU49fptT3N55Ykt5wOyJg2I5G6TbpCOgI6AjoCDwdAs6KJjpe/gE/+NF9eudMC83l5qcTqrfWEVgLAb1MR0BHYEcgkF+p04O6HdFdmzZSD+o2DZneQEdAR2A7IJB/UUosnN6CF6VsB4+22gYNTTOgZmYVaZrsb7UKXZ6OgI6AjsAmENBZXywCmqZhMplQP2+QSCRQ9GIt0rVvJQJ6ULdZNLNZMpkM6uUC6rsO6VSaTDolg8oUURlcKnFp/wSTw0OMzXgIJNNSJJypMN7JEWbnvQSkcTYjA8Frho8AABAASURBVNHFL8anhSeT+0JFSmRHCAeRFOL+SWbGhxid8hJJ8gJ/sSiT+x0sv9fPosnik/55UgTkaFijaYZkPCbHUIhwRI4BOUZSiVTulcOZVJK0ev3wGq32cpEKUQxGuUFZDBiMexkJ3fftgIA6rzPprNwL5B4h6dPalEpmSajfFNwCWU9ri95eR0BHYPcgoGkaTqcT9fhlPL5tf9Nm9wD+HD3Rg7p1wJa4jVQiQzyaXhlMZeOEQgHujERJpnyMDk0xPzXCzPQwN+7MoLgjY8O4A16mJkaZ7LnLWGieriv3mPeHiErwlo56iS6MMjCbFRkRJvtUew/xuJfQzG1+f89LMJZmYWYSz9w4854ZBq51yQmoAsR1DN5EcSaVEt8SpJIpCR5lKKICUwkckukM6XQ6F0DEk+qFEkqolCVDuKcmGekZIyTBRUoC27TISEtgmhGgMtI2JoFpNjXN5PgMM7PhNb70n8kFv0kJVnJjlHRSZohSpGQnG/ETnezjnjtBJJUluxgkJwSrXCib440Rk7ZJGehkxcZkLEFa7MiKzVmxJZlMCH5JwV9aKJsyWeSjHLhPqkzsTIjPyk+JliAtbRLirzBmhdJSl06IDPErKeUZsU2kkc2kSMZUeXblsXBf8hb9j8rx4mN6MkBcbIhFE8wO9BHw9TM8Ocv4bGyL9OwiMRpoBg2TWcMgKfqmI/CiEdDkoBQbFhPJPfknJ0n+yefJhegtdQR0BHQE1kBA/V6dCur0lbo1wNnBRXszqNtAh6lBfkoCCEUr2LMpWUkL0NU1RjTQS+/wLBMjo8wN3eVOzwBzCQhNThNKR5mfnWTs1mVGvf1cvuMjaS+hoMCFPeMhOHeHy9cHGZR2V76+Rf/oHIGgD3ffbS539eCJxfB5PKJrlkBohruXukhK0CEh2ApzNr+TwTM+ztzUONPz84yPThGa6mbU7WUh6MEjZVPj0/jmRhj3J/FOTzDvnmB0bJKBO0PMDPXhlaDLJ+1986PMLcwxOSltfQvEY0MM9I8Lb3BVUJcl6p/HMzvFXCBEIJwkHpI27lGm59zMT88SGrrFtem4BMzzuD1e5mam8bonmQ7EmB8bxzM3wNjsHCMTHtzjo3j805L34Z8cYk5wnp53C6bjTEayBEXPQihEZCkulfVF/1AuOBobn8Tjnscnq2CJoBvv3BCT0nZibJrZkUHmveP09E3jmRpkVlYmZzwLeGfHRZ+HifF5ohJsPW0frD1IizDaN0bv3XHmPSFi2SRTvdcY7L5CnwR1s+LX6nYS00rAKdbIZ/PHwc5vofxPS+AdDaYJeJL45zdHPjlZvTOJXDvfnLRVtGkZco4oGYttlRwlU9Hj7ImF0rmVmIjYr9qty78oe936NWz2zSZQtGYbkfeoOmW7T7BZ3Xa98jyfkql48vtPlYqNStZaduTkSr1f0Tq+q7Y5vjXq1yv3KXmKFtuofc+0HB/LytZrq8oX3DLxI5NhajJI9akqexpSMpQsVp/4O//U1T3QEdAReMEI6EHdC+6AZ6ReD+rWAVaTmX/1kwbOQtPKe6rRjtVgpMZ7Dc/gTRIlRcSiToxuD2VlU1z2ZIimwyx4JpnyRZGYhKLwEOlDb1BeXkeZy4bNaiQhQc341V/w4e8+4NqYG4+sQi2EDLLSZeFE+irzKWmbiBD2TjLrduN21IFmWGkLm93U6D/Jvc++ovvOVe703uXjX/+e4a//Ex8OzjI7e4fue3f4/Ou7eHo/4ANZMbz64Wf0DAwwKStjnpk5Rv7x5wxKwDl48TMGrv+Sa/3X+Pj6LJH5GcKpOLK4STa7ehQSY+LuTbpuXmcoGGDKE8E3ITIHPuDi7ZtcGwiLIynSgnlm6hLXu/q4cesm4z2f88Wwh8sffMloz++42n+bD7+8zbWPPmYi0MOHH92m97Ofc6PrKjdGx4mNXeSL0Sh9X3/J8PQkXuWuSCYtq1xDP+eXl3q49NVlRnpvckv6xjfWzUT/P/DpjRv87jdfcu2jX3Bn+jL/6T9eYuT233N9oIdPr/Ry5+InDEmQ++Wn1/FIkJcXq0RvJcXdgwx33eZO7wxRqwHSbu5enSVrlOOt+eH3E2YloEnLymZGVhm30o6dIkt9py4ZzzA9FKPvWoiui4FN0d0vA9z81J9rc/eLAHe/CuTym5Fz98sFbn26sNQut//Zgsh9ULaevNnROAsSQEwNxlC2rMf3JOW3Pw+gaK22ys874u+adYLhzU/8a9qjytdrp2Spulviu8pvBd0QO5TMtWQpvJQfa9XdkX5d3idr8axVpo6B5eV3v1rgxseChaTLy9fL91wOLk0ujN6LLB0T6/E/rnzgVoj5iTgPTSzulBNUt1NHQEdgWyKgaRp6ULctu+apjZKR41PL2JUCDIKMwbg6OFGuGnGZM3QWTvPLT9MYizx4M5P0Tk5CcoY7NxdyQV55cQJXbSmmik6aLBYMSfWluAfhgK2omo5v/vf84R//CW911lFrHsfj66drLEpRcoSuoQTuaCFFVo3q4gyWjkMYjCZlwNOTpYzCyoO0lpXRmplnRjvE/oMNVGnzGGwGzEdPUHesFefsdfr9tZQU7uNIRRFlZlZssUk3mUiMyrMHadzfQUlREU5HIQ6bHesKU4cZiTiJGw/wUlMt+6oMzElgNRaQwDVuQEtqWGwu7IVOwqPDLPjG8RodZF2tdBaBUUuQThiwm8OkRPCc6QRHml7lSFEAs6mC8po29p9qpaCzCXPfpwyGKik0FFO3woYkpXVNtDY3UVHkJOBfYOz2FUbjGuKC+FWAvayJ+oZaioorqatvpMIZICDBak9fmvRCnNqOFhwFzqcMrEXVOp+C1pc5960f8N23j1GXSWOYn6a0Ps5MOMHAqCwBr2qnSRBskGNUHaurqvbEriZeGoSSsqIej2WJRzdPiThyvmaJxTLSXlFW0k1SPKtk5NolpJvUqZ6QssfZo1YZ1cGUkRXleE5/NidjdbuY+BbbrG9KnqK12qlyRWvUJURXBgPKj9V2KKziUr+uLVKn6le3e5J9pSOHoZK5hp0xCeZj6/iQlD5Iy8TSpvWKPKV3ebv7xxZr9styvnw+lSYXhMU30P/5Nuum4ntSJm3kENc/OgI6AjoCW4qAHtRtKZzbRpgaE20bY7aTIVkZaKVlsJiQwUN2lWHmAhslJ1vI2PfT5B6moLAC57mfcerweZr7PyIgI6Js6TE6yq3U22e5luqkcvAvuXLlN/yDrPbc6pklbTBistix21UAZCQ1OUsmmqb6/Xc59d03MY9PkPJFMFccobqqnc7Zj8hmklvzna7wLJNDV2VVaoYpRzv1mLGZjBiq27BnE2RuXqL38hzGtqO0FEwwPSmraSNTeGUEKvEOo3e/4la/F5+1BCTAnf5a9r+6znhQIxwYwzM/xrRfRjfktzpq7SEIX+MzCaQu904z5tYwRpIkoyECsrKZMkSYv9NLtLwSsgY0CaLImDG7NMxWD2OjMWKRYuqLjFRrN/jy9m8YyNaAVoxdVrKMlhIshlrq535DtLqaVGEpRpZvWdQbAI3Ca9CSJFJhpn1mHNE44Ug4911BTTNiMBrRNAP3+aqoKCymoSLKXDJFzOgiq5nQeDabZhR/LVasFhNGgwlK99Ny7B0OWGKUeroIZ1bqlck2NAnseGYWsb03TcMkK5pVLXbaThSw/2zRpqjzfDGHXi7OtTnwkqSKnlTGuQe6Dy6T+yibyhtsuErNVDbb6HwC3Y+SffBCMYrW5DlXzAGxcc068b9zmS/LeQ69Iu0eYaeSmcdzebsnyosNh18pIdcvYtNqGZ3ig6LV5bl9abueD7n6NeR1SJk6HvZL2zyP6hNlw/KyfN1a6b7ThRSUmSmqtNDQ6cwdV2vx7T9btKG6lqMFlNfZMJkN2/s81K3TEdAR2HEImEwmFGVkVjGpZiJ3nAe6wWshoN8t1kJFlcnIXRN0jLISIllVskSapQB77Wm+8fphGpuO0tG2nyOdbbK6c4ALFzpoPHWKpsoW9jW00XpAeCR/7PRh9jU10VIrK0vVTXLz7+Rok4bFVEDr8QMyeD9LS/NhTuxvpLT+DGcP13H4xCFqWw9TJytRh460YzYalmx4qozZiauompb2Do5eOEX9CbHXasPhbKOp5QAnRFdNywlONFdx/KUTtHcc5vDhg7z0zQu0nn2Ho7XNnPrGaxw+9xaHW49zqqOWitoqCiz1dOwXn5tsZBeG6LryNVdzNE5a9DUeOSQBUjW1FaXsf+lVDh9/m5ePH+LYkWYcDce50FZCdetZThw/yRnBpKmxnnIJesuqW6hvqcGkWXA4Sjl05gQNVW0cO9pKw8mj1FaL/myWbFqTILGU2sYiDIlxhrsW9d+8Q5fhAgdk5bSppYGy2n0cq6ngwCti/5G3eePkYV597RAdx45R6Wjlm2+1UlQnOmqbOHGsg2OviK2C1f7GEpw2E89mc9HUXEStDOKUfKPFRsPp12io28/+tjaaGqswa6pmGcm+JrRXYzqJ/slKvxvkHLUXmuScMm+KCsvMFFVYUGlhuTmXqkH5Zki1zctQ7dS+kqXK1P6jyOowYrIYsDqNj9Sdkym2PkrW6rrCcguKVper/Zw8qVf5tShXv4Y+5ZPyTdWv2U4wVDxr1W22TOlQspS+tdqqekWbrVuLX5UpWXlS+4rUfs6GNbBQ9Q+RBOhm6U+zTDQ4nuB4XC3PWWTCajOSO8eXnfZ6dg8hoLuqI/CMENA0DYvFkpMe19+AmcNhN/wz7AYnnoUPcryjBotGk/aweE1mT62NHDtcTVG9BF5VVTQWG7E4img9LUFG5wGqCwopKamlrKGTfSWFNBw7z4H2gxxpb6CurhFnUSNtVRomo4Pa9ibqDh6huraFJocJtCr2H6ij5eA+ysqrKCwopuLAEdSsyhrWsPFNtTZS1SE2dR7jUOs+Dh6op2BfB5VyctuMJRKcNUtwc4jGzsO0y8Ckdv8R2vYd5fjBTo6eOUTlvtMcbNzPqZdP0d5xlJaado4e2UfDviZKbZU0tbTSJMFgoQ3S6XSO1CNJrqpmGtuP0VHfQlttOe1Hj9DUcZqj+/exv7Uee+V+Tu6voryslfa2dvZ3tlBVXUmp1UFd2zH2HTxMc10ltbXV1HWepL3xGEfbyqhsb6aktIxiWVo1mCwU7H+bzppCSiwZMpk0KWWDrPyly0/RUV2Uk1lY3kB7WRntJ47TuO8MJzvbOXGsVXxoo8Raw6mTNTjL91FVViK+1FC//zj7GxpoqXJgl0Ebz2SzU13tpFwG20q80WSiUnAotLsoramjpLYOi6ZqdFoTgdXL6Wsy6YU6AjsLAf2w3ln9pVurI/CiEHgSvRYZ96l2elCnUNgdpAd1u6MfN+GFifaTB2hsrMa+iVabYpXVx4IqCfZeeplzQi+9dJjWqmKcmxKimDUJrK1UNDZQWNrJ4Y42DrSWsPZmkhWPUjrffJn6AhcVor/tyMu8JPrPnT3H0UYbZDdGAAAQAElEQVQXLplBX7vtTi6VYZ98drIHT2q7pmkYjQYsNgOGtSZf0DcdgZ2LgBze91fp9uj5vXN7TrdcR2BnIGC1WnOG6kFdDoZd8W8DQd2u8HPTTuTuo/JPPptuu90bGK1GGQQbtruZ9+1TIxurHadLrZKZMN4vffi/wYhmtmM3g0F7uHq3lmTlAE2nV33Zbrc6u4ZfWQSANco3XSQrveq7BRkBdIskbtqEbdtgBSaCuNrXQXqC7spjJ+kGW2czWXI/a7BBfp1NR0BHQEdgowjoQd1Gkdo5fDtkZP/8Ac2kskRDaUK+JDKGef4G7ESNus3PHQFN03KrVezBTZ2X6TTrnJ8ZUomsDIghk0qRjEVIqr/4/bJ0MiFlURLpVO7tp4n5IUb6Bxgc9xJO7EEw13M5HiMd8BEQnOUDScEn6McfzO2t10ovfwiBDPFIhNDCAgvBEMFIkkRM7i0StKUTcTlW42tOT2gyQ6WvQj8Epl6gI6AjsAUI5B+/TCT0m94WwLktROhB3TrdYDBquce6bE4j7KGVH/Rt5yGwA4/PrQLZYACJa1m5qZVLP909PqZnYgTHRxj8/NcMZga4ctuN15fA19fN4MVf0jN7mV9e8TBxe4hgws/M9F26P/01fSGQeZ2VYp/rXoZMOkksFEW9mSwuAWoqlcl9R1XlSUWJRJMSmI4xMdLLzVuzxFOQzaRIRGIkkilSmQypeIJULEgsmRFeyUu5CseysjKZigSJJ9M5mbnAVwTEYilUsHzf1QzpRIxoIEJYCrKpODH/IGOTYwzNxqRE/2wcgRADfR5GR4JkpF8SsRgj175mbuZrbvSPcm8kyurTWP0+XSImfZDWl0U3jrPOqSOgI7BRBFRQp2kaelC3UcS2P58Miba/kS/KQvXDzuGFFHNjMWZHoxumqcEIM8Mb58/LVm0mByIr9KiyaZGX51k3lUHBrCKxc34iRiycJhZJ45uN5+TNSN3UKtnLZS23WelU+8vrH5Vfki061uJTspRMxTcztDFccryPwVDJzPus8krPWvpVmapTMlV+TVK2KxL81qxX5VI/2R9hemhlH+X4pS5vS25f8a+iufH7/RKRFWDPdPyBHNV2Fe96MpaXe6biqONTxvEv6hR58XplvKtW5NQPsT8wRgqJ4/XGCMt5kAgusDA5jD/rY3Y+cv836XxeFqaG8ERmGJyJEvJEwGLFWWrEavQxPh2VYEfJ4QVsWcLuGca7rjModk5P3ZGB/zTjEky5Zwf4+s40fRcvMzk+ji86y5zfLcGoBGjxAENXrgrfPe72DXPr0nVGbnzA7ZlJLn12if7+axI8jHLn3iTzfdfo9frov3GPybFbdI/0cLlrmpAEjtmlNaMkYa+HqZ5+fKkx7tzqZ3J0AI/o88u15TkBs0vUJJkb7uPe9S76huYJGzMszMr+tW7cwTCa0/KQnzLWYu1Ji4dY9QIdAR0BHYFNI2A2m9E0LTdxmM2+qPvdps3WGzwCAcMj6vZ0VSaTJR5N45uJMyOD+M3QZF+YqYHwptupNpO9K9tNixwV1D1Ov+LJ05z6TTcZzMbCGbwy8FdtVd2UBHUqVfsrSILG5XXTg2GUD2vyroWFtJ9Udq5VJ2VTi3goeVMie0m3tJtRJDxLZYv5aSlXdqwuX76f41nknxK5yua15E0rWeL7WnV5eSpQU3z5/bVSVa90TElgt7pe1SlaXb58f1aC1Lj0SzSYwjMZk2MkgmozLbapdDnvRvJuCd5D/qSs6Ozhi7G4rm5Gkjzl9cqAyeykrLKYmroCYsH0shUrnvOWwj3roadrkoQhQzLUR+/oHJPTE3jnhyXA8+Ib62eot5dpf4AoJrkxZ8mkZrhxRYLXYID56WmGrl9ntOsSo+kIvdfuMuseYGxuhu5bQwxeu8TAvJuJ4UmR2c/E/CRDM0k0o0F8fbBmlFK/4Tg1QtB7nVujQXxy/GoS9D093qJmj32ysvKalJXThKyaGk3ifGyOmSkvUVlYNhfcf2GBlC59jCYNk8Uggd2D/liq1DNrIKAX6QjoCGwGAaPRKNcXg9zrsqRSqc001Xm3KQKGbWrXtjBL07IYjVnMcgPeDFmsGhaLtvl20sZmX9nOatOwripb0xYzmGWy16JSIYOMAxSZFm23Sp3dqZGrXyxbkiP8doeGehFSrsys8travKvbyr4lJ9uwLn8eD2WD8ienQ9rJJBE5UvlVpHhVuyXeVfWq3CLjoLw/FrHZIrivJc8i/tnEP2WnarcWKR6F31p1S2Uix+4wsMKHvF2CwaPk52WomXc1bla2qr7O6V3mR55vI6nqWyUPOU63xQnznI3QNDAY5XyxGnLpA/WaZA1INCSr1T6CiSRxowOrCn4SASIRKUulSRqsUgaKGxKyuh3A714gFEjgKHWhqROIF7ElCKQsuJM1tBW5qCqwY9OSpGMRWWVMYbTa2HewlPmxcWY9URKaFYsxJaHWAu5sJS5XK3UFNorlmMRYSU1TJeWFZZTXVlFeJLzREPMzAZJeL6bqOgoLiqgpKaOhuZUyu2nZi4as2O0uyooFoblhYqU1WIorsVusCLro2+YQcNYf58jLb/DauQ4qZdJQC4SoaLYTjsWZHg+SWSUuIwVqclGfQF8FjL6rI/C0COjtlxBQP5WlKBaL5YK7pQo9syMR0O/N63SbUWZJi8otdJwu4Oy3Sjn73sbp5e+V8dK3N86fl63aXJC2+f18em4Dus+9X0qe78Q3iimtNVNababzrNi/2D5fn5e7PF1et54dy/lX519a1LG6XO0rn5RMlV+uR+0/ih7Hu7xeyVe4rydvOe+T8iiMz3+3dM2+3Yj80++UUFxlobzByoFzhUv9tZG2a9l85JUiattsEswb1jmK92qxBCG4ME19TNe1/8JvhkcZKDhDZ7Ya59ivuXLpv/B7CWqmXQdoFYgUN4zRdfEf+Kuf3+HDwWoONYDZKJUv5OOg0haizvgVv7r0Eb8fNhGdHmD+3mXu9gwxm4wxKit3pZaoBHRmfIF5FmaHGZlv5HhhN319f8fluSAeY6OgsNoBO8USxHW2mZkLQzALKnY1r2Zbvm91QNtpbD2fMCwrfMNTHpLL6/X85hEwCuKVR2g78T2O22JU+W4TkCBuuaBELI1a1VffrVterud1BHQEdAS2CgH1CKbRaET/WYO1Ed1ppYadZvDztFfTQNM0NEHJICOfnUKaBql4lmRCRglq0LaDbN8pGD+JnapflmhLjqn7xyd7dFOPXaaSGVlhS5NOyoG+hIOcANg59p0f8e73/4Q/ePubfO+Nw1iN1Zz7w3/Ge+//MT99503efu08ZQ1v8s/erqT9nT/m2z/87/nzP/4xP3jnOKVGkC5akvh8MxplTQc49d4/5d0zb/LGyVf47vfe5a0/+DPe/84f8uffbKPzjR/z8g9/xqsHzvPmiXO88d7L7G8o48h3fsqrr/4h33vtLO987wKHv/uHHDFW8uaP32Rf00scaWvj7NtHaXr9T/kD4fnGqX3UNl+gpfkgJ6r9LPR+wocf/IJf//of+PUX1+lNOqm58E2OOE7w3R9/h9e/99/x1mtvcL7D+Xwh2fHaijh8pJz29vu4mW12Dr75LnWl1ew7eorW4ycoWHXAWWxG7C4TJrO2473XHdAR0BHYngioVTo9qNueffMkVq26jTyJCL3NkyHwbFsZTBpqtRF9PMBu3ZKJLPFIhvSLfU3jC4f3/iNqy4M6ZZIBV1kFpeXVVJSUUl7swKBZKKysprSsisrSYkqKCjFbi6kusWAvqaKsopa6qgrKS2WVT4l4gWSyOSgoraK0sAS1slZWXkpJRQ1lZZXUlthxFFdQVF5JkaOQYlchxaVFOKwmnFJfXFRFeVGB+F6Y23eK38UVxdhtsm+3UVDiwlpcRUWxtCuwY5Fym81BYaENW0UrbR0H2L9fqLmW2qoiLGKD0+ASfMopLq8R3IoptEvUi75tHAHpG6cZ+yJumsGAo7gEi8mMzVWQo9WICgsGo4ambVyLzqkjoCOgI7AZBIyySqdIvQFTTZRupq3Ou/0QMGw/k3SLnhoBGQRoBk0GA/fpqeXpAl4sAuto16Q8N+BTGcnvvY+GOs7NFgMGGfzuOP9VHKq+MKXSbWC8ZrJhLW2kuWUfbW3ttNVXUymB3jYwbWeYIP2Y+x6cTLJkMzvDZN1KHQEdgb2NgFqpM8gMkv745e44DvSg7gn6Uc1mpNNy15Y7d35MpsoyUpZJJVG/K6UolUqjVhGeQMXTN1HmySDj6QUpCVlSySTxWPyhL/Or2hdJqURCVqpSbMbV3G9yRWO57wVtpt2L9HMt3SaLhsVuwLgTA5q1HNpkmSb8ci9CrUgbZBJDdnfURx176vqxqYP3MR7q1S8WgWwmm7vmq/vBi7VE164joCOgI/B4BIxGo4whjPpv1T0eqh3BYdgRVm4rIzO5oM3jiZJJhAlF4sQTaQl6UkQCEVLRAKGFeTxeH/5glHhSoqvnbH9usGtEVi9EsSa0+iMjSTXoUJSrkn2E5CNJdpFyNbl/2WySoM/HzNgcCWG6Pxi9z7fIQEbKEb5EIin4ZB4ep0ojpS9HuUYs6pEKtS/tc3XLU1WuKF+m8qso5HYTCiyQexmv8OXsUDwiNi9P7SrK7cugK+ZfwDs6hleC8tzv+kqqgtZEIiU2Kc6dQeKu2CuO7gxzt9zKrBxlaenAZDyDSrdcwTMWqMm5qalgVL8KP2Okn5N46U81wWDaGSvHzwkUXY2OgI7AdkZArdSpwC4hE+RqjLSdbdVtezwC+nDi8Rit4ogzMzPDX/zFbSLjv+O//foWV7rGmZoa46uvB4RXBtnuL7nVN4N8ZH/7fVKxGLFQmFg0QSol9saSJGMRohLUJFVQFo0SiCZlyKxsT5GIeBnvHuD21724IxHiEk2kREYqlZLBtFA0wkI4STp6mysXu7h5x008F2Wp9vcpLauWKQmAU+EYkiWbThIPRYnFk6QyGYkHE6RiYQKRBEnRnxI7cjJEF/GIBM8J1O873Zf24P/c4BDT07OEM2JHQuwIJsWmLOlkmlQ4TioSIykDfykgJkF2IBBmbmCAoS8+oS+8wILiS3np6eriqy+7ESgeCN/mOfV9urA/jQpqtrmpz8Q8DQ01iLbYjTLTqKFvOgI6AjoCOgJbjYAubzcjYJSVOvX4pQrqdrOfe8U3w15xdLN+ZtIQj2aIhiQjcc+D9hIwpKU8kpLAJE5JfJih8XEujYZISoBkshdS4DRjtTqwWOxYzdsJYuVIklu/+5SbV77k69s3+cXf/p7hz/4Pfn5nnLGpu9y+eYvf/+4qU9d/wd/fDXH1g99z895devwhJoanGPi7v6VXgq6ezz6l5+ov+arnKr/+bAzf+BiBeCAXlMVimcWAMI/aAn1ffMTnv/8lnw3f4+cfDBGcGGRq4hIff32TLz66gvv2P/D/+niUW3//n/jwylf84oubXP3th0yNfsk/XJ5l+MpvwF2N+AAAEABJREFUuNHdx113Xub9VAWLmfgE02N3+fS33XjH/5HfXu3hg7/+NV98/Cs+Hejm57/qo/dXP+fe8Kf89no3F6+PEgmO0Ds4wu9+eZmhiRkW4nHCUYlEFUT3RW/7/2abAbvLgGmPvh1PzSqqgNY3G2d6MMJ4T/iZ0YicC/3XAw/JH+sOMSp1T6Jb2R3yJfFOxpfkDtwIMHgzyGhXaKlMyR65+3CZKn8SGrsXYvh2kCEhZX9ehipXZePd4RW68/VrpcvbL6/Pyb913+ZRpe9OcMMyl8tZL6/0DovMnL2b6Pcx8U21GZN+Wy57TMr7rwVQOG/G/+UyJvsiRAJpIgsp5sdj5PwWjFf35fI2j8rPDEcJuBOkXsDTHmyjze9O4pmOb3uaG5fr0FDshds5L9eTmdG17XBPiY0jURTPdsV0WjBUWD5P+/zzSdR4bxsd9s/NFBXUKdqSoO65Wa0rWg+B7RRxrGfjCylXj0YZjdr9AfMjFgGclY0UZWMk3SMMJzUMJrO0MWIymoSMGNTjVWynLYPPHSORtmHJpMmM9TE2H4ciB9bomKy4LeC2F+EqSeEe7uV2f5JUykG504olEZNgbJxAOk1gbhZ3Xw/z87NESkopKS3CaheZFhXIWlgZyyYJ+mOyMpjFbDVK2zmCQzcYmJikd9LH3Ow0qeAUs+kyDBEPsYyRaDJLYm6Eud6b9M7OMB1MiR0aa8Yv/gnco/e4Mh1g3pMiqyUJBuKyCggmq4HA/DyhqRF8C3N4ghFCMQNGk4vSsgosETepdIKsyYrFbMZsYsdsRiMYBWht2x1jzw9COYQJeWXQNxXDLQPpZ0Xz41GRr2gNPZOqXNEadY+wKRpIySprmrCk7jzfhMiYiD6sK1cudXm+p0hVwDG/lj+iwzspOnL6JX2sDrFT2rhzspbzRyWoUXX3U4/weJTcx8pbLuPR+XklS8ndsK2L8oQ/Z4u0dSsZeZJy92LZvMrnyzeRKj8T0TSxcFquOQnpw1gOB2Xr/EMYLdrzCPne6ZgcG0kyz/8J/ud3Aj9Ck/o+ugqS+2+EGLgVZqQ7uq1ptCeCohdt56jgNNqzNlaqPEfC86LtXE//6HPGsf9mmMHbYbyziUccjbu3Sq3SKdI0jVRKxk/q6ajd6+6u98ywQzx8/mZqYDRpEoQ8GiJDSRN1VeXUF0L6+Vv5ZBpTMvCIJUhIajLbMWrV1NQU515pbjFmMGRTxJJmbLYs2WxGBp5xUnG54EnwYHeBb2aMqfkowYjUp5OkM1Ei4ThxrAJClGQsTCS+aiQiQZTdVU55cSF2QxTv2ASehTDBWIxEPELGaKCwqIqiAicFBaUUFhTgskNGfU8v7CGcKcLhcFIsZcudNmXDxESGP5wkFg8TiLooLbHhKBB+pa+oAKc5idGSZmEugBog2QoKMZtLqKqpocqVlbwE4FoaQzKEP5Yku1yBnt++CGjkzlFnkZHSSjNlNc+OKuosVDVaH9JRXmuhQqisxvJQ3ePscRYasTmMuIqNS22rRUdVg5Vy0be8fWW96FlVtrx+M/nyWjOV9dYclS+zW/lSKXo27ouF8mrltyLzkg+qfeWifIVbTu4W2Z73s1z6ulJkVgpW+bKNpMrfKvFRpcv51X51k5WcvcswWc7zuHxptRmLTcMqVFBiIo+zSpX8x7VfXV9cbsbhMu7ZR4vl1kM0nJaVr4RMCIJmNG5vMpkwWk0v3kaTHDNmIxiMD9miyowWsVF4tiueJpsJg2D5POxTeMQioFbqIsE0e3UzGAyYBHO1WpfVgzp28mbYycY/S9vVW8zSqQwZ9X2sFYoMWK1WampdGGxlFDrNlDe3se/gEU5XO+5zmotxycqWw3J/d9v9TwTlIjbKTCJJsvEoraWlFBmNmKr2U+ZyUDw3wdwoVBw4zLGWFMm4m+lYCmttBTUdNSRmJ1jIODA3tMsKXTHZkSHG+sfxxqTMFCGT8uL2BfDNu3HnKEzWZsOhAjqThdIyJ0lLNeWlhdSWWHC6CqCgkvoCDXtpFYUOO8UuG0V1dWLDERpsdkptLmwmZYvIVjLdIjsQxWIFypuwVnRwrNiAy2XD6ZT2FcUUFBVgN1spKXNhL3GRWEiQleDUVuTEXlmJS9NwlRRjs7ooMmexm6LMh4QnKzKf0UddL1VgqQYsT6tCrVJlUlkJvJ9W0s5sr2labtKlrs3O/tMFHL5Q+Mzo6CtFHH+9eG35LxetXf4YeyobbBQUm6hpsi21P/pqEYqOPCTzyXSshYmSrXQoOvxy4ZLuHO9DelfVr/ZpdfvFeiVbkdL1RHIX5eTarpFXco9In6h0PZ51y9fx8dhrRSiZ67Zbw47lvAfPFVBYZqKowkzzQQfKNoWBOnaW8200337CJYG3DZNZ25kn6BZZbXcZqW510HS4YFtTy9ECWo8XvnAbm48U0HKsEJWuxkyVta5Tt5r3Re3nbBcsn4f+Zjmm1LHlLDLt2ckTdZrmg7pkMikT36sm5BWDTjsGAcOOsfR5GyoD+3QKYhGZvZH8A/U2amtr+Bf/4gTOpnc4fbCClupC6upaeflCh7BpUPYqxztr6KiV3W34MRTV03LwFd57+01+8sPT1L73LoedTglsmjh46hW+8yff5+Xv/5Bv1ds4/Z0f8813/4B/9uP3+Kf/4w849M6/4CevvMu/+l/+lPe+8we8eeJt/vhnb3L+3fO0FXfy2ptv8OqFWpyBu3z2y1/xa6Ff/bKHdEMT+145RUtpPe9++ywnf/YnfPPNn/GvfvQeP/zpd6k78U/41ydg3zt/wNmDHbx6rJX9r3yLhqa3+dM/fJs33n2JNnsI7/WP+FVO5j/yq8ujaPvf4OTZb/POmfP84E++zYWXX+dIbQOvvnuGk+dP0lZez9vvHKO47ThnX3mFZqeRwlIXbT/6MccMBo69/hoN1a0cOHKaC+98gwNVTmRB8pn1mpokSMYypCUYe1oliWgm9x2eVGIvX4RXnJybg/QFc6tjIJnIougFm6Kr3yIENDQM6gKioW86AjoCOgI7AgEV1JnNZvSVuh3RXY80Ug/q1oHHYNSw2AzYJQiQ+/Q6XDutWI00LJx+9yyHDzVT+KzMt5RS1nqKt370A36Qo1c40VpJMU+3Wara2X/+3fsyf/h9fnChlZoS22OFqkc5ylo7KS3fx9nzpzj/UicFj231bBhyx5XdgHELZt8tDgOOIiPqFerPxtrtLTW36ilzLjv1eVmjScNsNWC2aOjb9kZgI9ap4zElkzWJLZq02YhOnUdHQEdAR+BpEVBBnXr8Uq3U6Y9fPi2aL7a94cWq38baZZylCTqamnXdxmZu3jSNgrICCVatiHubb76RFpoRk8WOq6iIQqGiIid2iwnjRto+gkczWbE6CijKySykyGHBbNyAF5oBk6MIV2ERJSUFFDifoe88etM0yBNPuRnEdYNMPih5TylqRzYXKJGuBZVhB25it7ZIO9B63eRVCKi+NMr5aJQJG8Ouu2+sclbfXQ8BvVxHYMchoGkaJpMJPajbcV33kMEyLHyoTC8QBNR3ntTjUbvx0TZNBh7aXht0GEz3X4giQaBcv6SHX8xHfZ8ulcyiHsN8MRbsIq25gEj+reVSNo36fUL1lVj1/dhMSi3ppYlF07lHX7OxIMG5KcbGZvHFU6TVMksmQSzgxTMzi1f4Msk0GSnPysUgk86QTC0qisZyLxlKkiQR8TE/Msb4fJhoIvN8v98Y9RMKxwknFu3SkxeOgLq2qMBO28I7qxyCL9wv3YAXhUCWZNjPwvwM88G03DfSpOIx4rEo8UScpFyX1NdE7j+tkEG9MVR91/q+tXINzPPGk7k2Ec8Ik1PzBCLJ3O/DpqIBAnOTzAZE7l5+iv8+YM/5//ZRZzAYMBqN+tsvt0+XPLElW3jreWIbtmVDdSNVF0d1kdyWBj7CKPUto4yMZhU931HmI4zSq3IIqONKYgS9W3JoPP2/rACqgrYVkhTAySDjczF8wQiBBT/jI7OkYlN03ZOAbSFOwuvGNzbE4Nw843d7mA16GZ+YYmJkEu9CkGA4SXRsAp8EcNGkH593joGpOKrjQoO3GJvz4ElECC3MMnh3Au/sEL2jEhAGkytMefKdLFmZAUglUqjAUl2HVGCaSadz+xKZkp7rYXjaw2QgI4O9FIlkJje2y2ayPOBdboGUS/u0BLjpZILI6BjucIyo8GflYpdO3R/okfYwO+PH54+Tzl1H7o/2MjKAzKbTUpaWm7+6yiyXred1BHQEthqBrEzceOXaMzK/wIKcq9noOLPuBTz+CLF4gHDUy+REbPF8DBBckDq3muVRk1geZiY9eD1B4U0QDYaYH+pixjfH2NAY8+ODzM6PMTznxyfXu4xcB7bafl3ezkBABXX5lbqM3Hd2htV7yMpNuKoHdeuBJQsAarbVKKtayXiWZDyzpaS+d5GjRbm5fGyljrXKHmdHQuTl2kmaFLsT0QxxIVWWzJWt1LGZMiVjiRZl5fc3JUfa5tupVLVdbrfKq7KtICU/57/o3Kw8ZYci1U6ly0mVKcqVSb+pVO0/khJZcjP5Jo2sDJaVbY/kf5zNIi8jcnIj+fWO491cnhXnhDIyGFGBjOwtfiQISXm43jXH6MQYExODXLo0QGz2Kh9+covB6QUCcz6Cbg9BZ4aRX/yKnsk7fH61TwKzCLaqKgpJEbj2JT3jowxP3ebevev8/vYC2WyUkWu/4urdQUY9PkJRH0OTUBK9xKfXRhmciiza8DRJlmQsRsjjxu/3Mu+Pykz9PAGvl2AoIjPuIXwysAsMX+SuBGbdMyGp87Ow4MMfSolfbtn3iW0JUoJP3pJsbEEGfRJ4LoQkGA0y++FH3J2VfVmCTMYiBMUf97yPWKyLa1cHGBz2EwrFCMwHBI0UgbkFoTn8wheQFUJBOS9aT58hAuqa8QzF66K3MQLZhXEm3X4GEkW4LDG04GW6+qcYmY4QTcg5Hhnh+nU5Z+MqiJuRVbgpBodC4pEK7Aa5e2NEJrS8RGWlLiLXlLnRcUwFEfqvXaPv0u8ZkGtjV6yEQnsag7bsYiES9sJHeZyVG6hK94K/6/moaRom/fHL9eDZUeV6ULded8mIJR7OMDceZ7Q7zMhW070w/TdDjEqqZA/dCTF4O7RCj9pX5ap+wyTyxvsixCIZkhLUTY/EGBA9A7dWyl6Ut0LfY8tEtrJ5uCu0ZPdwV5jNylZ45tsN3b2PrcJh+F6IEdGh8o+1ZYP9ofT03wgt2bspueLbiCLRpWxWtuX2xca8HFU+rHxY5MuXr5WO9YRltjRNyJ9iaijG0Kr+XqvNo8qmh6Iy2E+iHudc7zDe1eX5iReTAW3548SaERy1lAeHMY5fIhxfIFHWTvRmmLbyMaYIMyYDnEhwluGBMYZjhVjmezDV1OHcf4b6IheFLk0C8GEu/eNf85f/8ed8cKmPoAR0ZO4xUnSI4HgKJjxkZLUuMjPMQPcEWbsFk8O6BZCnmerp5RaNVzoAABAASURBVMu/+zk9c5f5y7+5wWd/8f/lyy8+5ebEJO7Rj/kPvxCdE7PEovcYuHeLT397nZnhX/LXn8/z9d/8O768eJHbnjQpwwNz4l0fcfv6x3w0Ose4J8vSm86SPvzuMW5dvcWH//7v6A4HWZBoMJ0OMTXYw+f/8DlzmTk++/sP+eW//zlff/IVU+5ZIiJ6rw+GBIJn+lEr0bmJm2eqRRe+XREwuOwk/B68Xd2EDHYJPzTm7n3MV19+zY1BN2nToy0Pj3zB5U++5ErPJAFjknRkhomhbiYTNiirxpyK4r15m4DmJKMtu1g8WuyuqlVfs1G0cmJwV7n4WGc0TUN//JJdse3Ns3gDXadm/6PhFLOjMYa7IgzfiW4t3Y0w1h1hSFIle6Q7ymjPSh2jUjZyb2WZ4n0kibzxvhiRQIZwIM3sWIKx3miOHtluI/4JDmM9EYbFpiW770WeTLa0y/knMpVdOXld4qvYP3xX0o3YswGeEdEz3h9dwlnp2jAp2xTl9Si71L6yMV+m0rXKVPkqGhHcVJ8EvUnplzgjq/p7w3Ytyp3oj6F+NDUtK1UbOKSfkmX7Nc9KRJFJg/qJiJUDX02MtdJZ5GFsOEjXVJjS5mk+ujUFmSnGhz1MS9ZhM1FTEydSd4o6VyGFcmPTBEtN0ySgM6LRxMm3vsePf/otvnGqFWc0TOLaRUbCZvzTw8x6Rpk02TEX1WHymmltLaCkzCK6n/YTx5uyMc0hDje9xCGXD2NhNaX1TTQ4MiRG5ig+t5+6hiqckUlmfcN0xY34o3W0NzixV7RLXT2t1Q5sy0yxtHRSggDW20VPUMNmd+BwWTAlZ5gaH6K73yuDvDQRq/hkL8RhtWKW2fuMeuySLGmJEOv2FZHKhOi5NURucWCZfD27tQioJwzC6ntUEmBvrWRd2o5BwNHA4ZNneONQKVO/+m+MxOMUHXmX1998i/MH63A8xpHC9rd45d13eOV4K+UGMwZrMbUmL87GBhyNr3D0+Ju8f6GRmb/7C5lwXCDzGHm7sVo9jaVIWz4xuBsdfYRPhsXv1KXTcn94BJ9etf0R0IO6dfrIYAR7gYmKRgdNhwpoOuzaUlI/Apr7kc3D92W3qB8MFVquR/E0536Ec+O61Y9pNnS6cJWYcBYZqWm103KsACV/uewnySvZLUcLUakiJUOlTyK7RfxWP9aqfMzLUbIUqf2tIiWvVTBU6WZlqjaK8u2a5RhoFrsV5ctUutwPtb8eNR504Sg0St9YqG51PHWf1OxzUFRhwWTS1jmKd3ex8lozgEH81x66IRsoay8hW1yHOZilOTnOzL5v0nn2TRoiPrLz00TtlVTW7ed88QDT5mbSnjH83b/jd5dv8smlcSIJCwVlFVRVV1BWaCERjXHzrpkDBw/yjTNW7JYo/TNmHDLjve/CAYkXvSTdAZ5+M1NoTlFiGOXe4E1mDWVgKcVps1FQZMVWaMLT3c3IuFtWDwuxG604owvEkxpOsdNkd0nAZpegzIBhuTGxBIlsghAJgr4YFmeUuVE38+NTLAQDBCR4i0SDLMgsfjI0hd8fJBxLY8tOcbfrJn3uKN5wAuIhjMkwMuclod5yBYt5PdkSBExmDYtV+lBWordEoC5k5yEQDxMMzDAq16uR2SRqNSk00ycTq1/S1deLepTc1/s7Pv/kV3x5d4yhwV6Gb37Ah59+xKXhMJ6pfkb6L3FbVv6HpL3BUkZx8wVatHmyvj5G3eOMzU8yMJ0kmdp58GypxWqWcEsF7hxhmqbpK3Xsjs2wO9zYei8MBg2rw0hptTUXGNW0OdhqqpVB+aNkqvraJ9Bb1WTD7jJicxopq7PxJDLWs+tJbVpLXk7WMgy20s619L3osuoWe65PHAXSLzVyXD1B3y73oaLBhqvEjApqtv4M2P4SZaGO3H14KbPSZnPNPtqPH+NoRxv1RbUce+kELR1nOdFRy77OOlm9O0BLaSsnDldSWN5GY20FDRVWLGYTVpsZZ8c+Kp0uXNZKKqoaOb6/AmvLGY51NHPs9CHamvfTVFJN59Eqqo6epKmskAIJMHnqzUxlVQmHDldhsVhp6Gih5eB+KsvLcRaUUtRyhIOlFpx1J2jf/xKvHjvM+cON1NfXUVVkoqa1iZLSErSwD/dIF11371PfbAatbB/7D3VysMaOq7OTGpcDl6OGmsYOTp7ppOPsUeotdbQ3lVJe7qK4sorWo+0UmYrYf2Ifta3ttO0/QOeBZhwG0NC3Z4WAUY4liwrqjM9Kw4uXq1vwGAQ0AwajmYLSCppPnKC06CAtNUWUy+SOyVSI01Et14ASHA4bZlM5FZWV1DcUYjbbMRtqaWouo7TUKfsm7K4CqtqPyJjmKB31FVSKDKPRgrOolNbTJ7DZrHvzfNYvYmiapgd17I5Nbsu7wxHdCx2BvYaAesljOp3NvXRlr/me9zeHQSpLRgV2+cJ8amrkYGcrR88cprDxDG+0gkMGOy0nDnPg9Zdo3ddGk9VB0Ym3OVxTxZETpzj5yjd4XepfPttM5ZmTNBQVUmSvp67xIN98qYHjb56i3CkDqLLDtLae5huHGjhyrASjrZkTp/dRW1eU1/4UqUZBdR3tL73J6YOv8saJag6dPkh1bY3YX4Kr5hTvvX2cY9/4Ca8dP8fbZw5x9vXTdO7vpKnIRPPBDqqqqrDEwgTmxhgbu0+zWjnlzWd59ehRzh0upeDwqyK/iZZ9x+g4eIa3XzvBhe+9w9GiJk6fPsaBAw00tTXS/srbvHTgFX7wg3O89NoFDr/0KgeOHqbcDBr6thwBNcmQe3ncWsfjckY9ryOwEQRsJVTV7ufcqVO89o0TlJad4qVX3uTNb77DuaMvcaTlEK/86Lu8/ua7nO08ybmXXubV73yb1y68ycmmg1z41ju89u57XDh+mCNtMml1+DhFJhu1B0/QvF+uGU1HOHP8lMg7hkuua9v4fN4IWpvmUf5qchWTmAZy/9iTW/7xy1QqJROl+sVrJx8EelC3k3vvUbbL6EI+wqGfoALCrvwkExnikTTJxN7sY3UPNqrVDLtBZhm1XdnHT+OUvaye1rPv8d779+n14400lJqfRqTe9hEIqLMwI5Ms6WQWlT6CVa/SEdAR0BHYNghomib3UCPqO3Xq5Uzs6G1vG68Hdbuw/1Uwl4hnScYzMrjYhQ7qLuUQUI9m2V1GLDb9NGYnbhIFqBcy5VZ2dqL9us0rEFDTCmqSwWTR9uwj0eibjoCOwI5DQNM01GqdHtSx4zd9NLhOF6qZVvVWvZishMjYK8d1/5/MwsooLBaTZep0CvXmQfXoV0bKUvEEqWiAUChAMBggHImSSGbuN3uO/+X8xCwDCzW40Lakh9NEQkG8816e7rvUGQk0o8xPzpJIp5/gJQtJ4rEogYX4o9EMLRCLx5G49tF8y2oz4RDxBT/hZWWPzWYFjfgMc54YUQmgH8uvGORgks8T+K4aryIZRWqa+reqfI/sqsmLdCqbW61U6U50W9M0tuYc3Yne706bNW13+qV7pSOgI7B7EdA0DRXYqZU6RejbjkRgS4b8O9LzxxitGTQMRg0188qKLYnf7+OLL4ZJeG5y9dYIw5Me/D43ff1TsjKWJOW7w9D4PJOeNBkV8a1o/3x2NGW/kKY9PMLIJJMkY3GSiVQuKCWZJp2Mk0hlSKekLJkgmsi/2jZNKhFkbmycwa5hAok4SRlNp0WGmtXJZNJkhD8ST0k6yvDgOGMTQR6OZZXsCAvz03Rf7cUfF5zSSbEhmdObzUp9LJLLK8gyKamXwCxnhtindCTjEQmUYwTDSdKqTvbjqbTY7MHnHubu3TniYn98IURE5MclcEyLbcoXMZmM8k/K08pvFVkt64qE+qHnyXHmpCxLWvBJkFR6xZisyEwJPlHVTvYzKakTW+MhH7FAN9f7Z5lxx8QOabfgwX37JgORBFHhFXH65xkioA5vg0lD24lXMo3c1zgkQd90BHQEdAR0BHQEXiQCRqNRxqwZ/Xt1L7ITnlL3ThwKPaXLm2guoy1NaGWLFEFZtbp9e4bkQj9j/T10D4/TNzXP+IQXg8mCJTWJNxhnIWbGKIHhyvYvei/NzMAAk2MDjE1N0Nc9hH/4Mr3THrwL00xPTTHYP4p3spu++QTTQwNMz4wyMjXD0L0RJrtuMycB1/zwgKy4dTPunmBgaJ4Fr5dYbJzRUZExHZZgcbmfGUJzk8yMDzI6P8tg7yQh/6jol8B3fIS58dsMjPdza9THnDdKaHqUOaERbwCvO0h45CoDon/WO4PPO8fouI+5O18y4pljqH+YqelBpr0T9Pd5JKiL4R6ZxOsZZUJ0DvSN4Zu4S//8ggSl9xgb7WVodobh8ZWvnk+plVWfB18yxuxwN3PuKUbHppgZ7sM91c2lvjnB7R7T7iEGp6cZ6htmtu82owuTdPWNMz50l4mZCUan/Ph6uhmPJlnzq25yPMkHRcsRepJ8LlBVgeOqAPVJZO3MNllZ8cwi8wrEwhnCC6lnSiGRH/SlUGlel8qH/KlH6lVtAt4kKs23U2kiliGVzMjq88ZsD4nu1TKUnKchJW+1/crW5WUqH/SmVvi9UZ15m5WM1XI3KuNRfMp+31wCJX8tvpzdj+mffDvVlyqft1nlN0WBNKlklpSc+NFQeqm/17PtcbKVDHWMqKdGdub5uTVWKwwC7gTeqdiGyDMZwyO8uXTi0W1yPMKvZKu8W/jzpPZVeZ7c4zFU3epytb+6fDVvzp5F2Yo/LzOfqjJF+f18qsoU5fdVmpO16J/Sq8gjshXl8ov+KN48KRm5OuHLl6lUlSvK5aUux7NG+1y9lOd51b4ita9I5RWpvJKR91+VKVLlilR+OamyPOXb5NqLLap8Oe/j8opfyVB8Kq9I5R9FCsuAJ0E4kCKZeP5PVW3NGbI1UjRNQ63UZTIZPahj5256ULdO32VlxKwe6XrciV5ujRDwzdM/5SWSNWCyuXA47dhtDmxWK+Zt9RtDavSfov/KTYYHehkcG+LaJ58xcvNXXJnxyWrXPQYHe7naNUpw4iKf985x44vrDI9NSrCTIuD2MPnp7xiTVbLRG5cZvv177gzf4crAAsngAvFMipRgAAbk+sCDLcxkbzf9Pf3MywpfTFbAkmMXudEzRHfPXSb6v+RG3w0+7xqjb8zN2K3rEliKfcEEAc8CC7c/4NbkLNPBGVkRnWKgZ5rRj/+WXp+fvhs3GBwaZCajyYXIiFFL4R0cwTNxle4RCcbujhOe/JKLfZNc+fALuvtu0iUrcjdvTz8wbymXIhad4+YnHzM8MSC2DTJy9xITA1/w9zc9+O58IfZd4aveQa5d6RM7r9AXg5CsDIZnrjE4Lm3mlR0ZDM8hmJfFTQlosjKzll3yYE9lxO2kDKB9swmmhqKM9z1j6o0w2h1mXNIlXZIf64k8Uvdot7S7F2E134IMVCMy+PfNJVe0H+uNomhJx6Jfo6JHyVpd/jT7o/fCLLdrTPwkLoP7AAAQAElEQVQZ6VpZpvwdET6VblaXsnlM/B/vizAqGKh0fNGfrUhVfwzcDK3sk0X5Y5KqeuXTRnQpPkXK5ifBeaI/SiSUyg0Q58bi5PyWvhzPk9izETvyPNMjMRY8SVL5xx721MmNXM9B3YNVkD12L0Tv5YUNU9+lBfqEv+eS/9FtvpZ64VWyFX+v2s/TYrmqU9Qj5T0XH/CrshxJea7dMv5u4VvOq+zJ2aJ4l/Hl2oudvV+Lb2uVqzJFimeRlJ2KelW5yMvpknyPUK/s9ypZi7xL8qUuZ7/CQ/Kry9V+j6pT7ZfXL5ejylX96jJVvlimdPQKj/JdkZKbIyV7kSe3n89LW4VNr9is/OhVbRcp51+ebyOpyMrJkDRnh6QrdK0hQ+Gojq15CdijwfzTSXvsRFvmrtFolPMuK2OKvR3gLoNkx2UNO87i52SwwaChXkBhd5rQHqHT2HieVpeBslAv92SA/wjW7VNlLsNV3klzSQktGTez2iE6DjRQpXkw2AxYDh+l9kgLztmbDCzUUFzYyqHyItSL81SwlpVoQmJeYlNuspEY5ac6adjXRnFREU5HIXarDYtxubsjjMedpMztnKwuo8KUJiwrgP6ABIvGIozl5znSdIITgV/TMz3M1THBXKvmVHstrU0lGA2dtLc30tjRQElpGUWo+goqahs41JDFZsvgSbqw24uwmYuoqXbhjM+T0TKYDh2l7vgBnJ4YBkMVlVXtNFeVUmR9uLOy2QDx+AC37mVZmI5RXFZKRU0ZBXYrNa0H6GiswmQyk4qn5aJnImMrodimUdjURlP7PmqKy7CnLNidDuwOM4ZnHNipvlA6DIblWO+dvMR0ZOU+PDMSp/9mmHtXgs+Uuq+E6L0epvtqaEmPyvdce7C/lg19N0L03wrTK+ny+rmJBGolaXY0viRP1XdfDYqO4IoyVa7a90kAo/JbRX03wiy3X/nTfztCz/UHPnWLf8p+VbdZvb0iR9mt2j6pjEfpVPaP9cZQNq7m65bjoU+Oi+X+reZZvt8j/ars7BV/+8Tu5XUbyfdeD+b60+9JyURQ9H5/5/tS0o3IWM4zdDssK05xmbjZO+f0ck/VCmVYVllDQnOjUcZ7whuiiV7hW6TJ/sgj20xI/USf8CvZ0mZyIEKelspVndDUYARFq8uVDNVmefn0kPCKrPGeECpoGFeyRddqvnGRq2iiP8zy9qpMkSpTpPKrSZUredNi16S0z5HoVLLW4p2SukmxQdmSr8/JUGVih6pT8lRZvn55qsonFnnz5bmyPH7LZEwp/8WuB3wRcv0iPPkylar249J+QuxXmCn9yk5FubpV/KrNWPd9THO4LqtX/EqG8m9S7FT7iv+RJP0yPxYj5E/L5Im6oyw/Avde3ihBnb5St7P7fY8OBx/faeqptnQyS1KW5B93qhc2H2DfoeMccT5e7rbgCE4w2vMZV8bHGXYdolWMMgtRdwBHOk7q4kfc+ngcw8FzHCgeYmzkIp/1jTIvq2El1TB081OudrvxOivAmmHsw99z6fdfMuTPEvQNMj8zxIQ3pSQuUiuNZi8pz0V+e7ub4agR58EO7FkNg1+Cq+gCydQI00X1JMNWmov9kt7jt59e5ZPrE0RTGVb2QUKCqnF6r3/MZ4MQzVTQbAkSmb1G73SCmPQbNe3YDdLq0ofc+G0/7CvE4DKz3maU9tF0gsmpZk63R4mZE/gyZlJYJIRc1spoxhybJRiYpjdeQFEWjEJ5DoMpCSYvfVdGCAVjPMv5Ls0ABpl84JHTDuzaTdM0rHYDrccKOPVOGee/W/ls6XuVXPj+Gjqk/JG6Vb2iVfY1HnBRVivH+xHXs7V7ld4Vtip/Vtl2YdV+jn+tskfJzdepdorUfj5V+a0ikXnhB2v0SV6+1Ofsz+9vJFWYKNoI7zKes+9VUFJtpazGSudLxZzP686ny3g3YtPxN8uo3+/CYjfu2nN4I46V11l446cV/OH/2rCj6Hv/uoaDLxXSdMCxo+ze7ji/8ZMKaltttB118oM/r306bP+Xet76WQUN++1ynhk2cjjuNp4lf7IyUx+LxQgGgySTMo5ZqtEzOwmBvX0UP6KnZLyIQVZa1ItStBV8VirKK/jOdzqx1bzMgZYSGmrKqW/o4NyxZuEU7sJTtDdV0Fguuy/oo05QRawKh3Lm2Epk4NHBsWMnefkbp6k7/zJtdjsueyttnSe48OpZOk6+zvnGUo6//jonTr7K6xfO8faP3qL95R/ycvtx3v7xtzn76rc5tf8833jpIK0H26lwtHDk+FEOdRZhXOjj2mcf84XQ55/1Eilppu38Nzh/7Azf+cmr1LV9g1dfOs/L50/Qtv8gjXVHeOncO7x/oYMjL7/KgZMvc25/Mwfaq6l46QIthUUUoVbamjh8pARNK6W6qZOTr53nUMdx2ms7Ofv6UWqKTZSePElD4zlOtZ/gldfOsO/UN3ipqYbzb52irW0fzZWldLRodIttXwl9/tlFesMuHG0XeLmhhuPvfI9zp85yqqOeun1Hqez4Bt/pMGPrOMeB2hbp833sa62kvTTOePoVXj9eQ33zUerqmjl8oJKy42/w8r4qim1mtBzgD/6p738lJehMp5dFgg+qN5XLSMSoHk+638+barormHPnqAS1FrsBe4EJZ9HOIousihvNhtxgYqfZrttreuh4cxSaMJo1TEI2h/Gh+s1iZi8wYpZjRB3nu+KEfUInTIJnQYmJkkrzjqKicjM2pwF1nu8027ezvS65x5utgqtc94sF46extbjSQkGJOXfOauztTdM0rFZrjtR36/Y2GjvXe8MzM32HC1YnuCbo3F8JWe6MEYfDSUdHBSZXIxXFdgrsFhzOQqqqiu8z2mopK3ZS5Li/u33+K6+MNBw+RPv+w+yrq6eluRJHfSMlJjMWQwHF5TU0trdS1dRKg9NIRWMbdfX7aG9pYt+BVkrqD9BS3Ujn0U4JnPZRW9bAvrZ6KuurKbSUUFNbR3VtJUUFDlwSiBUIFRa6KKttor5xP20NTRw43ISroIHG+gYaJNgqLa+iuLCWJgmY2hvLKKtvprK2lbaaCuqqi3A2NFJstWHDictVRH1bFTWn36KzrpWO1gYqyyopLqigobWeErHZUVMj+qupKa0RX1qoam6n3uWkoaUm9/hmsbNI7KzELrbdt6+AwvI6yqoaaSm1UyYrr/U19dSVS3lpFY6yFjrKDJjK6qW/m2htkP1D4sv+Q9SXNbG/zkVhcRWFhcVUVjhxVLfRUlWI3Wx8KKhDNrl2okiyT/XRpLWSo6FJTv/oCOgIvGgENE1DM2hsxSmpJmxSiQwZ9dgIe3NLyQSYmrySRYS9CYDu9TNHIBZOk4rv7fNMgaxpGmazGaPRiKbJNUwV6rTjEJCwZcfZ/FwNfvr1lOdq7pIyTdMWT0xtqex+xkTT4TZqa8slSLpfsuX/TU6c5c3sP36SYznqoKFcgpx1FG222FJQSN3516iz2bFvtnGO34LFUU2z2HZE6Njxw7TWl1NkzlU++p+xkJKiYqrrmyhrOcWxCrCZHt1kea3BCCaTxsOTBWx60wxgkNVkJN10Y73Bi0dAXVzy9OKt0S14WgQ05JorJOejXH552k0FMiqgQR0jTytsB7ZX/ifjWbJ7OKjdgd2240xWkyfqWNtxhj8Dg/UVumcA6nMWKbef56xxx6nbfXdUo8WIwWTYcT2RN1gzGDBJQGeSkZOMo3jem8Fixepw4LBKhPa8le9tfZvwPisrHGr2Nb2YZsguvuBHMjk598/s7P0xs9zVszKCzuRIymQ/nYiRSKZIpTMiI71IkpeGijcrPJmcJESkFC7mVZIVXelkjHgiSUoGpStrFYe0kSQrMu4bIDub/WRSpMU2+Wy25eb4lY1p8SOdRVzZXNtHcgsqmXTu508k90jOvVipHuW02Az3J272IgByUKTlmFPXeEUPQaCOS+HJlUs+d2xK+qDo/vGaO1fJkE4kSMQTJEVmnifXdrv9Ex8yqZRcU9JyfmeRS9ImLMxKu0yuXb5RJp1GUX5/V6cKu2SUeFxdrzKChXgrZbn+lmuy7D30UY9FWx1GWaFa8yh7iH+3Fmiahgrq1D1JEfq2IxEw7Eirn6PRGtpz1Kar0hHQEXh6BOQWLoOicCjIwsKCUIBgMEIyLiQRUCalBktCcpPPplMyyJMAKxElGgrkeEPhCIl0FM/gdQYn5pjxBAnl5CxIvZ9IVNoGIsSjMSJirLoBpkSfSmU0haJ0LIhv+Aq3eseY98ckMBTGVR+5h6I9zaN6gSk8vhC+6CrBW72bTpD1jTDlSxJJbKFwkZuOevBEM7k+2ELJwC6QJodxVkUqku4CbzbtgiajE2ehEYNJ7sHyeUhAMi2nWoaUnMdpOY8jch5koqlcWTordXKeR9WxFYnI8bXA3FAP/XcHGZqT81GEbVdY03It8U9NEk968fijcs1Ji7Ub/SSJxyJ45yP3AxppFp1zE3V7n3juSETsmI+aSPMPXeVW9zAT7giJRJqMUEoFdrFoLrjdrv2+HUDWNE2Om2yOtoM9ug2bR8Cw+SZ6Cx0BHQEdge2OgLp1jzLQP0pPd4BUwI37i7/g6+kAw7d+y53bV7kxNEqw62/4P++mGPzqCiMzk8xKs0xwnsidX3MxWkXSZMZmTBOfnmL2ytf0yuAgLq7P3f4lN69/wV13glhogi/+8pf0z3npv/wldy5/RVcoxmTfMDaHh5uffULf3V7WfZ+YJgJXf2SgmkkmiKpgVAb2SRnAJmMxCUzjEiDK+qAEqLHRz7g1Mkm/N0kqHiUYTsnNGNJLvAlSwrokOh2X9hHCEoyGYqlccSqeIiNMitJRsVDNcCvZIiMlKxtKZzjoJTv+j1wcnmfYF5fBZoasrNwlo0Gi8ez9lYRUgoTYFxZ5EiKDBMmRaIK4yM4pWvqXwn/rmgyuu+gVjJKhBSKprAy+UiQjMZS+RCpJVPkifos3JOMxYpH4fb+TYr9Elsm4l+HBHi5d6iYmHZKVQX08HCWeSMkAPkNSCpPRANFkRkyJk5QV06SsWCSjYaLRBaJqoLccmyX7tlFGjgvtaYL+beTKk5oiY8x1my7cuMHwxDjTsUk8Yxf5i4/mGP3ocwbn55kPDzE2eJW/+u0oXf/5L+j23OG2O4VnapqFwY/4P/7qnkzO3D8HWFfDM6xQK9SJGIFQSs4fuejIuRmLxonE0nLsxhi5fksmOwYZGJljalKiVQlSM3LsB0JJOQ+ypCVgTQp/Us45OcQfBGyL52FAzgllfUrOqYnr15nuvidrlapkd1NKrl+jd4cwmefp+vorPvmrX3Lnxpfcifbz81/eY2Yu9ACrRSgS8QwpATF3uVks26tJfqVur/q/G/zWg7p1elE98pBKZGUwkZZZ+hRhf/KJKCTtQjLDrdL1ZAS9CYKKRyjoSTxSj+JV8pQsJTMg/CpV+3mKBFK5i1QqmSUSSBKUQZ9qs5xXlQVFb77Nk6RBdxRLigAAEABJREFUkRsUGUq/kq1I6VktK8cjvq0uf9S+wkPJU6TkP4p3vTolI6db+iAnZ5kNSmZQ7Fepap/nVfm1SPEpGYoU71o8qkzxrYWBqgsvpFDHlLqJhHP98ui+zrUR29dL1Y+lJmIZMjIWX+cw3t3FMhaSD1l1N1aZJW9lNGw0oX6/MJs1yKDJis2skfbJgE6CjjnPGCOjQwwNjjA5dpeBwRlC830MdF3i+r0+RqRvjMYI492jhCIZNJsDi8mIUYKctNOJ2TTNvAQIk9NxQqOTEkRNMtvbw+DkqMgcYnhojjFPhrgMqIxWA7FglHh4cZTFRrYM3slxui9+IXLu8elX/XR98iu6795kSAasC3O3+PjyJJOTQ3gXehkYHuTujV7c0xf58p6f3i9/Q/e9u+JHipRAsaRx7jr3em/x2a0+5m7/nq+mvFz74g4TU2OMjY1w99PPGb3593wyNI97tpu+vj5udk2xMD9NODLP8Pg4Y9cvMTjYTb/fz9zwEIOf/I6u2X4u3e6l6/oAgbkJArM3uNg9J/hdFNuGGPAvWSCZLAm/j+CCn4WAF2//XUYjXu58/hk9XZ9z5e51fv+bS7iHJKgeCXLn1m1GBu/QNzLI159e5tpHnzE6MoIn4scjK7Feb5i09EV6YZK52VtcudPD159dZvDi33JF/Pr0Hz/m3r0vudE/yKWvexj6/Ofcmvdy/fPLTE1Ms5ULj+Lcln4y6awcW5n7x/eWSt4ZwmT+RO6/GcEgKxg8bHMqGCAqQU08E5fA3c+03ItiXr8E7AmSstIejSzIKnuUkEzIhJIhIlkLJlc9lQWllE3dICkXzszDYp9LiW9qlt5LN5mQiSRfrI/bt4YZuHuL4eE7fHUvJJM5wZwPkVhCriNu/HP9XP5iGM/El1y+N8PNLy/SffVLuuaTJJed45nYLL65Ibr6fPiu/paro+P0jXkIesIPBTPPxdHnrCQjk2GxcAzNYshdcyNzXnwjw9z94jKRunJw2B569iot4ySJsdkIQM/ZneeuTtM01BMnip67cl3hliBg2BIpu1BIJpMlKrNo8xMxJnpCjD0hjat23SFyqcqvQeO5H9AMLeoIL6b5/ZXpePeD+nElV9EqmVODYQnm0kSCKebGYjnd48KTJ+XL/fwDWapss5SXcT8N5fSsJWN8mc1r1a9VNq78ypPYvhbP48ruywjn7MrbmG+j9lV+KVW6pB9U2Vqk+JbTWjyqTPGodC1SP4aqjqnwQpL5cdUv4Uf29VoylpfNDEcIyEpR6qHVkF14Qm7WJc2A2WLCYrEukon7F7sovlQhqaCfpH+cvmglZQtjICs9BqsNm92OvaAYW+1hDlTZSU+N4/ctkLQoORbMVitG7z1mU1bc/hSxkS48sXkSlUX4BwYIJmOETA7CM1GyyTAL/ixlTU2UVlcs6mcDWwK3J0jfUACzxYxvfJTpkSH84SDxWIDQ+D2GE2YyRgOG6JAEdz3ckEDM553HKytc7ulpCUbDZFQgumzAR2CEOY+byUACLTrCHWkzKIGrx+fGI23He4bwysqHV7CLzvYxL7zerBlr7i2uGprRgiXqJih4DcxOMtA1xGz/bUZ9EXz+OTmmh+i718/8wCVuj00xOTuHPxgmtmLSwYBmMGASmWYtDREfXlmBGB+cxBuYYTbgYah/BlNymPH5Ke7c7Gewb1Tw8OL1BUkEpxnq7WXKFyCGGZME70aSRMZvMzw5yN3hKQbuDeEZ6sFjSjMpbQORGTwSAEz0zeHp78VvtpKY7SMsuqIvalSPvm0YAW3DnI9kNBjNWFzlFBZVUkFYBvcrZoIe2XarK7OpKEH3JPdu3mNu5CrX+0e4NzaH27uAPyp2yWdJZ2ga7+gdvuiZY3Z2FncghnvGw4LPR0quccbl+BgTJFJB5mXCpu/GICFZ0dNMBlbwLAnehRk1E5AKE/SnKa6ro7axCFN8nrnpEBGsZDWj9PtKv40mTa5Jqmw56Gp/75FBrs0qoFO097zfUo9fmDDDC9O8AxSrmdJEJJUL7mISID0xyUDrUW3jUh+XAFKR0vdIXrFH8eV4pE0impaVgNRKkvJ0KkMmlSUVT8uMldRLWSKSXuLL6RS9OTlP6NtyGUq2oiXblsmML7d5WfmjdCvZyrf4Mpsfxb9WnZIRF92qTtkWEwxUPk+qfnl++X6+fHmqZChay8flfKv1LNWFkrk+Uf2SzPfLBvFYkrGMX9mbSsioVNsBJ9OzMlFu4vLZoHS5aWfnCdJCicVKrSvOrOtVDmUnSEnw4qxsorayjCKjgZSziSPHayVo62d6fFLaKBVZmcVM4OmdIJG243IkMYQH6Z0NkT11FpvHj6u6CFt9Odk5H1kJFONREw1H9lPVXINRidgQZSRMMZEwFOMwl1DqyGAsrKG4opqqApESCmMqtWO2WNEkIIrG/HiSKcLxMuqrHNhLmiivrKK6xIp5lT6TBGxmCV5xFZCVwaNFi0ugKANJkRlJ2jAYG2huLseWTWA0ZbAU2iUAEz1yjBVV1lNXW0GBNY5PBqSD4wsktZisjLgoFbtM+BkcmpYVOB+RqJugVorTUUy5g2WbEYvViIwdZGbcgKu4ADQRbi2hoLickpJSCmQlpaKyApdBBmILMRa8cRmMmSlvbqCp2cWCrLzM++IkZRXWpCWIxCMyG9/HtC9KQFY20kkwmMqoqCujxFVMSaXIdTlxCb+mWTCZNQpdSECYlVVctu2maRqaQSOHD3tv08R1m8Mgx6GGZnjYf6MlSTi4wNykj0AgjrPYgkXOyYDXx+yUX1aXUzgKLOTxS8kEgm9miHG3G0/JPoxrDPB5TpvDZaKgECa6B5mfnmM+EpDJIRMYi2motmDMRnLfX01E46gJKPUI9LwEgt5ICRVlLooqaoTqaJaJJ6vYrAmpj8HuxFpQgD2TwB0y4zIL2QyCoardC5QFuQDEo0bqDrTRcqCaQqeRgn2dZPuGiS+EkGHRCiAsOXwEQfmsqNhjO5qmyamiyT1OMNxjvu8mdw27yZmt9EXd+MtqLBx+uYjXfljO6z+ueGJ64ynaPqR3A7LOv19GZb2V8joLR18rfmK7n0T3Vrd54ydPjvvjbHljA1g+TsZa9evJfeV75ZTVWqhusXFsC/rl9DdLaDzgwCo3pa089neKLHXrUQGyegQ1vfpOnXPChFECNJPMxCKjQoPFhllzY7QXU13VTmfzfurr26g3BIiaZ+m+8xkf/8Nv+PiTK0xM3+DLm1foj1hJGgpxGIwYzDI4yobonqmmrf0o33+nmQOtFgb7LNgaj1Hbuo+W/Q1UlpoxxsJYS9vZf3g/tSUu7IacQRv8Z6dSBqcN1rtcvPsBI8YmjNZS7EYTtiIHBfUleC5epGdwjrCthZqiGloyQdBSGG3is9Uifhshk5bxTZxEfJHSaYLuaUa7eunujcqx00R9dQL/fB99ErjOpSwS8AihUdTaiCarglOXLnHvtgRM2EWmAaPJjFEGjEaSJArLSYnejMyEu4MShCbsVJdasB46SIFMWljjSJssWWPigQ3JNAZ7kkjAz/SIBH8mC2aDQQI9c062yWTCajWBQfrKtI/OJhelFRA0GIlL4O2WALrSBWIoqUSYTHCCrukA8wELDmta5uJjpMXvrPS1CQMWmxmj0YzJZBRKkIxP0H/7K67OFRHNFuI0iaxt+lETNurYVsf4NjXxhZrlqooxNdzHl7++S19/iM6TpZS1xhm808VXH/QwNROj7UgpZocdk8FMcuYudz/9JR9f7iJx6hxGs0WO9BfjQiQq50AwRnOVhVDTaWptFqokkDOYsphtUGB0M+W3Enb7iFuloL6Dg+kFxAu5FhgwCb9RjmnkWE/K+R3PkRzfKUCzU+go4GSjW87zLu6MBfHGzS/MV57jpkk/m4r30SHX3cbKIpzmcgrLTnHq9Dner+rBkA0gc9krLFKrUpoGmib/2NubQa7FCg9FexuJneu9YeearluuI6Aj8CgEdn9dVmYVIZtRqQrxVnvcRueBVg4dLsBUVEnlO/+GN5pf4/2X99Fx/ixV7ed4s7OAtj/4GWe//W/505/+G/7NP/snfP97b9Da+ArfeuV9/vSfvceFE80yQVJH7YVvcNRQwuvffZN9TbU4y47RcOZP+JPvvs9360yceP0CbY1nOLPvEN/58TkOvfUuVTY7ltVmPXZfo6ylk1Pf/ed868If8YdvtfHyu6/S0raPAmstxa3f5l/96bu88bP/Bz/5xg/5p++9zvs//Q5nz7zMwXIzhy+8RFNTC0bPKAOX/o5f/vI+fdw1jtdRT4f49eYPfsabNTZOvv8j3nhLfPjRj/jn/+Y7dLz1DoetVlzFpzj98rv88EdvcurNb9J86t/wR8dLaTt2krbD3+F7597ln/7sLd76F/8b3z1xkjdfPsMbP/o2b373e3TUvcvPfiT2vfMyra4ogZsfLNnwy8v9+CpOcvzlN3jz7BEqDr/DW9U1vPvD1zl48BXOdJ7gez86h6nqPV47VMiZd97j1bd/yLunjnLhaBMH3vopr/74j3n94GFePX6Kl997j7Pt9Rz90b/g7df/mH/5o/f54//ux5z6/h9x1FTFW3/wNu3NFzgq2B0/USVBXiuHz73DD3/2Lgfa62SQ/NjOeGEMRllRNFk0NOMLM2FbKza1vct73/kR//rPfsq7P/4pb9eYKDz8Y376o+/zL//sj3j3/fd5a18xJ//HP+dE5at870c/41/9P/9n/uxP/wk/2O/AZtJemH/Ftc0cffeHvPtHf8SbzWf54ffFlx/JsXz0IIfqS+n40b/hlX2n+Pb3znH2jQt0tl3gJ3/2fV79xlscbyjh6KmDdBzbh9nXy6W//Tt+IfR3f/tbmYiKkS3u5K3vtlH1/p/z03e+yb/4tz+T69urGF+Yt89PsdXl4ti336e+uBibqHW0tVIv18OjMslT/Y0/pL6ujoJVEznxaEYmiLK5+4g02dOffFC3p0HY4c7rQd06HZiRgWIykUE9ArgOi16sI/BCEYiG0gQ8SVkFybxQO16Ucg0NowzMLHZjLuWhzYzZbMJiMaAZjBjthTKQs8mKjhmzBC5GsxWbrL6ZnU6sjkJczkIKXU4cDhsmkw27zYHLZcdqMWE0ClltEqAZsEm92WQUmRZMVhcuWQlwKDtsNmlnxWo243BasdjtGDVlJZveDCaz2OTCbnXitJux2ZVsMwbNiMHkoMBlx+Ysxmlz4JI6u9OBVewzGzUs4pvJZMJeWEXdgVd46fx9OnH+B7xx4jgvN0tbhxOb4rVLanfhcjpxFTow2+xYxGaDwYpV8g6n7EtqshbiFBxNFgsmi0MwtEsbO3ZXMQ4ps4lOm9hgc4gMox2ntLMpu0obqN9/ZsmGlzrrqCgtEhtt2KwWjBaRYTRiV5iabVjNlhx2iAyb6LPa7eK7A7vVgtViwmxzYnO6pN8s2JReqbeqPpYyu81Fgeh3FQgWDhcWjNjFDrPJijbbVloAABAASURBVEV4Spua2PfN73JA6kpVuZRpbN/NYNAwSB+x1nwFe2NLJrNqMYo1H7E22bFLfxcUOLHL8SuXAQwWpxx7DlwFLuxyXtrl/LYUFGAx2nDIMV9QXCTnjhOHBMxymL8wEA1Gk1wfHNglCLHJ8elQtgpZ5Zg2mwyY5Xp0v9yK1WZFHcPOAgc2ucZYpN5itWC2FOAsaODAq69wQeiVV09zeF8dlQ6z+G7CKDKccn64Cl1Y5fxiD2yapmERHI0Gg9wdQDOZMFmtqGuaUa4dJrnWGDRWbAZ1jqmSPXyeKfcVadp9cPSVOoXGziTDzjT72VutySVBk7N/6YR/9ip1DToCm0LAKIGE2WrAIMfpphruFmYNNPFd4aBSdtim3rCrHq3LqkemnoHtRgkIXWX11Nbep8radhoqK6hxPQNl64g0WF04S6qXbKgtK8BuMa7D/WyLza4CSpraKNE0XowFbGoTMyWI19C21V16Uy48NbPyXdOeWswuFSABiwR2ZfVyfgvV11dTXuxEBbe71OFn4pZRAnyD3Es1uZc8EwU7RKimaRgMBplA0aNbdvC2h28Xj+41TZBRg0WTzBav5lSzGKmUrI5kM2RkClE+uRMhk0qTScZl5SSOesY9kUyRTu+GEyRLMp4gEo5u0W/dCCbxIJFYivgzGtCu7rPduG+xGbC7jJjkprQb/XucT+q8U+dfRp1jcjo+jn871suZQFb+nottBhNGmamWif7nom67KdFkwGI0m3MBnbbdjFvDnlzQn5GjI7sTrF3DgS0oMskqiroXy3hzC6TpIp4rAjtEmVGCOaM6zvbuabbUU5qm5cayaoy7VKhndhQCErrsKHufn7Ey2pKYjdyAcYXWNLFYnPHxAKmIm3lPmEBEgrhYDJ8nQCoWIuyfYnbei2chRkIFfyvav/idrIwWMukMGUnVwBg1cJC8GiBnF/NpSe9bKoOKTBy/283U8AwxxScVWUnViZ8jyaeEP5uJEApGCEeSSqRwPfgoviWdwo+nn7G5AHOhDBlpm+OUcqVX8aajUWKBICEZsIsF0g/3+aRbchcdJStne67hyn8520RWNpMgkQjj88VI5fxF2t7nVTru5/T/OxeBbO7YSackXe9g2MbOSYyBmjgyyCzxNjZTN20zCOQuUJtpsD5vVq6L6dzjh0ro+nx6jY6AjoCOwFYgYJCbkhobKdoKeRuVofNtHQJ6ULcOlmqFLR5No37rbeVEepyZmRn+y1/eITrxIX/3m1tc7Zpganqci18PiTS5AXu+4nb/DP2zsrsNPykJQGOhEFEJRpMSdGajCZKxCFFZNkskEiQiUQlU7wdm2WyKeMTLeM8Ady724g6HicsAOikyksmErESmSEcjLIQTZKK3ufp1F7fueIinVzqeVm/nEp2RcIxEMkl2/EOuDIxydyZGWPRmM2my0TDBcFwC4STB/l4GPvuSq+EkKQnOYqGIBNNJ0Zcmk4pL4BwWPgn0BO4VmsS2lKwoJpSc6CTTE9f5x18N4Q/ECMcyJFUAIAFfWoK8Fe30nR2HgKZpmIwGzOoRVJlpZaduq4/hnerHXrdb9aOa7Ve0BVioYN8sq/F7dSV+BYQK2xUF+o6OgEzS6iBsKQKGxaBuS4Xqwp4rArs8qHt6LDW0RwqpZ5SRyXG+HA6jHu8xO4spLHJR4CrEZXdgfUHfH1nbaHVnTHD1F7/lylcf8/n1a/z1X/yK/t//v/k/b4wwMnGDa1eu8qtfXmTy0l/xX24G+Ornv+Lq7Vv0BKJMjk3T+1/+gq5IhLu/+4C7X/03Prl7kb/93TD+EaFEhIgEielVAR34uPfZJ3z1299wtecG/+kvPmNagq6Z6SnGvvqQu5/+LR90f8H//td9jHz2X/noWi9XxxOkUklSEkQO/Nd/z6V+Cc4+/orP/vqvuffV3/D3Q6P0zKSQuHTJ1XR4gfnf/gc+6BvgV3/1j3z10RcMSbCYSKbJGqa5+vkthrovMz/fS99IaKndTs0k4lli4TRqNn+n+vA0dqvZRLUCm4hniEXSqBfHPCkFvUnCC6lNyVATPopW6wwHUoQWkjlZKh8JrS03JXZnZJIhmcjmeFfLUbKDviTrtV/Nv9F9JTfkTy7pjITSoiO9tP8omx+lQ7XL+70eX0SwiQbXxmO9NqvLle1Kl7J7dZ3aV/7l9Ihfav9xFJH+UfJW8yk5oUfgr3Qonny7/LmYTmRQE4L58idN43JMJ0XWw9fTpzlrdl5buYQTi2ZkgjW9YVLncsiXIuRPbbhNJJBGtVFp0JsiKO0jwfSG2uf0yfVDtVUyFEWDmdxbFVNyjkc2ICcnY5m9ynZVtlZbVR5S+lbJzZUvk6HaKj5lj5Kn9p+UVstW8lTZevLUOaV4FCZr8ag6xaPqVKr2VV6lj5Krzou0YJpKkLtmqTZPTinikRRJuQbLwvjOOzmegcXqvqroGYjWRT4HBPSgbh2QDTLzb5EVAKvTCI+I62y1nVSZkpi8g/QmNAnsjBiNBowGIwaDAYPGNtuyhMNil6WCUouJAvcIE0EnRbWlFCSmiCZjhKvrKG10EBvtomvMgtFYRmOxA2c2SczrJSorXdFAAP/QMAGfF625jsq6apxOJzarC5vZyspYNi03ZchoxRQXFFPu7mYmncRYUklNWSEFaS+zU4NMFzdSsK8CQxyygQw2maU2WkIMTRpxOipptGmSaiwUuDDevkjvfJiFpApUFcQJYokFbvWnKSsqptScgEyMlNUucgqxm8tpNPqJTA0zOushU2BXjR7QDsypR/fMFg051NiTm3R9JgXTAxH6Li/Q9aXviannkp/ui5trf0/0KVqtt/srH91f+XO2qPxaPKrN7GiUgDvBzGAkx6vKltM9kdFzaYF7X/rXrF/Ou5l8Xm6+jbJPUX7/UTbnedZKlc89Fxceaes9waZLkWC3loyNlCkdStdym5e3UzoULS97VF7hq3xezZPHSdWvrlP7SsdyG7q/9hPwJFiYTzLWFXokDqr942jgeoD5sSiZtBzoe/AEz4rb0XAmN3AfuBniyu98G6arv/dz9UM/1z7ceJsrv/dx7SM/Kr3+kQ9FG9Wp9F0TnYr/quhUdOuLBaaGYnimExuyOydDbFYyFClblA8qv5quiq1X18BjtQzV7priFZs2hcWasgUfkaNkKlLylB0qvxYp+5Ruheda9bn2i3qu/k71lWAv+7lysXmtNqqs70YIv5xj8xMxbn56v40qfxJSNt67HGTBnZTzbA+eZMtc1jQNg+H+i1L0oI4duxl2rOXP2HA5vlGD5sc9+mIoqKampoamCic24zM2aqvES+AWXPDijUZJWopxaGWUl7lwlhSJDzJKDnjxeTNYipVPUSJBL95AmJSA4ixCBhr9jEyFCSSNZCXQi3rnmJ/xEEyZSUtgFQ37WYisenOFTKtFgn7cgQXi1iLRacApq5nFJYW4Cp1kjA7skVkW5mJkDCasherQjOOdCWN2aQRDHryxLElDATbNQDrlY94bIZ5IL6KiYZDo226MSKDpwRuME0mbyG2RGTxBKxU1GbwLaSYmjJQVW3JVO/mf0QhGs3i9/WYOng+scjwaBANXkZHSShPlNeYnpsp6CxW1lg21X9Kj+BWt1itlFXWLsiRfXrOYX8XnLDCiXnaj7F+SuYynQvKVdWY5bs2bs0varSUvX6bkVtQ+QuYjbM7LWCtVMhWtVbdU9oSyl9qLbxUKk0fZr/DO6XmEjyJnuczyNfjzOKl0BW++rWqjaHG/rNqMVSairA4DhaVPdzwqfSUVJhxyjMg4i726Kd8VWRyCRaEZx0apyIyz2IyjyMKG2yjZqk0ulXabaSv6HIvkLLaIbgs2lwmTTAyrMcSGbFhsv8Sr9pUta5Bd2SZ6lnjzPKqNovy+SoVX2bRpLFTb5SRyVshYvb+cV+VV/Vo2qjpFql5RLi99tUHszXYTuXcHGcBWIO1U+yckhaNV9ZNZQ24n7OVNBXIZmbBPp9MyrpMZlb0Mxg72XU6LHWz9szRdjmn1ohQkXanGiMPhoL29FJOrjvJiG5VNTbR1HuJsQ+F9VmsVpbKyVWi/v/u8/yuTM5kscn4iZ+fD6lNxomEfUbMV+/5jtNTVUmEyYS5vp7K0lNpUmGjARcP+/RzvdGAxp0lYbJTvb6L+UDu2SBBjcRVF+45QU1VDYciL371AJFVEkQRjNkuYBZ+HmbFxxnPkxr8QJBJZIJxOYeo8TW3FAdolkCwtK8Je3UFT4yGOWtwkfUYKy5xUdJRiE1scESvth8vRiBCxFmAuqKHGUkjZ4YM02OPE3dNM5nTM45ZAtOlQKcl4VILABPGUHaulgMoy8TeZQSvKENKKJRAso8z6MCw7rUSuvRLcZlAvVNhptm+FveombJKgtm6fnQNnCzn6StET05GXizjyFO2fRHdVs42icjO1rbY17Vb2PAu78nKfxOZHtcnJfQ4YPm89St+j/M7XHT5fmOvPkkozLYedqk+fijpOFlDVYEMFBVtxvuw0Ger8NtsMWOxG6tod7D9b9OzpzNbpaDteQFmtVe5nliez+xG2dAoWip4LJqLruejJ+5tP19Fb3+GQQN2Uw3XfiYInwzYvW3Q1HSzAJQGlmjxgj28qsFO0x2HY0e4bdrT1z9B49ejH/cBIhUjLFVmpqqrkD356CHvdaxyV4K6hQm6+1Y2cPtUqjBqUnOVgWyWtVbL7Ij5icjoJ6rtWucBuhQ0atsomWg+e561XLvD+u0epeuN1OhwOCs31tB85w1s/eofT3/wWb9RYOfrWe7z6+rf5yXtv8MN/+g4dr/0B7595nT/8H37MN976NhcOvcIPvneBk6+dpKmwjbMXXuLsqRpcsWFufXWRr4UufjXAXEIw2n+G186/xo/fPUzhsZ/y5qE6Dh9qpar9Jd6UAPH9n7zBue99n5cPNnKgfR/NZ9/gvTMttLzyfd48+01++PYpzr1+grpDb/D+hff53rEs8akuruV0XOdmr5fMK3/EO6+8zGvH6mmsrKK66iBv/uA1OusdmGQRsryhmoaOeiwrMNmZOykJVOPRjAR20uE70wXdah0BHQEdgXURUPfgvXF1WxcCvWIVAppBw2wxYJZVUE2T8RZPv+nHGGiahkkm941GYy6Pvu1IBPSgbp1uk+MbbYeio8l1zmTV5KKnYZALIEubVEg4c/rdsxJMNVGwVL7FGWsp5a2neOvHP+QHQj/88bf48R+/w8vnD1LMFm2adI6zhSOvvs17izree+co9eKvCtjqX3mVQ2fO0syDzVTxKmePH+WlTvuDwh2cs1gNONTv1MkNbge7oZuuI6AjoCOwJgJGo4a2Zs32L8wFpJntb6du4f0HmtRE/o7AQjdSR+ARCMjI+BG1e7lK7iSaprEyKGLHbGL+fVuXMvd31X+ry4rJanqGN0sNzWDEZDZjzpEJm9OKxW7eWp2aAaPMLOV1mExGDNzfTLLyaLPbMd/fzf032a2YbSbh3CvoAAAQAElEQVRMEvjlCnb4P02Tm5H4sFdfpJB7NHonT7HKgE/13cOr6dKp+kdHQEdga+8XzxlPNXaQW9Rz1qqrexIE1L1U0ZO01dvoCGwnBPJjYGWTTssQUAOtVDJLPJZ/Eceyyh2e1SSo0TSJCJ6jHzmdovd5qdQMBnK0TGHOBu35+r1M/TPJKnc0wzMRvf2FPqorM2li0SjhcFgoQiQSI5WIk8pkyaYzZOQEz8jUbFb4ZJdsMkE8GsnxRmOKL0FgYoDJOT/ehSjRnBwlK0wsniEdjpOMJ4gtorT05XKRK8JJJ6IEp/sYGJvDF0qI3kXG5YnYn+s/SZcXbzgf9rAQFD3xDbd47oyJYIiwf4Hoc9esK9z1CKQSZNJpObeyqPMv56/sZxKJxXP5/vkaDsfklJQZlBzD8/uXO7efQJ3yKez1kEwHCYYTcu16CtsTIaLqOpV6AkNWN8nESMb8uH1pwXN15ZPvpyJeFjwzTKmflfGHpU+f3N9sVq7N8TDRSFiu5XLdjiVIpmQMJ9f6tFz/M3J9Xj0PqH4eQX0vfXX5k3ukt9QReHEI7NXh4ItDfFdo1p3YPghoaJq2fcx53pYo1x+6G0uBBGuJxCwT4zOMjQaIBhYI9F1myBfDPd7L5OQ4Y24v8albXJ7M4O4fYc49z7wMAuLBBaITd+maDeMOxSSIixGZk7q+fsZikk9lCQzfZmR4gLFwGjXQ6b/cxXwwwvzIMFMjI0zKoGKm9x6ewAx9Xf3MTM0jQ4uV6Ijtmkx0rNl9MgjJygA1GUuSlnxaIs90MkU6lZIBlfinfsNx5g4Dk27GFjJkZD+eyCCsZJZ400gMu0JnNp0inUySVOMmGQClVD4hZeJTVhqnE1IXF53prMgSEhzTMihKqt96FB1JsSEldqnBkWRzsjOiLyt8GZGdFFl5nRlh8A2PMDEwiDvH+eBfVnjTEkgLixRmiAhms/MevCllmBTtwI/0CjJmlD5SuO1AB3aYyfGpHqbn5Pyemmam5zpj0SypuWGmfX7mwj683kkGB3zE5JzO5A/K7eKjnHvqfMmfs2RSpOTcTsrxn5agdG6wj2B8kqlZP25PAoQ/m06i3vasfFFBSFr4Fa1wTZ2Hcl7F5Dql/E5E/IRlkioi14Z07lxPkpYG6lh9CAqRn5TzPKXOfTmQ08m4BESiWjGL3HR0Hs/8MDeHwyREd0rkpeTaIOJWihJfMnKtSEh9XPxRlRm5RqSlTVquHWklOxEjKXoyaQ9z6vdqR73ERZ/PH2Ap+BI+OZlU8w2Twm52oEuuu+K3BLMLbjfz4/0EwqN0DS0QjKwd3cqlTxzdsBqdUUdg2yKgB3XrdI0s9GC2aFhtxtzJrk76HUV5v+SCvKPs3s32LvbJVvbHosjtmzxLy9SxIiOKjApIVsQCuWgJo8nN9LSXiYkkWjxE4OaH3HGHGem5yN07t7nRN8L8vQ/41Z0QEzdv0D/Ux4B3gYUFP8mx61ybM8lKnBGrxUhGgsKFvj4mzWYyhggzIze4e7eHgakF4pEJrv/DJ/RMzdJz9Rp3r93hnj/J/MQcNmeEwVt3mRicZO3hBGtsWWKhIJ7JCTy+WcZEx/zYCO6ZGXyBkKwausUnL76Rq/ROjNAz6WN+eh6fd5ppbxzP+Cju2Vn8Mssv0DyQn0kSCwfwzMwxPTZNKDrDyISH2ckp3O5ZJmd8zA4Oic45xqfcIm8Ov2+ekXEvwcA8k8I7PzXJvHuOSXeQmSm/DMA8zHsios+Nb35G5HhzfKG5Sea8XkZ6BxntH2RlUJcmEQuxMDvH/PgUHgki52/fYXh0imkZfD4weOflVGCckcGqGnTvPOu3n8XqWrmeVeHh64zI5EzP6BhD1z7mxvAsgbHbDHkDzMsqVzg0R39fFKPR+EImvpTtcola0/yETPr45Xz2SBATS/nxeXx452bx+jxMuyPMDQ9JUDfN9LzUybmWiPrlHHez4JtizhfBPTONd2YS9dM9SVEin5yebDJGLDDH7OwYA8PzeKcm8IUWcMvK3/zYKN4FNxNTXgn0kixdMrMpsvF55mZ9eDwLRIJuQgszjM948U+OycSWVya83LinR5iZHuDGSADP7CR+r5v5eS8+X4hUTvviv8isyJliZNqDf2aM2XAG3/QYnrk5vF4/AVmVm5drrLo+Bvw9DIzNyDUmht3oZ3g+QDw8JzI9zMx6xd+F3FP2i5Ifm6TiESZufMrwxDDzMiHnkevgeNclBgev0zUdJZLIIneHFXKMJg013kPfdAR2AQKGXeDDs3EhCzI5RTKekaX8rJBKN0hyEcv9aGpkg/x5vrXarS5bvb9G21g0gxropmVEF489xoa15OXL8mlex5OmeTn5dLWc9cpX8+X31+LPl6k0z7fRVLVRtJpflSlaXq72Fa1XpuoULa9fzMci2dzEo0xkyqB22TGV51epokX+6GPShMxMp+Um9WxOgO0vNSu3ezVrHYulSctM8AqLjSacThsuV0GOClw2TMKgSRtvTIIymR2eGhxjYNpNWAKmdGKC4buXuHy1i76wCVtNGdE7XTJwiZEyO3GInCKnC0dhAQ7jIHPOKjx+J9m+AZKpKcIBN8Oycjc6NcfETJzZaRkyyagubbDhsBdis9jY+MU2xXT/EF//6rcMee/w97+8xVd/8xdcufK1DEym8Ix9zn/9aJLRWbcElN0M9tzms4/vMDv6O35x2cu1X/0VV69dp0dW8FLLlSZkYDY3ys2vb/LFX/2c/tmP+Nvf9XDzykfcuPUJf/PBLT79y58LJt188LtL3Lj2CTe6LvLXH9wmMP8Zf/vhAN0Xf8/NO1/xiysDXP79ZYKzX/DFnUk+/fASt658wR0JjD/4+8/p/u1f87kEwT3umAShrNrCBGVgN3T1Orf+4ed8ISsRvniKrKxGsOay5arm23RXE7uMRg2z1YBBBoqyq3+eBwJ2J2mTFe/Fj5haCBEzWLA6HLgKXDicRRQUOCSwW34iPA+jZPygJpzUZWANdR6ZzOj6/CtGxwcl+LjKxcv3uHvjEv2Dl/m0K4xcOh60Sk3jnrzB73/by/zYB3x+Z5zLH/6OOxd/y21vGnWOy3Alx5+JBwjO9dB37zN+/lEPI9evy3VimJt3b3Hltx8wONfLL3/xOcNzPpae2k4GSU9/yG8vDjHYP0lw9Gv6uz/h59dmmfjkL/m670t+8+UtblwfIiLBZTwZ4s4n/0jf8B2u3rjDjZv9RHLaF/9Nf8nN21/zyys9eK78N34zEOPWh3/Fjds3uNnTS++VD/h61sPN33xM39AAc6EAoYgPt2eQL++4CS/0yITZVX736S1udk0tCt1gkpFVzWCvXOM+4tbIHO54Sq5ds1z+xE37sXJcxdY1BWmatpMvPWv6pBfuTQSe/5Vuh+CcTGaYm4hx9fd+PvgP0/zm322cPviPM9JmZlNtlPwP/sMMqq3KL5HSrSivX+UV5fcX01xbaa/affxXc0yPxJgZjXP5A++j7fj34peiRTmq/W9Ezgf/aYbfKD2r65bzbTD/wX8UHUqWyFWyczqWt83VCc/yskfllU2qzTKenP95m5eVP6RrrTolS9HqOlWmaFl5To/yY1lZDqc8n7JN0fL6xfzv/vMMs2MxxvvDXP6N50G/5NuqVNEi/+Ns//zv3QzcDhGLpnbIWbW1Zmqalhs8211GjGYDj9/U0MeLN3uA4mySMuMEt6zf5Jw2gUYVB177Lt/73jd49UAj9qZ3+B/+u2/g6rnCcNddZvLCZbSVunOdqfkIcx43Plmx6wv6yXzjHNztx1hqx9haD5M+MpF5xgdCNL96iubjbbmgMi/m0Wkcb8bBrPE4x1tf4UTxAtayBiqb22hxQmLYTcUrB2lsrMUVmWLWP8y9lAl/rIlDLS4Kag7R2NJMR60D+3JFkXHGh0foHxZ5Uq4GYlpZBZWHD1NcXEpqegGDo4Hq5tMcswWxZr0kS8vpbG+n1tMLLa2UnT9BZWkz9QGNo44xfvVxCGvTDJ5kmKH+FKZUmvrD5Qy5K2itbOBIcxGlhazcEvNMjQ3TOzBLVgyMxM2YLQ4cLitWm3El7x7ey2aQyQqZupBjbs/CoK3p+apCGwUlVbz6Xg3j92ZYcIdX1b+YXYNBy60AreVCaaWdqjorNz6/gefmFfplUmgkUYjRVEtHgx25tLG0yQp8cLybLjkg5kKNNFSWUF7XRnl9JwebXDiE0SCkPkZXpZxHjdTKmf/Kj15i//4GChx2MDqxFLZS13CM49o40WyEAPe3VCSG59YAhQeaqD3aSYHJiVkmDJuPNtF5vgrzVD9hWymm9hNUlznRUgPc6UnhnYxRWFRMdUMNtvuilv6rYLq6qYWag3WEZKU/bWunsbmMEmuE6QEfmqxI2ts6KW9sp66+jYb6fdRW1tPkBEvxGZpTE1TY3YTrOtGWpG4gY7RD6QXe/v6f8u7ZTlotcn1Kuiltz3LlXgR/4KGH4DcgVGfREdg5COSvBTvH4udkqdFooKDUQvNhF4dfLeXI65ugV0s4/FrJ5tqI/FwbabtC12uiV5HU58pVXlF+P5+Kvlx72T9wrpiiCgtF5WZajxZs2o4jIuvIK2L/WnpEfs6OTaQ5/JQsJVfR6ra5OvFzdfmj9lWbZfWHldwntVnJUrRMXs5HVaZoebnoyelaUSa2r+ZbXr+YP/RyCYXSJ6VVtpX9km+rUkWL/DkbHpFvP11IZaNNBsTG53RWbD81mtzyNU3934htWchOkjCWUlXayMHGBkpqDtKUmCaQmeDuna/5+Jcf8/HH1xib6eaarIDdnUkQiJkW36Kalhn0IDf7nTQ0HeA7b1bRURPl5q00hn2nqayqpml/DaVy7qU9PgmQamntaKWxpgSXzSyWbsRGxWOlzBKn0tDFxTsfM0Q1WXMJdpMJR7Gs/FVYmb54hXt9k/i0cgqthZRHvCSSaSxOMwaLFbPZjFlWizQlbpHSCz7i8SgRQ4Zg2M9CLEtwpp/hG13M+yLYawtJ+Ua5d/dLCRILwFxGldGIxVWEqeUIRTP3mPm6h/mFBM7DFZQcrWZ2QXy0NXOsxkZxYQxPykjWWkN7iYexkR5uD8zJTDwrt6iXSCyGN20iEnETCmYxWKN4Z9wy6eEns5J7z+6lktnckyLqiZE9C0IW5PMY9zUMJhfO8iMcOFRHRZFcE3nxm1yW1j3n4/Ek0VCQElMUT1k7Bdk0jmiAtHhrtYFdgpopv4EFOSciAkCytIYamSRKJRIYrUaMco4bTWY5xw0rdGR89xjt+ZS/vzLJwOe3mJGALWaQq0AiRHiun7u9V+i3NlNgdFK4CJHRaqGwtYZA/z2GrtxgMhwlYrfivdnN5esxrDUNFMZnCHRfZ2hsgaShhn01SZLGOEG5MmZMdvm/KGwxifrmGO/u5W73AmWNhVgksDSZCigvdlFTocnqZJqoxYJFrlM2kxmTIqMJuWSRnrjIhKWRiFZB+fQ9wYRNbBoY7LJCW4DdlIV1uAAAEABJREFUZsbsKMFZe5wDx1+jbeYyablOymVvhbxYKE0inkE99bGiQt/REdiBCBh2oM3PxWSDIGO1GyiWAVpVk42qJvuGqXITvKvlPmnb5e3K623YHMYclVRZN2z3cluWy1tevp3zz8Pmp9FRKQGY6he7rCw9ab8sx7+s1oqzyIzBqD2Xc2K7KcnKCkZKVtQjwTSpxFqhQDX19RU0yvlrcBRSdOKbHKpo5OTBBtqOHaO54wTnOippO3+c5tMXONJxkEMy61xTXYbTUUpleQ1HLxyjrVkCtbJSSjo7adIsVB84Qce+FjoPHGDfiZc52naMs00VHDp3kvb2wxxurufU6UaaRGZTdYUEXebcYIUNbyYqais5euYAVWV1HD7aSufJw9TUVONyllPcepoLHRXUHH6LU8dekxnp47z2ktiyr5X6EjONB9qpqKzAEHQz3XeVq1fu0113IQV1h3j19RMcf+Ms7RYDTnsBrrJ97Gtt5ej+IgwWF0XFlew/cYjmfSdprGxif5MDreI0Z2TWvaV1P61N9bS3lONqOsqF8500FFex/9ARTpw/zYG2Zjqaqmg7d5Z9TQ0cOHmE9s5GnGN3l+y4OphEK2nhpTfOcOj8a5yuNFG5X7BtrKPOYV4xSN0wZLuQ0WAEo4xyNcMudG6DLqVSWZlIWZvZ0XKKpvpG9teWUdt+kAJzKTVHz9JRV0aFtZiiohr273dhUEHN2iJeWKnFWULlvqOcfuUCLQ1nOHf8KCePHaCprpbacie1xy5QU9jK/o466js6qGo8yRsvHWRfewf1ZU7qWhqoqq/CFJ6WSZmr3LpxlRs37jA4l8RQ1Snn4nkON5dT3HSIpvJSap1mTLZCysqrOXCmGc09zlCuzU26BmcJVL/MoZY66mtKKa7roK7lKMdaKsXGM+xrOc2pA20ckHO0oeUMbx1v4dTrwn/4MO1Ncm20RJkfVPrvU9eEWyZsrDjLxEbpo5Ny/Wg9tJ+yshrKq5ppO/0qJ9rb5BpSSbGjnrrqShol8LNaizlytBlHWR01rYc5eKCTlrriTV0PTBIRNxw5JnIdWKR3C6obaDh6nqbKVo4ebKTEZUNOK6l58FHnmEEKNU17UKjn9h4Cu8Rjwy7xQ3djFQKZdBb1vTo18F1Vpe/uEgTUDH46lSGbkancXeLTZt2QuA51rKv04bblVNeUUVcnN3IJXgoOvcp+CWCO7Cunqq2JwqomOmtsVJ4+RcvR1zgvg403L0jAc2wf5aWtHJKB4vkLB2hrLMVVXEzRvnbqNTsdxzqoLCvC4qqjVAY5548d5FiJgcb9LVSUNtJSWc2xU03UyaCkUGaiTQ8b9pgSDWd5FU3HznG47RRnD5Sz71Ab5RUV2MyFOCoO8aoEU/vPvsOpzqO8dHgfR04fpqW5lVqZMKhra5YBVBmWdIpkNMz9n3UIE3OKTa2HeOnMIY6/dp724maOHzpA57EzHOjYz5EW0XnyFAf3HePskRbqG/dRWlZHW7UZzVzPweMH2H/mFB2tDTS67Nicjbx0uoYCl42Shn20HTrO4ZZ62upcFHW+xJHOg5x7+QSHjrVTLiuEeTvCVFLR0M6Zc4c5cO51Toj8spZOWttaaK5wbmoQxy7e1GDTLIH3dgxKngvs6rImpAmtpc/WeIT66lo5PkuokmPfpRmwVrVTU1JIiUUmMAqq5JhysB3H6rbCUmraj9J+/BRtJU0cOthJh5yLDTXVVBY5KJdrVbMERZ0HmmhobZHrSguHzxyhpbWDmmI7NXXVlNfUYMskiYfDRIUi4QgJSw3V+1/l/W++yrmzwtt8kObSKtrq62k6fIoDLYc5c7gWpymTaxeRdtGERsrVyZHDnew/tE9kt1Nf08HJE/s4cPo0DWUtdO4/wIFTL7H/wGlePVBK45GzdOw7wP76cioKNFlRDqNkKYqaq6mo7+CEBKkdx07TUWTK+VBaItfRIqlrP82pfY20N5TjstVQWVFOrVwzrNYiOjvrcNQfp7WujgPttVS0NmFg1SbHg7rm3x/frKwzWSzUyHWnyGbHJFXO0jIqG1soMFmpPniEosICzJpULPuYbQZMJsO2PE7QNx2BTSJg2CS/zr55BJ57CzXATcsKRm6WM/Pc1esKnxMC6saWTkrwvke/JqBpGmrQ6yo2YbbuwEuZDE7UuSrJMzlibMXVNB57ndffeD1H5w7WUiMDrJwyow1KzvL68RqaKi1SZKWovI4z3zpNhc2Cma3bjM5SStvP5Gx4Xdlych+tlc6tU6BL2p0IaGC2aEistjv9e2qvbNgKGul85XVeEnr5lXMcaquh1LpasCMX9B46e4AiCZEMlNFw+DQnc21e5szJA9TZQeKa1Q03tG8trKLu4Ou8nJP3OqfPf5tXjhzidNWGmm+aSU1ipmUFNy0TmqgL6KYl7LUG6g6zMdI0DYNB4/62sTb3efX/2wUBw3YxRLdj6xCQ8xKzzYhFZqAMxvwJir5tewQ2Z6BJBjwWuxHj6qnHzYnRuV8QAmo8ogJzteL6/E2Q64LBjM2qYTLe167JtcLskHBOu7+v/9cR0BHYHQgYJGIzWU3PxxmjFbPZwrNSl7tOySSeGuNoSwHI83FtJ2rJkmYjhJbBJGMJi3ScwZTdUBslF+HcibjsVpsNu9WxZ+dXlkwmQzSaJJtOksrIvkxoZNIZkrE4yYifYMCf+62rUChCfM3v+jw7656N5DThwALuGTdJUSDuyv9n8wl5g4Jj4oFw9f5//xizvhjBpXcwP6jeaTk1gE+p1TU5bnaa7dvNXvVosTrvEtEM6fSzPCqfjedq8sUggZRhMajalBadWUdglyOQzSD3nTS5J0523um9y3tn97inVv7UvWT3eLTSE3XqZEmRkdHboyirpbDIYoDdacZo4rH8SlY2FzBmVyrU914oAnpQt2n4E3g8bn7/u37ic5f54nIfvSOzUjZL171xsjJqT/uu0z86x5gnw3a8WKQTCRLRGIl48v5gOJEinYjl3p6XSqZIJeJE4vln+tIk4wvMjIzSd3uQhXiMpCwxpERGKpWSADdNRtqGY5JPDNDbPcTgsJ9kvrnCNysyUpkHZXKzJpXO6c6IjPv6JFxMxVgIh4lLWSaVICn52EKA2NSn3BibZdibkCA5TNA/ycWv7rIQTIh+pWAlpWMREhJQJ2PJbTeHlB/Ia5q+HLKy1za/pyF/MlOrViofPDKyeTkvrIUG6jCQBH3TEXhWCOxUuercsKinTWSUovI71Q/d7m2OgLoA7+oDLCvjIBV4PZ7UfXRhZlbGVkHi0ioZieDuH8SXSkpIuF77bd6/e8w8uVzuMY836K5aSEmnsqSSGTm0lzdKE4lG6B/wkAqN4Rnrp290gu5JD3NzAYxmGza8hGJpokkLJuN2gzjNeFcXo4P3GBgb5taNLty9H3FjfI553zjjYyPcuzuAe+QaN6dijN67y9jEEMMz84z0jjJ+7Wumkwmme7uYHrnB4MwQd3rm8M/PE4lNMzXlxu2OsXLhJMDU5CyT/b0sTHdxdSzBXM9tpqfu0jsxQf/gKO7hK3RNjXF7xI1vqo/Z6SFu9U8ydOUqc/4hescnGO6+x8RIH4N+H0OD08RUIKmuM/nuScdg/ob0xSz3bvYwOzImF6J85XZKldGKns6mlKz4JeQ4U8fp00naoa3lZqxpGkb1hkDJo286AjoCuwcBOafNFg010ETfngcCe1KHpmlou9ZzmUFPBhntH2V4co7puTlGe3q5M+AmlEgjtUSDQRY8s4RTfqano8z13aXnzm3uyfhpwudnYtBDNOJmYqifvqFpxqbdeEdFxp1x/NGkrNXtWvB2pGPbLeLYPiDKalRGIpPHDZhLnRAPehmXoMefMWC0OrDZrdisdiwWCepkwLmNnBJTUoze6WNyYpKZ2Sn6vv6a0e6L9AYihH29jI2P0DXmJu7v4nr/FDcv9zI96yUmoW1UTvDZy18xJat0U/duM373c3rHerg3G0dLSiCnZclqJjTNiCygiK7Fjyzr+yVgG7l3na6+a1zt7ePunW6m+y7RPdDN7cEx3JPdDIv84akA4eluJif7udY/w9CtLryyqhdNJEnODOOZHmU4Jpdg0WM0asj1eFGJJKkozF7i9vgsd+8OMjc+te0uOHJYyeqt2LoFH3V8qsBOvQVsC8TtOBEKy4zMvvjnk8yMxpgcjO4oCniSRENp/O7kjrJ7p+H8vOydGooRDadRP7HhmUo8dZ/OjccJ+lKoY3zHnZxbZLC6vqVkYnVhPsHcaHRraWyL5eXtG4vl7HRPxAgHUsTkmNgK22fz8jeaPiv/HqF/wzY+hW3+uTjxSJpoKMW8YPxU2IodvhmRJ5Oj6n6yRYft9hGjnIr76O0aZrBvgCEZb138+hZXLw0yE02gvugSdHuYmxjEn5yhry+Ad3Ia98wYIzJ+Ghz34feGSUwMMzE1xYQ3KPs+fCMybrt+j+lgnLiKDLePx3veEsOeR2AdADRNy60AmCwGNNbfjLUnaS6yUpEcZ0SdIeuzbp8aYwG2gnoqXS5qCOHXOmjdV0u5KYTRCqbmFkqbanAsDDAVLsVhq6KpwE6BGYxGSMajxGWWJzq/QDYWp6ijntKaahxOkWu1YRGmFUEdFdTbIsTTEb6eNVAT+hV3Mw0YfTGsgWkCWY24o5P99fU0uMzYJVjLJuOkUnHSrjIc0hdlNc00t9RTXlpEMmvHYTHKDG4GTQJJljYNNAPpaICk+f/P3n+Fx5FlCZrgb+ZaQWtNEAQBahEMxRAMrTJSV1ZnVWVW9XRN9+zW9PbOt9/sPOw877cP+zAP+zKzX29PTXdXdVVXVVZmRsrIyAwdZJAMahIgtNYOwLX2PcdBMEAQICEoANINfvyaXTv63mt2zz3mBjtZpxeTrbWZ4j+L2GcYousmVbM7TVxeC5qp2iSr7UmezZJKZOm7HOarD+b44pf+dcFJwT/5q/XRLJexwGN2XXKVx8lfyELQ9Qj+iQT9VyNsVg/luRRO/mpWeK5fr6U8lu+f/LXy3Jy/lvO80/FJaRv1751w1nJurXzWireazC9/O8vMeEImmnGufhlYd59Yzvf8x/MMd0dyfXx7DtDNaZ3JgAbJ8UiGwSshLn/iv7fw8eym+V1ZSaePF/Ts+HKeSQnw5iYTm5Qzy6VP1q/rirrd1Ff5Kfg3qdsi/de8Lt2UsXhuhXJF33/N405tPXA5SNCfQIOxjpMr0Nzw/514LJ5TH/WcDxDyJ9Hf1m2ux25F6ixk0sQNG+acZNZGe7gwkSYzPM5MShYcROVEMERoeoJAWO5JI2GiRhk79tRRVVLAvCyUOtITzF0eIF2zg/q9TTSXObGaVgotUh8WHklhkv9sGQ+YW0aTLaaIzrlNmXwr3E21gqZ2WvYcYr/nbphb5HxohIHOjzk9NESfdy/NopbEa1DbhictgdQXf+DCh8NY9jxFW1EvQwMn+fj6ANOSiSyugt7zH3GmYxq/pwzsGUtq8BcAABAASURBVAZ+9z5fvv85vXNZArOSIRvvZdifEq5ff0pqHNTsbKGp+mle3emjeMd+Svbvw+fxYJ0JgwbEXsG3CFglsgxOEpnsZtBVijdrYmVxMzHTSRySSbw4OIM/suSKoo1mlUYYucRkPIbf5sEi17RFykexNAyDtfRRHsVNbNff07UcKeDJb5Tz/B9Vrgue+34lx79bwfNSrpd2EX+Bh8heJ4/j36+gcZ+PsjoHzYd8m9ZjUZ/F8vj3KhZ4rtMni/Qrlc98u1x4rs/HK/FZU534U9tG/bsm/DvYefy70s7C74585Pxx6Qubkffsdypy7VnZ5GL/C8Xr6osr6Xb0jVLq2jwYj+ld2pB1L5vdxF1g4fBLRbzxo8p7Bq8Lr9f+pJzX/2xzPF/9k4pbeCi/127wPfG9MnbKpKCm2bEpvV//M5HxpxW8KTqv1Qdq36s/FLpV7HtN+CnftfK7E97rIkP5KY7qqKD7q0EOX320xJ5cnei0Gs3S+qOvFFNe76B2l5uX/qj8Ft+q3aqL8ltKs9q+4j31Zgml1Q4Mme89erdJGUSGhypPP35Lmgnq2FlaTe2TbbS4HPjEYLsZI+Yf5dKpDsYsshieDTHadZ3hyVmoqESvP8WNScauXefsl1f54uoAHV2TFDuTpJNZjRmFS/6zVTzwmN4u1u5+4zZUJ1WVVfzxHx/AVfcqB3eV0VhZTG1dC08f2yXYQlF8nL0tVTRXyuFW/LgrqdlxjOeffZ633jpGzUuv0ub2UOBoZteBZ3jlW29w+OVv8FKdjyOvv8tzz7/Lt998lW//+Bu0vfQj3jpygh/85Z9w4rXvcXzfy3z77Wc58OwR6n2tPPXssxw7UiEZuMt8/ptf8L7Ab39zkqvhKsp3H+bFg/W4d32HN/b7qG44wsEnX+Htt46z99B+6uxlHH+qjar6FkobD7K/fRd7rX566v+U59qqaNvbRk3zIU7saODpd7/JoZ0Gs9dO8VlOxm/58NOL9GXrqT1wnCMVFqqyfqKy2rsVm+Be6JQV29LpLFvxZTz3wr678TAEwZSUsE78HC4Tp8u6PnBbcHmExi2wXtpF/A3yULlWmyxQWExUfz12bkaPRX1ulK6cXpb1+eMG7Wp+dIuvXJ57y3M1WeqLBZ9sXp7qrP5YVZbaLb5fi7w78XA4LRjyhywkadveCXct55Sf9g2L1eRx3AwDrHYDfbJBn0pweq3cK3AJL3eBFX3SYTM8l/NQfot1DhmD+op4U9pvMzJyPH0yDkTntfLRPr+ox0o0buGnfFc6t9465aP81kqXw1ff67Xkhk25OtFpLTy0L1glALPZDJzi46U0d7N7Ke7CvgW7w8S0oiOXR27TiMxdTPsTr3Hi+Ku8feJJ3n33ME8dbaDQacMiBhc3t7H3xHd46em3+Rcvl3P0tZd44tl3OHF4Py8eq2Dvay9TtecNXnn6KC8fbOGo1B97+232n3iHA/U+4SNM8p8t4wFzy2iybRQxcTic1NYWYnGVU+i143JYcTjdFBd5FqywlUgGyonHsXC4db4NUcVK89EDtLbtpqG0jMrKIhxl5XgtFqyGC29BCeU1VRRXVFHmNCksr6a0rIbaygpq6qvwltVTWVxO3Y46ystrKCkoo7q6jKKyYtw2L8UlpRQLv6KSCmqammkUaGqqpqykkiJPAaUFDgxPNRU+Cw5XAYXFZaJDKQWFBbgMOyXFPtGnXlbOmmnftYvWw0dpqNxBfaFTdPPh9BRS5nFRUl1DkadY8Oqpzcloor6xnsLKFlrqG2nbv5+ahgYcBo/uJrZJTINhyM6ja+Wqlkk4KyuFmdwjWmlJDKsb1gdGznfro0FolsJGeSgdC5uB8DQEtLxXoPwU7hU/MKWzGYZxj/W8k34qS+FOOGs5pzwU7oarOAp3w7vTeaGXCaeR89Wd8O5+Tn/PrY8XP5qPhbGmzaK+NLg/fU7bSGEz/JVeYZGH7i9ATme0HpBhs3FYwm/NfBZptFQdloPWKyyv38ix8lFYK63iLsIizfLjxfoVSvEm+mhuRt+wLQ6Rz9e+XeSj5Qq0t+DmzhsYpnA0AAUetU2MstjwFlVQVlpBVVmRzLcKKS5wYRUfqbU2t5cCmcuVl1ZRX+6gqKKc4rIqyosKKCuy45Njh6+CitJiKoq8lBQVUlJVRYHgFLis2MR/5Lct44F8c2yZpnhQilio2VVPeUUx9vsl0uLCVVRD0+52WnPQSGWRB+da5TkK8PpKqKqqpKJ1Dw1uC87beqpcrJALTG3TDTmt7NzZSElxJVVy0alo2klhVQ322+jWqsT9wdObkWbXMllZzt+kCENcYOiFWcpNstre5OpKhe1tRV777e4BGYeGXG9yIPvb3ZytoL9e43KT7W3oT32SQrO2W8GPj5wO9/B6bxgGhiHw0Jx0fwUbwt7A5G6A4OjcJJVMo333bvh6XmnIb1vKA+aW0iavzAPxgMVmwbSYD0TWxoSYWGwOyeQ5sduQixFr3AzBs2B3uXFI9tRqYctterHUC6eWW065baaQYRhYZZnQJVlfi13bfokBEjSnJX2XSqVYgLTcqAR0MiDn9JFV3SW3L3QSbS/ip9NpMtJAyUiASCxBPJkifZOP7GckR5hKk0ln0MVioRY2OW7ITg6ymRTJ6DzBcIxEKpOrVrx7Cqk4SbkBy2d9bGWJO5uMEUsidi4hFR9kEnFS6hOxNyN+WLRvCdb6dtNJyaaKDyWTuj7CFbBFL5IJ0uL/zAqn71gl7ZEW2vi90OOOgu7dSX10z+Yw5Vq9rG/fOxHbmpNmMHUco5GT9A0ZsqBjNdc/ZGxKH4/MBwhGkqT0MXWxNiv9MRkNEwjHpR/JuJSOJKQyPrNkpf8vjOIsacHPCKD9JhZifj5ENJEircjCZy0fRVVYC+5SHLUpFY/J2EySTGZIpRa0Woqz9n2lT5OWa9DaabY2plz2c2PClClMfmSspa0MmUNZBKx3hqyFZDxNTP9NgVwnDe6CnztvCk9jLUrkce6FB9bAw1wDTh4l74G8B+6RByxWsEv60GLJXwjvkUtXYCOTIJm8RcIB5uZmmZ0NEAqGSYTniUoEpBOmZDJJQoK+TDJCWIKbVDREJBhgPhAiFI6QSASZ7L1E38gUU36pEz7zszPMBeYl0JOJ0pwEfGGpF1FZCZKiQpOSICiTkKBDICETwdm+s1ztGWRC6OMidwVFc/NRnZOueE4qdYInxcJHZC3s6LcczA+LbkH8kYXjWyaQtxzo+SWQEF/4h+j3Z8gFOYor7DLxOInxUebFnmRoXm7u0ZV/kyq4SnKT49ID2ZfTN08RmSHkn2Rk/uuqpXtf25dFSJe5QuoWkYVpVtorOztNSCbuSTlWAqVZRNHjm/vLdyJ+wv5xhueQyfLXfHUin5EAVufvORJlqLxzBw/3a4uo8XCdcAfpSVkwSUkHzi0+JGJEEllSMzMEYnEi2ai09wi9Zy9xuW8Gf0gCOxnzycAUU0PdXOqekGtBVPp4mpR0Jh23sWCQmMjLZuME5mKEwyky0SChgSucO9dB38QsIZG31nYxLWDccYaVvaXL5rqeMM+InrPDw8QSM0zPRpibX1xauRU/N1iUiBU2qZcPiB+CgQihQJyMjJ+kBLxfj7kV6LZT1T26hYpXF1y5nWxfh65GLviySvB1Z0CDukSGuP7/37RxV/xFvggm+W3LeOCOl5wto+VDUEQW7ZBFuocg+aGIzAvNe+AR9EA/Xdf76bgWJBWcYvKjv+az0QA9X/2K8+dPcaa7j8Cl/8J/vJCi+5NT9I0NMyFeyOqbV8//jM/itaQdDlzWNHEJdsZPfU6HnI8LTJz/Z86d+ZiLU3GioSE+/j9+yvVJPx0nP+bCyU+4GIoxLLLdPj/n/vB7Oi525F7wKqQ3P/r/BZPxDEm5kd6sXNyRtINmzaIyIUvIRCypgUwsRlIgJRlCYhFiAx9yvn+ITn+SVDwqWcFkbpKYkoyC4iUlSLttgT6VID3bj7/797w/mGFecBPRGLFoglggyOzlSwwlo8wHI4RDYZlYxklpxCNBckonv5L9iIkOEbnx6+QwGU9KRjIqNkgp8uKRkEyWZS4pk1Nkop2YuER/z1d8Nr5o2GKZIZ2MEw1GSUgmIqt8VY+YTGDFXhEstkaIyQQ9JinFuJQRCZwjs2HCYn8qHZfJR4xINCU2Z1mqh5xeFLJQCu/k5GWGes7y8WiGuAT3MdFfg/Bw73X6Pv2EsxLZJ2QWnJIsTkzskwXrBdqH+J0Rv2uGJav+eIh6bFXR/R9/wOWuToYnepg69z4/GUpx+Tf/K59c7KRnfo75yCxdIzYasx/x0993cu53v+DcxfN8PFvGzjIHWet1Tn81TH9/lNnuLq787Kdclel9PHiW9z84zcnzY0TnQsx3DpFsKWP0979h6Fonc9JFN+0TmVykJBs3L8FmRts3FZMxGJMFo7QMmxj9X51nJtJNV98Eo8NRGVBpMokIgVACzdylZZEoKeMlB6KPDrebOknwlolFxf4kaSl1rIaGuhmX69UvuyLMytiO6wKUQDaVRrr9TdLHcScZz8q1SFK28nkc7c/b/Gh5IB/UrdKehgGGhW27pWUCppCfEGzbJtyiim8dtXJBRSJNJJAidUtgJINXUqIutwWr1SHgxu20YUTnickkZjowztBQvwQbAwwNX2ekT1bF57vpvvQpJ89dpms+g81rMH6hQyZRKXD5cDmcOGTZ3fT5cNiGmLK5GJ82iPcNkkmO4B/spWeoTyaIgwwMzDI6lRWdUpg2OxnJIGRFP2OZ6wzTwGIzRL/ll+E0U/19nP/wd/ROX+DXH1zhq1/+PefPnaJjYpzZsVO897HIGRkkEOygp/saZ7+4zNTIH/jdeT+XPvhHLlz4iq458ctSocFrXL92ic/OD+KfG5UMZZLus5/S3XuBi9eucfbUFUISiCWJMHzlOqNdJ7k+0sFnl2cJfvVbLk5+xadnr9Nx/gx9faf53ekxun79v3Gma4iOK+fo7DjDV31DXP7V7xgY+4SPznVysXOQueCM+J0lWxp/XwcdX37MFf8MA1MRZidGmOz7iPOXT/LR2T6mTv0fvN85ytjYBS6IvD+clUA0OEfPZ+eZmpe6S51cPfcV/QOneP/MJNd//e85e72f4XAaWWRekCWBMXNnOSN6nL82yGxgjFB0jsnBQbpkgn6hq4++gGRrJEMTScRl0vtbLkkbnv/qMn3nrhBe4PLQvlX9tAa82YemwsMVLHYnZexI4njFwKO6Usa+9NdL3VEGJRXcVNbDiKOSmd4widEZkpItnx8bYUQWb0LZNEMzVsnSetjTWkZJmYxpM8nM1U/45Ff/lZ/85lM+6woRlwgneH0ed1zGFn66wwnJ8E8xPDJE/0RMMnVZzOXDdRUvafsprHR6enCMyx+dYnB0kOnoZU6f7uLaudN0dZ3h9xdCJKJx0tmkLHikScUmmRm9wkfvdzE18Ds+ujDMqd/9nguffcBkmGnKAAAQAElEQVS5ScERfcRVC2Iig4z0fMWvPhmUa9IQ/qnzdPaPin+CwjPArASC6a4/cH5whksXrjHZcYHQTeIFFlv9W32q4yIlc5x7obo+5mzqkzPix61ue16/vAfu5oF8N17FQxoMReZTDHeF6TwdoPPL+W0DPeeChGaTAimGOkT/e637qc354vq91meb8Os6GyAo7TI3nWCoc/Pt0n8pJDf72MIq4yr9+FGvNjQwshqYUrJ0M0wJlizYJKiyWm3YrJYbD4mEmU2XYUSCmJJh60w2UysTITIm7pJqqqoqKCstw1lzhCfbKmCol+nJSSI2GzYB5WWMX2Y8ZmF6Nk5k4DITsWlSjdWEurslHEoRcxcSHQ+TTQTxzyQpb22hrL4q9/polm0yh5QJ6/KpSYKZ+Rh9owaFvhIyMyP4p2eIZzJY0hEisuo+7SrA7nJijfYzNt7FhdF5ZudiaGYuHIyRFjl2lw2dq8hu7hMdG2BWHx91eXE7DAxjmI7LAwz2jRMMhZG4EyOHaceSipMRn4UlOzDZc4mLwxFsExfol8nt9YmA4CdISYYh4A9jccSZHR9muFt8NRcgFMsQ6r2GX5RJu9w47dYc16+/ZhifmWVgzKC0wIPPZTA33MXwaBf9U1MMi6z4VJC0R+yzzJOSzEPSLMCt/k+GSExcpHN4gI7xgAS1CTQzF5gLY9os2B1WbnYFcW64vwN/MknS7cFpS8rEdoTOy/1MDfYwLjSBlBWrHSyWIP2Xr0lWZITZUJT4zciQtW9Z0AAkLZPNXPZl7ZQrYkoXFr0MDGPF049+pdittiusZKxvRwXJ4BiDPWOMxyvZKYsOI5QRGBljfmoMv2EBw054NEFlrReL04Vp2iktdkg/sWEVxjZPCSUVNVSXFVPkTMlYnObqtSkyiVECoWm6RpLifwOXOUHQV4PpKEK6K5vdrBJQpmJ+Lp+5wmT3Gc5Lxr1jLIhm7tKI4UsFiI2zg5c5OTjLxHSUeDJDWINNybI7vA5kXegmRXxyjLnRIWY9hfgKvTg9JmlZ+ErHwCrjx+a24ygymRsfpLdnirGZtPhhqbBtsC/ukabDNO+NrqZcMBSE7b1hmOeS98BD9MA9GhYP0YL7JFrmA6Tl4pmIpIkFk0QDG4B5oVHYCO1SmnXyiIWS6EpWWmY7iWg6p3tknTzuZG9kqW4b2F9Jl5Xq7qTDes/db/5r0kf6Ua5dcv0qlWuXNdGt4uN4OCXZoIxMJLP3aRRsbbaGYWC1mjgkI2dajTUoK37KThI2Gihx+qgrhLmCZ2hLj6CP3hluHy6LXBKjEaLWImoaPQQkqzM5Nk00xz2jD2cxcX0aw1pIVZmBKzVIhwQh2UPH8IRjFNUU4xLITs0KhSmTLQ/1bTspry3HlJqlH534pzXwkWzM0vrcvmmSNa1yDQKn04rFW0lhSRllXiuGZJWy1hTJtAQRknlMJiNEEgmBAirLXTgKatB/LVJeYMeWY7bwlUnIdSGTIGNkJFBSX8RJxoUuGCdjdeAtL8ZhiRII2HC6HDhLaimQsjzdzVVnO9VWE3smRCgucg2fyPJi+BqoKPPiswvPcIR4PI2lqgaP6GUhiUyTRZaxoMDN7xRJucAmJHCyiO6pVJTJkQkJSiNEhT4WzWAa1dRUF+Pz2CgsLqKsrJpCl4fiYjvWTIpEIkw4npXMi+hR4cYUPcrLCylyW7HekJOV1kqLfRnJeKRFXjoZJRkZpmc0IlnKMLFEGpGE1ZomPBeQ4xiRYJiU3Y2lqBj7DT7rKkSOfBDR6yJbCdliMbDYTAxzuf945LbVDDLM1c5IfUkTvsS8jMEZIsW1hC9O4S2tob40JG3ppz/ixFVSQ2V1DQWyzFHilf4o+D1X+xjq72EkmMIs383ug8/w5P5dtBREyfov05kqwlFRgzeZINw3Qdzio6K2gtpKhyxQGKTTInstH2k2Q2AlVLvLxOlMM9M/KItDEQKSVZS1GDC9VJdbsWYDUmfI3CNCMhyUcRGVLHqY+YhXxoAbX0k53pJKasscuX5qsLDp70MzqSTI9SEh/TvtKcBhE721H8k1MhWJk6huxzN7XcZxAr+r/p4EqQvSH8y3+tSUsaGwaPdmJKfkfpyWa3Bu3G6GUZ4274Et4AFzC+iwJVWQORUFpVZaj3o59noxT71Zsm449kYxT2yQdlGeyn7itfXJP3SiiKIKG4XlNnY/4c3pf2ydPBblLy+ffLOYRXhqAz55Unxy9FXhIeUivdqo+j0pvJ/aAM+70TwpfJ9YJvOpeyznyTdKxC8ld+wjqkNxhZ3yOgdtx3x3xF2LfvufK6R6h0smpeaWHEMPXymnTJzsuFwWDIsVW0E5PlsEb2EZ1bW7ad2xh+b6HdT7smQLEowPdXDl5FkuXOySiVYPV3u7mbIUygp/ER6bHZvHg0vCu+FwPS079/H6iWbaWoqZmSikuH4P9bt2s2N3EzXlbrzWNJ6qdlp276Sq0L3Cv+RY8I5hGBiGsXBw89tJhc+gqXiEjoGvmPU24i6sxutw4izwUiBZv9T1a4zIKrtR2EpzZT2trgxOhxWny4pLcOx2B6QSxMNzzM8tQKa0BCOTJjg4wljYQ4mrmYO7SyiucpN1urF5XThLswT9abJWNw57AVU+D3t2FuJp3ottx1M0lxRR7wINNF1um8gqxG4tpq6ugpr6MpCAyFbgoqJ1B9b5GWZG5wjGDQosUUI39Jifc1PosFDhG+ZyX4dk3WYIZIspcJRS7LRhdWWxFhSKz0wsFg8Oh1Myi2CYFmyFRTgbjrCzpIQG0cOh9rrtuAXfbhGTo6GbcgKBMPbGBozgHP5RP3MxkxJHFmd1HTafSwJYA5fTxHRaiIyIv3dX4ioslGMnVtHDwjo3A0yrgdVuYMqkk01uOsnUJ0Y2yWbbkqv96SRIgnplG4xqdpQ1cKitlKJdBfSGd/H8Uwd457U6qkoLCAc8VDRWsvv1JzDH5ymVMWUx4lz97DxXL39F54wVHHYcDlPa24Vb+rp7YhDvwRdpfe67HKmppEEWgWLF1RRXPMuzVQEKbAFkbY61bPqYoNqwEm5C7EpnLbQ2FZNpeoLm4gLq3QZOya67PRaKfSkCUS/EYxjSJ2317RzypPDm+rsVl2S4deHFSMUIz84xl4MA6YIi7CVFJDuv0Xu5h8mwgSkLM65iJ9hNMiNTzCeq8cyP4CoEaqvka1t97rmyiVgGXcDPrtZY91xinmHeA/fPA+b9Y729ORtyU7bKRdAmF3yH22Qj4PJacPssG6J13JCZ41GwPh5OpXWJzgqSxdgIj0X5y0un8pObjpbLz63l2Cm0nkILWi7iL+q3UZ6LfFYrle9ymavhbrTe6TFxqt/vBNIeFgtYZOJnc5qb6heqp81pkJtACj/y2woeaKGtvZl9+31YCyupeP2veLHpBd5+toXdzxyjsvVJXmr30fJHP+TJd/4tP/7BX/FXf/4DvvXuizQ3PMcbz73Nj//8TZ453ER5bR01z57ggFHMC+++TEtTDZ7Sg9Qf+xE/evct3q2zcvjFZ9nZcIxju/byje89xb5X3qDK6cK+gmZaZZF20+uLtqEefw0GJTvaeOIbf8Ebz/yQf/FKC8ffeI4dO3dR4KyhqPkd/vLHb3Dih/8Pvv/Sd/izN1/krR98g2PHjrNHFnL2PfM0TU07sMz0033qJ7z33gL8vqeEsrZX+cGf/RnPf+d/5C8Pu3nmre9y4qVv8NrRdo4c3E35M3/Ot9oK2f3C0zTv2Elj6W4qjnyPH+42KPS1c+zl13lV7D26/wDt1W4OvPYmNZLVKt/9PEdOfJfvPXeYZw7txFPzBm+99Sbv/un/iTdee5u3Ci/yiejxK4H33vuEgXQFLW/9mLefeoWXD7Xy2ve+yfPv/jd8+413+fG3D1Lx6pvsdbkpKDrGLrH7YCNYvF7KXn+b9rJjvHLiNV771ls8ceAQ7ZJB2f/Ka9SWwsyVL/g0J+Pn/OKXn3At8xTPvPIm3/zTf8Pr3/of+W9ffou/+MFx3vzzf8c7zx4W+nZ2PPsu33mmldYX/4J3TrzC20/vpa2xjId9c0wlMuQmnJLN/bpvPD57hgF6jbNYkYUPVtxKjjzPoefe5I2Wel7787eol2DHUf8yTxx5mx+/uIcTr9Rgeg7x1jePsffZ13nq5W/yb/7y27z+zg95qekJ3nqxnuadbkra2zn847/iyN4/54dHithR7GbnsaOc+G++z5FXXuKw1UrdM9+mqXUPFU7WtJkWMExW3Ipqmjj4+nd4/U/+RPR4km9/S8bLd97kyYN72VtfQut3/nuO73yCd775FMdefIa2nc/w/X/1LZ4/8TKH6os5+MReWg+1YJvt5OQ//YSfC/zkn37LZz1WnLvf4C9+9BrPvXOc1tKjHD/SxN7jh6g9LPVvt7LTPU8000plRS27annsN7fPit1lwTSNx94Xj5YDHk9rzMfT7LzVeQ9sfw889regLOjiai6bIft3bVHDIPdnCKbskzsCZN8wDCm+Bqn8+pgbm+DonmEYWiyA7BuGgaFHUiJ7um8Y8q3AGjZBXRFL6A3DQD4CxhIUI3dsGLeXOSSp19Jd2igT02/x9jsLcOLwDhpK7V/TCpJh3OAh+7mPHuuOlFosgOAs7NykvXGIVLCwGei+kskeYGAYN8BWgLdqP8dFjzcE3n7nBY621VGyeB6+xs3VgVSw4ibn4Qbf3D4LW26/lLo9T/NsTsY7ElS+QJtkTT22r/ENY+n+Aim5OtnPlXpe9jfykT6YW+3P6M5GGNxKs9C3pU7Yyfdj91H7c28mTMk4z6xmvkGu/UAK2Uc3LQ05JgfIZhgGemAYhhQ3AC35epNzaB1fb4ZhgAKyLZaye08+ws8wDHJ/WiosMr6xbxhyVgDFktIwDL7ePHiKW3ny29/iHYFvfftVnj3QRLXLwDAWQHGNJV8GMuUzXOx+7Xn272mhivyW90DeA4+SB2SEP0rmPBhb8lLyHtioB/SRHP1NhpYb5ZGnW+aB3KQ397XsxON9aFodOH0lFBcvQKHHiUOygw/cK4YF0yZZtxt6FBcX4nU5bv727d7pY8Pu9lFwU04BLpt5y8ti7p2slTnpuNbHBXPB3cooa67V39PZJKNvWsw10zxqiLpgY+gPFHORyaNm3Wbtkb5tdeErLaEkB0X4PA59ynJ1xhLsYXFTVFZMgdd5y29uVyd6DM7kbx+PQSM/Hiaaj4eZ67dSVwkV1k+Zp8h74KYHbt+RyYl8bq/faI10Up34bJR8O9PpfThne86hua/tbE5e90fAA4Yh/VA+kirZtDUWC1gkCDce07u0ulLtN00DY9PefPAMNMDXePTBS76LRNOKRXwqn7sgbs3TcstDr/vZdPbeuXc7drCt2Tx5rR6yBx7T28UavC4zRr14rISpq7D6Zkm5sqA4gipllkw6g755Kqmv0FZIpUnrozgrMdlWdVlSYk88GmfVp2DuYk9a6JWH+uouqCufEoy8GgAAEABJREFUzsRJJJLEkxvmsDLfB1yrExVTJmv3YqKmGQHN+ulbFB+wGVtGnPYGw5A7sny2jFIbUiRPtO09IH1Qx7VpMdAuue3t2QIGWG0G+sQgxhZQZp0q5OYGeoFaJ10e/e4eyPv27j7KYzyeHsgHdau0e+7mvKJ3MiQlQJmaipCOBwmEY8TiKVIScITnw6SiAUJzk0zPzDIXiJJIbjQMWkWxe1EtV8TcSpeWyk/LHJALTjVozcixnlLIZpME/LOMDU7kXv2u9ynFURAK+UhAq/jZBPF4An2VsuIo7SKE/X6CAkmtEFwNRKQQWvnITlaWNaXQs1pBViKWbCZNRoK5SCRJKjLOxOQsEzNJbuItYN/ynaMT4YqTla8FEJYSXEv1Lbjb/SCTyqKvYuYxnUGq2RaZQLMNJ3zbve/l9X+IHsiL3hYeMO/R4t22MPYBKqnXfVOu+6ZmsR+g3LyovAe2gwdWDFu2g+IPT8c4Y+Pj/M1/vkhk6Hf80y8vcPrKEKNjQ3x+skfUktBh5jMuXB+ja0IOt+AnFYsRC4WJRhMLQUFMgqZYhGgiRVKC02Q0SjCauvFoQ4pExM9QRxeXTnYyHYkQl2ApKTw0uE1JqigdjTAfTpKOXuT0F1e4cGkGiXNvsXxmUHw0OEwwmyabDBMIJUlJZjMt2UyVl4gEERZI7EVK+MXm5Xh+gpm5M7z3806Gey5yvrObr677iYVTt/BePNAgMBWcJyJ26P/LSoquiWiIiGT3kqEISZG1BUPsRfXXXVpkFdvuNMgFNuS3vAfyHsh7IO+BvAe+9kB+L++BvAceLw/kg7pV2lsSR5J9y+ZeKX0rShZ9zDIWS0MmQUmin96hYU72ByVIyWJ1F+Lz2HE6PdjtLhw281byh3okASdJzv/2Q86d/pSTF87zs398n96P/jd+cnGQwdFLXDh3gfd/e5rRsz/jJ5dDnP71+5y/cpnOuTDDfaN0/dM/0CFBX8dHH9Jx5j2+6DjNLz4aYHZwkHnJXAajSclcZm4EhF8bm5HMWyY5gX/sIr99r4uJ3t/w4Vf9fPKr33Lm93/Hrzr7+cM/fsb4pff4rKOT33x4kXMffspQJioBYIp0MkVwaoqxa59z9eIvea+XXBC4KCExOcTwpz/nF8N+OvoDdP3hJ5z+9J/55dkL/OT/+/dc7vmA974YoGMwukiy7UtdseQxTlNpFjadytB3Mci596c5+fPJhws/W0H+SnU39BzqCMt4iDNwKcQXd8B76Hbd0Devxwrtu8Q3Z341jX80zvRQjI6Tc5vuixf+4GfkelgW3h6lpSjWvOk9OBJME5xNcf6jeX73t5PbCj756Qx9VyKM98e2ld6b8vPf3P82OvfhHFMjcUZ6onz8z9Ob8u0H/2WS0+/7mZFxm0nr/GjN3fNRQ8zb84h4YCtFHFvLpQboD7T1h9p3UsxT0UgxMVIz/fQmDUyLFavNglVLiwXlwZbaMszNxElmXDgla8ZQF4PTKSzFXpzRIQKRefyeYrylGWb6OrjUnZJg1UO5x4k9GSc0MkJQsnPBqUlmujqZkjJaWkZxWRFOl+DkAlk7K8aygQkCA5f4YmyesZkUGQxSwSixQAKzwIcRGCEeGmVizi/nQwRDCbI2hwTHHhxWCw63F2+hC689jn8aJE5kYYsxPz9Pb3eEstJiykuciCHEozHSTgux6SDWYogHkyTDmQWSR+A7EcsSDaVJSSbyETBn/SbIPTgrzVlQbKW81kFV4xaAhhV0WKlOdPX4TLlWGOj/aayotVO1HG/5sdDcUxs3wb+y3kF5zdc6V9Q5ULhFP+WvsF69N0JzJxnKT0FxpKzQviLloq7LbVmsX7VcQrsUp6LejtNt4vJYKK4Q36i8TUBZtQ1PgeWOj5vzCG+6aGW1G+ijdu4CG4XljnVBQZkDT7E9B7q/HnpfiQNf6YI8pfUKHy3XykPxFRxuKza5BymtHmu5Hh4FN3RYSuMrsbNS/VKcpfu+JbbcUi+89dzSuvXse0WPRR8t0mndenRbpFta5vwkui2tW7rvLrRhdVjEr1Y2o7/yLJA+5SmyY1rNx3ackd8eKQ+Y992abSpAbyimFSxW444WmMUN1FSVU18oF4U7o96RzwM9mUoTk4Anlkqhrxq3GpVUVUmGscCFw5LBSCWIxq04XWKQBH6JWJR4PA6mgcRV+McGGJmMSNyUJZtOSFARJqTBGQ5IR0nGQoTjGZZulkyERCKKP5ImGQ8Qirrw+Vx4XR4c9mJKy0oodiUwJHhLB6aJCG7UU4LPdGBN+gnHEmQcXgrKyikt8mFPgiGTem5sWckNZkTXdDgkvGPEk3bszgKKSnwUiIyC8iIKbFbsN/AfjWKJAx4Ng9ZnhQGGXMEq6p3s2Oeh9bDv4cIRka+wVA89Vlhad2O/tNqBt9BCuQREu6RO4RYbVqG7BUfoNny8Cf67DnvZJbIVVP6u3LH3Vv8rfwXBU5w1w0Zo7iRD+SkIzi6FI6r7Ul0XjneJDWvS8Qav5bgtB7x4i6wUlNio3em61Rcidzn+3Y4b93goqbJjWgwey03MtjtMuY6bVDQ6adrnWx/s9cp1YQGa9nnXR5vDX6TRchHWrkP9bg9FEtx7pE8syF8/jwW622U25vS7vb5pRR+JXPHFbedydXJuRZq7896Ro1uJfqW6u/O7Vb/VeVQ2unD7LPiKbdS3edbZrsv0EB9U73TnFtYwjMdymOWNfrQ8YD5a5jwIa0wcTge1tT4szjIKvHbKmpppad/PE1WeBQVsxfg8DtyOhcMt950ISrZumMlkmnTjAZrLSimSrKK1spVSn4cS/yjTwwYV7Xs50JwhLUHVZDyNq66S6t21pKZGCeLF0dCa+/84xnA/Iz0jzMY82G1RCfRmmfHP45+cYioHc2TMNJTVYFbs44kSk2IN6MR33jLxVUkpPosVX3kZDlcJbgkMzWyEmNWFkS6g2DlDOOuSVXAvxYUerM5CSr0xIrPTzOT4h8lkDaobTIYHRugd8pNweGWCVUqh001pTRkOs0Bonbhc5pZrjo0qZHeauZuR1WZslMW2pjMMg4X/5WVI3zBxerYX2KUvOlwW3F5T+qoFl5TbxQadVHmLvtbZU2DJZZW2uv7qY9XV5bXc7C8unwVvkVX8/3XdRu3QRUCLDeyyILZRHot0NruRm2dKN+dx3kzTwCbBncNtsh5wShu7C6woOCV7uh5a7RMuoVcapV0vD7eMB6dcj6xWcr95dor8DfG4oYPqsQhLdVusu1OZw5c+vhxntfrleKsd5+iX6Zeze1ndavSr1d+Nh03ue6YsdFjEt6vxWHu9BYvVyC2cmCb5Le+Bbe+BfDdedxM6qamu5s//4hDuxtd4or2MHZUF1NTu4Nlndgk3A0qf42BbNa3VcrgFP5aiepr3PMdbr7zE9759lJo3Xmevx0OhrZH2I8d5+0+/ybPvfps3ap088c53efX17/Pj777Jn/ybb7LntT/ne8df51/9337Em+98n5cOvcKf/PFLPP360+ws2s3zL73Ic8/U4Ald5dNf/opfC/zql18yUdRO07Pf5pX9x/jOX3yD4y++yIH6Eva98CQHXn6FAz4vB956k+qK3bQefJandlWzIxtikDZe/eHbHHnmHd59fi8vHGunqO4IL+8dpe/z3/OHHP8/cHogjuXpP+VPXn6Gbxxv4dk/+gaHnn6ZY7XNvPJnr1HtOsSzT9bS1OR66C2Sy6/lvh66KttVgbzeeQ888h7QR6sD/hSpZU89PPKG5w3Me+ABeiAWTpOUMZbJ5G/KD9DteVH3yQP5oO4+OfZhstVLk/7eLJMWLfRAioWPBJzYeeKNJ9m7pxHfQuW9/7aXUNZ8lFe+9x2+LfCd7z3H4eYKiljDVtZEXVk5uw8dZs8LL/NsAchC2jJCu6x+1nPwjbd5M8f/TV4+vo8mD6iFbOEtk0ImaVnS+R9lb+FWyqv26Hhg+1ri9lkpKrNhc1q2rxF5zfMe2OIecEkWU596MSUjvMVVzauX98BdPWDeFSOPsC09oI/sGCu2roG3xIvL42DF0/fCWsOCxebE4/Phy4Ebp83KmqYmFidubwGFxYX4Cj24TFYI1CR0M2w4vV68Of5ePG4HK76cha21iWvIPe6Rv4FsrYbJa5P3wBbzgF6/TYuBXsu3mGqPpjp5q7aFB7KSUUslMrnsWjZ7y6r1hvTXYM4wjA3R5onyHthqHpAp81ZTKa/PZj2glye9RimgB8sYGjpR2LJBhYnFasVqs2Axlyn+CBzqPUgf87gXN6NHwB33zwRJU8djMSKRiECUWDROOpkgLROCbDpDRlLZGWRCIHhySDaVJBGLCm6MWDxBKpMkND7AxEyAuWCMWI6P8ooQlwlFJprI/U/H+A0L0uk0uTYVvsKcTDJGeLKPgdEZ5iNJ7ktiNjpHMBwnnLihxFqLVIJ0eJaZcFbs/Joom0qRmp8jKjakYxGxL0FCXPQ1xgb2EmHi4SBz0Q3QPkCSrNgcnfETSSSRZPoDlHxnUZt1/525b+2zeq2MRTMynFb2QiaZIasDSxC1/WQIQiRGQnaSJHP/X3V6cJDh6QgxxRU22XiIiH+coYk5EtLf06ks+gbdHH0yiT7cgnwn4mnp/8JfxnHcP8LgwAgzoRgJuX7cb69lRP/o/CypdJhwJEE0dutLx+63/K3OX5pb+gQC2qAPR9u81LwHtqoHHsFp81Z1dV6vvAfEA3ofknu03pjkKP+5Lx4QJ0uwFo9PMTY6ychIkEggQKj/EkOBOHPj/UxOTjA2GyA+dZ3LkxnmBoaZnplhRt8KGwwQm+ji+qif8bmITKyihKenme7rYzQaJZLMEhzsZHR4kJFomlQiyODlHmZlQjk7OsLU6CgTkTATXZcZmxmj53o/U5OzSLOvw9qsTDaVd4qMdJaMTCYzqTQ64dNj0ilSE9fok6BxOJCR+hQJnbiKhIwEKF/jSsXSj5zLhmcIj1zh3FiWsNCkhW86lSGlgWtvH5PpJNFAkEg4QkQmmCIaUQYhlSItotOkZDKsbDMSEWdkcpyTKbhpmRgLKz2FKEVmblj80c/V6YWqr7+zOV6pRArlnxGirOwoKE8hFr+mRFYUvwRbEzIJFzWFPEMqKfUiV4PorLRzRnyREPqcHlKv83zEZ0JMUutl1p4V5XM2ir3C5JaP8klJu49fuMi49hO1Q2xKCU1WJtbDQ5MEAjHkEOWTkcUBYatLArfwudcHagK5r3vNeZvwk2GcklWF1VwQkPHnn/UTjs4Tmx6gT8bBbPdXDE3NMCuLCaHABL0dI8xPd3N9wM/06ADTEwP0Sl8KBEISoE0zMRmStk0Rn/Mz03udGWnVVHKC/r4xxibCMiaChAauMyByhrqvM+v3IyqtyYGqt5iwMm6uT6YXxqwi6ZubpYOnpPOmpX9N9fYQSogOUwHp/0m0H2QzC2Ncx39WxkpG+mkOlP6mlCxZGRMpWZzISN8dG5sS+6LSd24CaCwAABAASURBVBfrF8ZbNjPHrIyrKQl408IL4Z2UsZHR/Zu8tuaOLlabFrDoqq8ebFLNtNitP4fQ9tokqzx53gPLPfDAj/NB3Sou1wGekslbNJgm6E8R8Ce3DQTnUrlVxqTcfSKBh6z7zPbx2/1u4+Cs3FDlpi23V+KRzKb7U2g+LdmlNNpXV+nGj2m1AXKzN81xBgcn6OuNkpWJn//Uzzk7EaL30sdcuPAVZzv7mLn0c/7xQpT+L8/SPdBLfygiAaBM3Lo+5eSsh4TFitNukJIJkP/SZfosFlJGnPHOzzh//jwdY2FioWFO/v37dEgA2XHqSy4Ir8vzCcb7RnF5g1w7dZa+jn7JHbDGLUtSgsfg9DRzczNMzkaYm5xkXoLOYChMPBrEPzVPsP8kVwYHuDYWlHOzgutnNpgkODUlx36Cssp/I/ZakJuOEpWAdXasn+neL/h0NMWUf46gTGj9/gD+MZkMX+9mLBVlWvjP+6eYCwdyPNOBGQLREPNzAeZkYjs7P89sIEFoYpQ5CY4D8wGCkuWbnZvP6RaNB5ifnWdu6CqDfVc4O7mgwsJ3llQsTEhs88+HCMXiYl+AaDiag8D4DPHgJJOiWyA4TWdnt7RXP7FYirh/gtnZWaYlgxoUPSLz0wxPzcmEfRSd4E/553M6xmNBmQwHmZuZFBvm8Ev9zHiQUDR1y3jJJGLEJCsyNT1H12dfMCQ2+yNB5qf9zAjEUuN88cVlhkfmJFsbIxqYRW2cmZwjkUhLCLBg0f34ll58P9huH57iAP2XBvp43EpK+ztP0zfcz+D4EJNXT3J2Lsz1c7/gwrV+RqSPhCJzDI2lKYqd5NMLA1w7/QXdEix1p8qoK3FiWAe4KosxPV2jDF27yuUPP6JfLqZx/1XOf3WBK73jEhBFCA2OEClzMXb6JBMDg0iCeyV1bqtbWAS4rTpXkYrHCPllvAUiJCX4CstiwrwEjvNS+iWtPdbVyXxsiOFxv4zFEKlEiMDMHAHp7/PBOAGxLzAzRSAcQ6YpN/thVoLZqIyZ6bk5IpEJzp65wtDwjMwHkiQjARmTU0zOR0lEe+jt6uLq1QnJBIaZF97z8zNyzYiRuOWikVN3S30ZpoHVZmKV67Jc5tnsloxnZP0ne8t1YbM88/R5DzwsD+SDulU8n5YL28xonLMfzPLrvx7n1/9hYt3wK6FRWCut4ioovpaLoMfL4Vd34P2Hv5tirDfGRH+MU7+aZZGPlot8dF9h8Xiz5XJeeqzwy//fRE7+avx/JecVZ/l5pVVYrNd9hcXjtZZKozJypfhsKV2uTuRrubT+TvuKq7CIo/uL/BfrVivf/08TTAzGGL4e5ctf+3N+UfrV8O9W/+k/T9NzMSyTy8wqvfgxrrbY8Ppc+HwFAoX4vE5s4g6ZJ+KPzTMyMsJg1wC9I8PM9veTjvfTeeYD/vDxGS7OmTiqCvF/cQb/bJKMuwhfQQGFXi+eokI8jl6mCquZmfNBVw+Z9LBk8kbpHuihd3CMoaEoY2MiDANs+ntSDw7Tvo7fsKYZ7bjOZz/5Z65NfMnf/NdzfPSf/jc+/eQjzg2NMD34B/73n/fSNTwugcZVuq9d4KPffsVE33v8/SdTnPyH/8BnX3zBJX+alKl63IC585z76gy/+nwIvwRp2WySKx/9lktXv+QLmcT+4XfnCcr0MEuEAZkMDlz6iIt9F/nVqWlmP/wnPh/+jPc+vMK5zz6js+Nj/v53g1z4m/8Xf7jUz1envuDcuU/4qKOPL//TP9PR/2v++ePLfHFphIBMJm9ocKNIM3HtEmff/w2npyclGB7ko59+wpWOK1y9fpWP//bn9H301/yi8xrnxwLMBDOSGYSEBF/X/9P/yknR6Zfvf8qXv/h7zpz+Z/6fv7zKtb/9X/jJ6VP806+/4Oxvfkn39U/4m0/HGf7i7/js8if83U+/4Ff/9BVDmaRYeEMNKaIDV+j65Gf8fGiaiekMydA0U5LNOfvpaT76h9/QlU1JNjOLJACZ773E1ZPv84eBMU79x58zIxmhtPC4bx/pPoYhX/dNwNZmrKbbnAZarqTpjhYnaWnNy90phqYTHKzpYKLsAKHhOJIiJ6MBzkQ/vZ3DGG4rE5ES7PYKnt5XRmFpIR4JDkKdH/Dxe/+ev//1h3wxvCAl2BmlwjZK3DlLZyRJKjnDUE8XgwELsax9zb/dlvUfzKXjb4F97nuyb5Bzv/uIwdFeJiNn+ezzK1w+8wkd1z/lN+dkFC7NvqXGmBr5it/+4gpT/T/jd2f7+fSXP+OrD3/G6YlUbowvoicHv2Lg7M95f2CIgZkkkWhWsnSQicwSHL/Atd4P+JufXWN0MkBaMn3pxDTzk2f55U87Get+j/OdPfRNrPd57pxJ2/ZL/92E/suM1dpq2xqWV/yx9MAql5zH0he3GC3XezyFVpr2etn/fAn7X1g/7HuumL3Hi9ZMe0BkKKgsLZVWeejxcth7vJj2p1fmrfVF5Q4Ky+w07vGy59kilN9SHnqssLTubvv7RD+Fu+Hp+Rzv51XHQlazQfH2iH/2in66vxSUXmGxTvcVFo/XWqrstqcLpQ2Kb/PB/hdutI/ouVZ+qoPC1/h3t3ERV9usoNROSZWD5gM+0alkBZ1KcvX7xdd3g9YnCimvc2Jw5+1RPZuVVfV0KoO+kjqVXJzWLLd2wTuGoaXizDKT3U2hTO5LzBEu2F/lGMPiw3J2H3+Ht99+kWfb6nE1vsZf/ssX8XSeof/KFSaErSFYiMzUlXOMTEWZnJ5hrv8cXcE50i8cI3u5C7PYibmjluzorEykphnqDtH03BEaDu7EKjzW9onjT7sYNw5woOlZ9hfOYiuuobyxiQZPlkTfFCXPtFNfX40nMsLkbB9XElbmonW0NXrxVLZR19jAzmoJKJcIDPROkrVaqRRdakq9GMY1rnSGGeuP43K6qNpRgxNDKAqoKPfga2jFYXdhDH3G70J1tE9cIySr/11xDxmjit3NhZhlh2hrcYBkD6d6pzESSVwtbVg6xymoLaO6rYEyCYiF6ZLPCMOSqR5PtvPcjjr21rlx2RDXZnOA24frwFNUdp1nZHxO2suJxw0Wa5Cu+XoaqnZzrMpDiTtO0G6jqmY3NRWFlFc2U11RgifpZ0YyHf7UNFOOFioLC2jaUU3NrlZaJNDXa/uCMkHGAxJghio43lZHQ4UFR3KA/r4BevvnsWYhLEG5w+3B4wozNzvNQNcMBIO4du/B7vKsI1Anv23AA8YdaIzaRhKznfgHu5kxd1N18QtGwnbmxyVQmh1izOrB6qvF6rezY0cxxSU6AtPSdxeZGhTsOsHxN3/Md197nidrE2SyA3x5fZhAaJRZyXgP9CawWDzUVcyRkX5md1fgXiTfRFlc7qK82sb5T75i5uKX0q+n6Iv5JAisZGeti9zlapH/7DjBoWtcliBsMlxLTXmh3EN2UFKzi7YGLy7BMwX0Y6tqpKCoHK8s1FwOWcjI+HW7rGSCo0z0XuPajJ14Kgo2GzZXAe5EhMzIJS5mEoyHqynwFlLksyqrxwfE2XfqZ4+PI/KWPgoeMB8FI+6HDYbc+e0uC4XldsobnBuCikYnlU2uDdGqTKVVHrq/HCqbnDIJW5l3aa0Dh8fE4bZQUm2n6oYOFRu0Y1G20issHi8tV6qvaHRRvdNNhei6FHfpvupWuWNlO5bibXS/Qtqgull0aLhdRoXUVYpvKkTPDfMXHlXKX+TcjUdZvTPXJk6PhcIKOxWbbI/iKntu4cFqNe7HENgWPA0TmXQZrHmVNSsr8JYKKopqaKupwFW1n+bkKMHsFL191zj/+Vm+On2NsdlhemVyeH1UJvOh7I3Je1qCjrBkkyQwqt7JiWdKaCwJcOFKCrPtCcoKiqnbVUlRhYv09Cyms4yahnoa6ssp9DkxWLZlQH/Doo9p3XrGToEtSbHZx+Werxg3ysAmwYrDia/IgVMWm2Yk0OwdnCJAIS6rC190TiZrBm6fHYvTg9PpxGU3MZcwdpQ4SUXnGe3spX8iIrZUUFMkkYsZJ4QVi9eJwzHD8GhGVvFNrI4iyj122krmGK86jLemhTJLGkc0LBkSU2Q5wObD7SqkusSOx5FhLpYlVeClrNpHbGKEoZ5hxmcj3LoVUGjP4Mr0cKnrGlf6hQ3zzE52ca1viOG5DJlQlKgrRTCcITs/R2xeAqrZDI2VMUZGO+mQLGQ47aVEGt7ucGO3W2We6sJhs4p/XDjLCmBmlmTcgd0pdeIXh8uFy2Ly9ebAZ0/jyo5z+VovQ7MpohKoRyJhQukU4UiI+bgdR2SM8ekwcXFVoS+DP5wi7vFgCC/ja2b3fE8f0Q7Np0glMvec97ZgKP5OJrJkVzPf2US1xUF9UZJMTTFdnU727t3LC0ft2K1R+qZsuMuqaH5mD6mRaQptIeLhCb74zScyxj/kwmScqLWIgpJKyooLKTDCMHSKmaqjVB16jZ0uB47R68xbC/BVP8GB4mmcxhyBJJveUqkUyVgYVzrIjKcWhywy2eQ4Y5i4PQbO1BgTAYPglJ+oBHMJbwkl0RkS8Qx2CdJsLjc2h/Rnh+WWMZ6VRZVUKkbEmSYwk8UWHmfKP0X/eIC5mSBZM0IkOC88raRifkKxefxGGaXRKVLxlCycWHKPNm7awG3EIBlLk5LFQVmv20Za51XNe2BlD5grV+drDQNMi5G7wNmdJnbX+sEhQZXCRmiVRmkVdH85aL3Ta1lRL5vDzOluWpDzFhwSRCynf1DHqqNDguPV5KluGuSsdn6z9Xfyk/JW+VpuBnI2SlvflYf0I20Ti/Qrm0y474p/lz6n7WyxmhjCj8dwMwwDwzSw2hfK211QRmVVCTU1DkynF1/7M+wqLmdPSw3NeyWYaz3I0RaZ9B3cRbVMBusrKql0OXE4bVgsNhwODw0H2qirraS4qJCC5mZqDBNP/X5ad7Vw+GAbrQeO0FjexoHGatqOHaRlVzvtDVXsba+gdv+TNNdVUeyyYzO4fZM6+WDo1y1nrVRUFrN3fw1Oh4uG3TvYsbeNivIyPDK5K2w+wN4yJ776o7S1PcOLB/fxzP4m6uvrqCqyUt3cSElJCUZ4lqn+y1y+tAADyVJcxbU0VVVR0Pg0z4huTx3fT9v+VprqKqmpK6ewtY06h5XipgbKyiqpK66gZd8+Du2uxl17mP3tuznc3ki9BMRVJQ5q5bjQVUztzt20HjpIa2MNDQ1llOw8wq6qcqokEKyua2Kva4we0eOqwOVL0yRMDw3tVThsDuxWD437WqipraOutpbWw7vweappPniMfZLJ29dcSb341O0tpuXJvVQUFlAmwXLFrsPsqNvLU/V2itqfpFkyGDsaKiU7eIi61mM8K3o272igoqiWhuoy4W2SDI7Te/kKC3oMMZdxUd7eTJnHTcNTTwnOfvaKLUee2kPrkT3UmV5p6zqKi0tkca5Z6o7Q1lhPY2OJtI2V25rulnbc3IH2C4lZua9C2Oi8wnxOAAAQAElEQVT2AOgWnbtYLhdpFFDVuJd9B/awq7kMd5P0F+n7ew/tZ0dDG40lVbTuraJizxHZL6C2sZHKunpKXQ5ZBHBjN6tlzBRRUmzHLX29et8TVFuraN+/j+bWo7TJeN/TWkXRzj3UF+zMXTfKil23BFHLVVrrscVZQHHtLg4dO0x1/TGOtO1mf2sj1ZXlVIqMqt37KHY10FBbKouiTZTWH+L4gSYaGxrlvJtKGbulVaVYJBgbvnqZToFrV68zOJ0kW7yTXfufYF9lEbtbasU+H67iaipanuCw9O2nD9RT5KuRa0w5NTsbKaw7wgsHm9jR1EhZkQeX1VirGY8Eni6qKeiTH4+EQXkjHmsPmI+19Xnj8x54FDwgK9qPghkbscGQGa8hgZ1OgG+nr5JJWwWNTS4snkIKj77J/so9HNtTRW17C0UyqTpY76Lm+efY/eRbvPLCm7z76rM889ReqsrbObrvCK++eoj2neUUlJZSsmcvOwwP+5/aR01FMY6CRsp3v8ArTx/mqTILO/fvprqihdaaOp56bheNhw9RZLdLDux2zXI1Bqysu4GvqpZdT53gaPtzvHioir1H26msrsZtK8ZbdYQ3XznIgRPf5bmDT/LyE3s49sJRdrfupqHAStOeVioqK7DHwwSnRxgZXoDxeCXVLQd54eXn2Xf8m7y50077E09x4OBRDsvkb2dzDQV7TvBMnZtaCfSqKiupKKihsOVpTtQZeFy17JbA7bDY29LUQEOxg6Yjhyjxeiioa6flwFM8t2+H+KsSZ8lBnjh2iKdeep2jR5/k6bJ5Jm/oMTI8Q9pbTdOxFznWto9DO4toefpp9h9+kZeffYpX3zpCWeMhju17jueF3xPH2tlzeB8tMsEtPHSCJ/Yc48RTu9l95CjVzcd4pcVB6ZFXaK8upa2lnurWw9TUHOTVEwdpP9hKTXEzLRK0Nu+wkY6LHiMjjOZ0mSRoL6f88AlelQDuhT96jT2HXuJJafeXTjzBU688zz7Jeu578hjtu+qobRb/HjjOC/ub2d9SgUeCf5ZtutqvE0TuwZi0u0zcPitWm7lMyuNzaNMFGxknq1nsbWynofUQ+ypK2fvcYUokYLOW7KOp8QjHd9fRtqcYw94kfauFGun7O9ul77zwJPsOHqe9bCcHdpdSXmHHU11Lw/E3aKw9wdONbgnyHVTsaKbt+adp3LOPBomui1uepKyqTrLorGnTvrBaN3AXlVO/T/R4+jnRo4UjRw6y/+hhmuvrqSnxUinXql0VzRyUBY5mCfiqK1p54oVjtMp4aSjxUN9UT1V9HY5EkNnREcYERkfHmc368DQ8wZN7nuKZtnL2PSU0LU0SpLbScuxlju1+hnde2i8yGmjc2c6egwdpamjlyRNPiq+kvrRQrjHc222Lc7NIECvNi3GHfrbFTcirl/fATQ88vneLmy7I7+Q9sE09IDMGnThsU+3zat9nD7hK6mh+4g3eeGsBXjhYT32x7T5LXYG91Yu7oo1nRI/XBN5462kO766meAXU+1pl9eAs283Tb7wugeMb4pdnONpeS8k9EirDMfc4bTqVzZX3iO1jzSYXIG9TD6juCtov7o8JLtyFzex/9Q1OCLzy6gsyruood9wfaY8qV6vdxGo1MYx8VMdD3vLiN+8Bc/Ms8hzyHsh74KF4QO5B+fvQQ/F8XmjeA7d5QIYjFouB1WZgSkl+25QH9Ld00XCaVDLDdly80uyPgvaLTTkiT5z3QN4DeQ+s0QOPSVC3Rm+sgJa97TmarKzCZnL/MymbTpHOyLEsxWVkSS4VT5CMBggFAwQFwuEoCbkhrcB2m1WliYSC+Cf9pDakeZrA7BzzswHSq9Bn0hmC0wEyqSUYqRjpuVFG5zLENyZ4FWmPWHV+1vCINWjenO3oAbkNkJIs3eL/vbonNkg0k5V7zD3htc2YGDI7cbhM9PG47bh4pTrnL83bo9Pp7+kUtoe2eS3zHljdA3LZXP1k/sxKHkgyOzfLJ5/0EZ85z+nzffQOTzM7O03n9RGy6SSp2Yv0DE0y7E9LAKi3+pX4PLy6TDJJMhYnmUjmglKSadLJOIlUhnQqRTqRIJpYDK7SpBJBJgeH6L7SRyARJykTjbTw0P9zk8mkyQhtRKKuTHKA3u5BBocC3BrLRpjo62dAzs1J4CvxW874TCKW0yGVTovMKP5AUCZFSTQ4jkXjxAMTJEZPcno4zGQoRSoZYmpihKtXByRY5rbV26ws7aZjkZwdSbVFdE2JjIRMtFJib1oC77u2Rk6z7fGVSWfFJxnpc9tD37yWeQ886h7QzIwpWTrTvEfT+cc8MtA3+xrGPfLlo9758vZt3APSxQxDvjbOYdtTamIiEAhIQiJIQuaA296gx9SAfFC3SsPnJv/yZWAsw0gRkqzVpUvjpOa7GOrupKNviOsjUwyPzGJaHdjTo8wGEwRjttzjOMsYPOTDNGNdXYwMdDEwOkLn1R7mek9ybWwa//wYYyMjdHf14x++SsdUgrGeLkbH+ukfHafvah8jl88zKQHdZG8XkyNXGZoeoqtnmvkZv2QvhxgcHGdsPCLB4lIz4wRGBxntvU7/+DAXu2aY6e9gZHqcwYFhxvr7mAqNc3V4jqnuDibGr3N9aJiunpHc/yG62DfGcOc1RieH6J2YoLd3jKRk7qR5bgpJR+YJDF7j+vQsE/4o0z1XGO67SOfwEJfPXmJispPOoVmmA0J4k2p770gMSw4kyN7elmxMezU7I1mM6dE4g50Rei+H7x9cEt4KS2RsVt7sRIKw9MfpscTXequMRdioLKW/G+1acNbKQ3kpLMVffrz03Fr270R/KfS1v9bCaxFnKU/dV1g8p+XyY61bhDudu4EzcDVCNJQmJjAxGKNXaRT0/GKp+2uE4a4oc3IN1n6+sRGyvanU7lg0QyKWYWYkJveA8IZgqHNjdMNL6DbCY7Q3QsCfJCJjfCmvje4v6rBYbpTPIp3yUVg8XlquVr8UZ3FfcYc6Fnyc29+k327yFZ7KV2GxTsvp4ZiMsxShuSSj3ZEN9Qnlk4PrYSYHoui/D9neo+XeaJ+VQZeRxe97wy3P5WF4IB/UreZ1iRiyMmHUTr4aitaXOWME5qbpHvMTyZpYnR7cHhcupxuHw4HNupVcLEaRovvMBfokWOsd7OWrjz6m/8KvOTsxz9z0VXok8Dp7bYjQ6Ck+65jgq8/O0z88xpxk84ISuI18/AGDkgEbPH9a6D7gUt9lzvQGSIXmiWdTpLIWCYNNblv0SsZIRqcYmx7k45NddH/6Ptf6e+no7GPwegfj0Qmu9swxfPpT+ge/5Jycu3R9XoKWjEx85wldPyuB5TBDcQmyxc+mCbLHwpYmMj3K4FdfcC2clIxfnPELn9F19XPODw7w5W8+ZGTuImeujTMyEV8geQS+Dc0ICOhjSo+AORswISuZ5SxjvTGufxXi6qnAfYMrJwNc+nwD/IVuNb0mh+Iy6Usx3h+7qbfKuPxFgCubsCVHewe5G7ZliU5Leeh+TuaS82qH1q9m+93ql/Nbin9ZbFs3b6VZot+KPhacpXKW7uf0ucN5xb12Jphrz7npJAMdEVRH9cPVUwFy9EvkK/7doPtiiKmROOmkXrc3MDy2OYnef3WynYimmZCJd/+VAOuGywF6zwudlOumVXlC13fpLjwEp19B8ZeABg0alIck+MidV5ylsAT3rrop3cUbdmgpOq1Io3h6TstFWE2O4imv5eeFbkDPLa9f7Vhwey8s6JYr5Tin2yIfKXPHSq/7Crp/J1Ac0U3bLsdTj2/gT/ZHiEqgHJxNMtQRXH+fuMFHdRoQvuO9YVmISSHxzDYfMZtT35RJVVFREYWFhdhsts0xy1M/NA/I1Pihyd7ygnXBIiU31DvdUi31T9HstVAavs7V2JY3aUFBWwne0lYai4tpyswwaeyhta2OCtOP6TSx79lH1d5GPFMX6Q1UUehtor3Mh744T4O1bCade6w0NjZDNhKj7HArtTubKfIV4nF5cUowa1/es9zlFFW30tJQQ7V9jKH+OUKSHbT6CvA17aG8sIZ6N9jMJKlEGqvFisfnxGK1UdG8L/f/dnzCP2O6cLkcOOxZVJcFgyLMR+IMTpdzrLmO3c3FFIg8X0ENdY1VVBWVU9XSQJXTiTu7QPEofMs1WPxjYJjGo2DO+m2QtpSuSNVON7uOFbLn2eL7Bm1PF9H6xAZkHF9dp4pGFwWlVqqaXTf13i12qKy9d6C7m5052jvQtz21YEv7M6vrdjcZS3nsfa6YnMwb/le+u58oov3p4pt23Y3f8vNL+S0/1/Zk8fp5iz+W8mx/pog9S+xvF93V7+1L6pbKzdEKj6V1y/fVJ75SG4XlDhr3+FB+i30mRy8yltPc6bjlcCGltU6yPJ7j25QFq0IZHy6fhZYDXp54uXjdcOSlYvYfL+DIifXTqryjIvPQi0V35vGK8FYQXKVZhAPHC6ludFJSZeeonD/yUlGufEL2c7AMf4FOeK1Qf0TsOCh6qD66r7AivvJ+VXhouQgr8FPaw8Lv0Imi232qdMpjFTqlXQrK5+DzhahNB58r5PAiz0U+Wi7y0n2FxePVSsFR3bTtDghPtXtR5q5DXorKbVTUOjj4fBGL9Rsple/uYz7c0sey6ez670GPGIVhGI+YRY+fOebjZ/LaLM5Ili6dzJBMZO5KULCjnZY9h9jvuSvq1kAIDjPQ+TGnB4fo8+5jh2hlE6CmDU86TuqL33Pxw2HMPU/RVtTD0MAXfHx9gKmMITcoZOXzI850TOP3lIEjw+AHv+PU7z6nZz5LYLaHyfE+hmdXe8zRgsUsZF+rg4zVRBbbSJvgVPkCFhdMDYwTmAniKPJKzdKPBWsiQHL6OqcH5omlFtvGQ7HXTmNZPx98/Bm//ew6Q5MhFs8u5ZDff3Q8YBgGdoeBp8BKUZmd4krHfYOyGieVTc57yt/ptWJzWGRCYbvJVwO9MpnI33dbcpPNjfsr549VeJRUOagQX5VWb5z/newvq3NSWrM53mXSniVL9CuRvlOqdaL7nWTf6VxRhR2704LdbeIttqIyNtNnCiRAdPmsubdp8hhvNoeJ+qJU2ny9UCYT/9oWF2V1jlyfWS+94lc2ONkIj+IKm4xtC/qylzLpazqutVSe6wW1o0rGW5n4oLzesSl7FmVXiF1q2+LxRkvlU928MCa1rKhf2N8ov0W6SrG3dpeLmp1O1O7Fel04scvis1PGWUmlfcPtusivsNSO02vBtBpsq+0+KXu3p9Puk9g823vkAfMe8Xnk2JiS/bDKzUQvHrcOdQflZRV88912nNXPs2dHCfVVpdQ17OLpQxoeCXbhE7Q2VUiQsUXd4iyhrLqNw4eP8vwrT1D77HO0uNx4Xc00tx/huRPPsPvoCY7XF3P4xZc4cvRFXnruWV77/mvseu57PL/7CG/80Td56oV3eaLtWV45vo+Wfa1Uups5dESC2/YiLPOdnPnoWARjBQAAEABJREFUAz4W+OijbtIVNdQf2kdtQRXPHD9Aw/Pf5pknn+H4gZ3sqK2k0F3B8eNtlDS10bx7HzVeJ+lYhszub/Pubjtluw8K3k6ebm3h8DOHaXJOcP3LT/gsx/80HRNZCp5+m+f3iF2tVex56QS79z/L3soGnnznecocezi0t4oauSlu0VZZt1qpRJZ4VLKmqcdzhTErOYyM2L648GKRm/J9A5uB1WZyL/mbcvXVLKsh5SJfa06OcU/lLPK+WaoMSaXfPN6I3+7CQ+2wCM6mZKyiV473KufWLG8l3VaqW6ccWWdAwZQsk9q/mT6jL0JK6jVw8c1SPGabXNaSco3T3w2bFlhz2y5pM+0rNunrWm6UXmk3wsOUOYS2mHmzLxhon9iMHkqv+ihshM9SGuWhsLRuI/vKQ/2jtFrqse5vFpSP8lNQu2/yE38ahoEh/r1Zt6TN110n/LStDIPHfjOMvBO2eyeQ6cRtJuQrxAPat00Z7FbJJsnhko8Ft9tNy64yrN46yoqc+Fx2qSugoqJwAc9RTUmhmwL3wuHW+dYBa6F+/z52te1jZ00tTQ3luGvrKbJasZs+ikqrqNvZREXDDmo9Fsrqm6mp3UlLYz07dzdRVLubxsp6WiWIq5Nz1SV1NO+opby2Ep+9iMrqGoFyCgu8FBSXUJyDMmoapL6yHJ/DQ01dGe7qVmqra6mvKKbI68Fuc1NbV0ppUzt1Ow7QtrOZnY21OEpaaSmx4C6poMhXRE1pCZX1jZQXFub4F+X4F1JYVk5x9S52VldSX1lIxY5GSipqKXMXyEpfHW5LGRXlHrxe69Zpjk1qYpigfRRjk4y2LbmBITd2vSFvax8Y27YB8orfRw8s9G0wjMeng2iWQAHdxOyc6VLq4XaEnP4SnG5H3fM65z2Q98D284BMC7ef0g9C49x1WL5u3mAehNB7KEN/ZK6/Cbz9179WGvc2U11devORx42LXYXS6sFT2kjrgcPsFzhwoIW6Uh+uVdCXVrtLqyVYq6GxqZGW1rqcjrfd000bpquKpvb97M3xb5OgswLfUkaPwb5FVid1FTMX2D0G9i43USdMarvNYaLl8vP547wHHrQH9GULCvdCbi5T4bQ8Fn1b77OBQIDZ2VlisdhN9+k1zjSRwJZttxmiN7fdvLadGXmFHyMPGIYhU8ZsDh4jsx8pU/Wy80gZdM+MuRHQ5QKje8b0wTAS1UmnQR/fWWmCYbFbMK3mg1FmvVIsDpwuF06HDUmUrpc6j79VPfCg9ZKOn5HBm5aBkE5n0P1sNiM3K1FEzsk3Ok6Q71wp5xRnKW46ESWRTJFS+hyftIyrtPASKqnLLZwoI4HsDZ45AbKfFX5KH4snhV5ukoJz20cFL8JtJ9dQkU6KPpll/z5kDXRrQMncsG8NqGtDEZ+kEwnSUqrJtxFlU2KL+nfZ2Wxa/C02prNkM2n0Z7TLMG5jta4KaadsJkUyJfzXRbgCsiqm9mWEl+6vgLKeKum+q17D18NnK+OmZVxpEKcwPj5Of38/fr8/1xeSySTRaDTX/jJMbzMjKw7KCL3yWBi3WcHNIk2Qw/261MaQ+kV8LfUH15kkiXiCpIzxtNQt8EmL7AwZIc5IOyrkmIkCykVGvhwKLzmfFfp4NCbXCKFRfnJma3wyZKVPJ/QlbwtKbw218lrkPZD3wH33wBad2d93u+8qQBYsMEwDyzaMLHRxUFd5FdQG8lveA4+VB2Qmk04RDgWZn58XCBAMhEnGIiQlWMmkZBKmk0Gd0AteUhZAsvEY0VBgATccJZGOMd19jp6hScang4RyfOYJBOYJx9KkgxHiMuGMiF+zMsHTCaiWyORQIR0LMtt/mgudA0zOxySwE8RlHxFPWoIJmX8tO7PGw+Ao07MhZqNrxF8HWnguTDxy7/79hwZ08zJhn5fALrmSHolpmcwHmAlkuOV0coZAMMBsIEY64mdaHK6B3S04mzlIh4iFphieSJGWwHEzrDQro9dbzRobehHeFDOkP6YI+iXoiEsH3SSvrUquAdy1a9fo7e2lpqaGeDzO9LT2BT8joyN0dXdJ5i4uIdXtFsRCIQI3x2VAxmWScCQp7ZgRIAc6JhfGZpJ4NERQ8AOBEBEZw9ngEN3X+xkYnmY+EJSxP38DQsSSccERfkH1vV5PkjKGs2Rk0GZkjKcTcTLhITrPXqB7yM+88Ltdw4dUI9euZHicgdEEcQnsHpIWebF5D+Q98BA8kA/qHoLT8yLzHsh7YPMeyMpKekImvPr/ipKx5UvlMhGjn+6uATo7AqSC00x/+p/4Ykz/59RvuHjhNF/19BO88vf87aUUPZ+fZmBshElkLT44SeTiL/giVknSZsNpTRMfH2Xi9Bd0SgCXEJzJCz/n/Fefcmk6IUHBMJ/+5/fomvRz/dSnXDz1GZdDMUau9+Hy+Dn/0R/ovNTJ8mDGkKuvaTUka87tm04ekwmigQhJsTOZTEtQGiMpk96UBKbEI8QGPuZC/zDX/UlS8SjBcApRj5RkHpKxmOAmcpmtW5inkiRjUUIxwdUTiZhkQ2QCO9LN5MVP+V1fRCbHEeZlAhyVQDcjk9e44AeiSTJSJhIp0Ud8pHzCQaIyaczEO7h84QoXL00RlyA1m00SC0ZIJNIyCYZMKkV4corO3/2CAQm0wyp3EXIKi8wZoe8e4NpwhKwE3EkJsKOJDOlQH5OTEwyMJ0mE54lo9iaelQm28BU/pOVY5UVVnvgooyA+ikcjBMR3CfGdZnMyEgkK+qLUhTKdICET+6HBK3x4dY6E0EQiUpfMkJkZwn/hD/y6J8Kc6JGRSX5cfBqR/rZAfP+/nR4L3iI7+njx/Zf2cCQUFBRQWlrK8PAwkUgEPZ6YmOD06dPMz81TXlYtC6u2FZXLAsFrHQxevkIvUQnirvKTf77K4OAlzp85wx9+e0mCvmF+/x9+Q8/Uec5eGZJrQRCyMQke+3nvF9dzfdnnsWNm5gS3k/ffnyQUkkAu0sk50eE3H/WRSoTg2t/wkzNjXOm+wpXLZ3nv8wHS81fpi1UQ6/49nVJ3blToVtR05crFfh6R/pWWfpWR/qVBbVT6H8kIofBCX0Qygjq+A4vju+NzGWsdnJtIyPjOkI1FCEq/1QUrxU2GxhkfusCvzs0yLzQ3pctYy0p2X68pCVnYyqSGGOq5yEcfDuX8oFfMm7j5ncfSA4ZhPJZ2P0pGy7TiUTLn3tki1z8igRQD14Jc/myWy5+uET6Z5dJHgivlmmkWeX/iF1o/l5fSyv4lgTXzEtxrJ+UGNZUgMJ2k/5LoL3Wr8tBzHy/TV+s+WqbHoo4bKC99LHYpCN/ldui5iyLrkuqwVt7CJ4cv5U1+sn9J+NziuzXyy/lG6G/yWk4n5xblXVI7BG7iLjl3s245/Y3jq59Lu8wkmZWbcd9laRetXwf9cv7dXwWYHomS2WyG4d4NmwfLSe4/FgmKHE4TLb8WnjuB06XTFFMCCwdOu0l6bpxAPMWUf5CBwV56ewYYHrhCT88YoelOuq+e5OzlTvpk3FtsMYav9stkKYPh9OCwWrFKAJH2eLBZR5mSYGFkPEF4YJh0cpiJ6x30DA/Q19NLf+8kQ9MZibviWBwW4qEYiUj8a/UW90TN3D1UysWqhTKDf3iIq59/woAEOx9+dp1Lf/g5Vy+do2dykvnJc3xwcpiRkT7885309HZz6WwH02Of8+mVOTo//RVXr1zK2ZFaynu+m/6+bs5f6Way83ecGhnko08u03utn8DMuGQrppmSyWEq0kdH/wRj3V/R2/kFP/2yg5Hf/w2f9Fzn81MX6b3eyXRokoG+Ps7++iP6/UOMzweFPk44MEPX6Q8ZnOrnq6+ucO2Lj+m+dpoz4zNMDswQkaDw5tQ3ExbfdHHyoyuMDvUxI1mUSdFp+OrnXJie4drHpxicGGFGAqrgzAwz3Zfpi09y7qsupoYuMjzax+nzI3Sd+Uj8PcjZM1foPPlbrl7+jFN9oyR7PubCeIQ+8cXQcC/jNwWLl2VC23XlGtcudTEr/WI6mCA0PcRE/0d8JYHClb5ZEoFpJiMpUtOXuNo1yDXhM9F7hu5ZpE8Jj/v8sVgMLDYDwzB4VDe73U6hvvRKgruOjg5mpJ1jEtxohs3t9uDzFmC1WFY0366P6csZU27WWbcDhy3M9HSY2MwooYFeBiTLd22ii+tnhumTAHGg5wqXPj/L6UvjBKxOrHPX6J0KMZOy4fRYcTizRCMOnE4HmfEQ2alBoulRrgZS+AcmuC79f6Srg/6eHq5Kv0ylwkSzdoxkgIQsqoSTa59OJUTH0atf8snoHAMjIaYvfsgFGd9fjYwT8nfy6R8GGOv7gnMdg1zpmmZ2+Ap9He/z2wuzzIxPMi9Zyrn5CeaGL/LB+SnGL/2ei93n+ehMB+e+7GTWP8JEMIXGh+Ki3CebkuvQdB9DI6f5/ckeugcmJZCeZ2oqllsMyiE9sl+rG6Z9LQerozwWZwzDeKSvNY9FI4qRa78KCfLj9MkNcpksZwUycmXMrQDrKvDdQFbAEtGUrJynZdFsfZCKZ1DajPC4KW/p/t1ky/mUrPglo2k0i6E2ZGR5+hZ+gnOTt+4r/0XQY4GUrLAnhMcd6QTvFj53OE5E0jl/ZFfAScbSkjlIsy5Zi/pqeYNnTmfhtS4+N2hzdizhlTtefk7PC6i+aVlZvYkjdTmZWi6lWWlfsgU6G8xKFiar7aI4SrcIerweEB5Z6Z/a1o/T2Fy0VW5BmKaJ3WVBM16L9bnSMLHZrNjtDuw2BSsmukWZTRVK5m6e9PwQ12PVlAUGc89qWZxu3D4PnoJinNX72FvtISNBxqx/lrhMPu0CNocDy8xVJlJ2pueSRPuvMBObIllVzJxMIoOpOGGbh/BElGwyLNmGDGVNTZRWV9yQrzrcDRJM+4N09YWwywRzXoLFicF+5iNhkokgoaEOBtIOshYTS7SPkdFOzvVP45cJ8ZyMNb9M+iKSVcvaLLf8LjU+dp3B/k46x6aYnZ0jHJdANzDMUF8/Q+PzJCVwtTjtWKxZIhqIzgwwNzNMz0xG/HCRkWiW6akpQlPdMnnu5XLHEKOXOpiIJ4hbHTL5TkjWcojzJ6VOsi0zc9MMD4wwNjpD1mFH4luZNCyxXf/n5MQlrszaSRl2oU8RmBqh9+JlRiSom54J3QwCDckwGNEg/pSVzHQvozLB7p8aYjg4zIVTnblsnn8uyPz4FKH5OSIizO4KMTY0QE/PhNgb45afEc9cY3gmwGTCIcGAhUw6zlTPVQkUr9I9PM6YLIhZrOI/p424BJA9sgjQJ7zn54PIusASI+7fbiqVJSn3hIyM8fsn5eFyTspCSUyCOMMwZJFihJRkdSsqKtDsndZbLVaMVVS02mzomHTkxqUdaS6EDcwGsVojxI0IfefGcDWmmIpCNOPC5fXh8/hwO4tpP7SbCucME9PTDMyDwyH8bA4po4wO+IlIsG8YE3zVm2B02kF5Yg0TO90AABAASURBVJCx2QgTcwkqMpPMyHU8EvATdu2guLyG2oLVNL3dgMBMkJHeKdISmNplwSkl4yoYDksQGSA5co6POqcYHpvGHwwzNT7OSPcl+sa7udwdJBoDi9ieCfvxXz/PV/qI+OQ0gZGrDEofHdTA1G7FWCY2LeMn0HeBjpEhLnSNMTUXleumjHeL45brxDKy/OFj5oGsLJI8Zibfau42PzK3uf73TX29OTi9Fmpb3Ow+6mP3E2uH1sNeoRFYB43ybz3qpfXI7XLajt1ep/grgvDYsc+Dr8SKt8hKfavoL3rcicdt58Te1iNesWEdckXGivpI/U1eK9khsnaLzrfpIHSr8dP62/CVj+p8FzqlXQ638VqBx00cbR/RdymPm+dWoFuKt0v6hbZJYZntZrvo+bXSK+5S2LHXQ3GVA7Sz8vhtmofTG5DMrVjxRze3uUQospME2UGJ3UmNN86k7zh7syOkslZc5XVUlRbhk9lQ0l3PngNVxAa6GR8eJYRuWbLZBDPXR0jIBNHnSWOJ9NI5HiZ79Emc/gDeqkIcdWVkJ2fJZtIkYtLW+2Ty2FiFRVmsCTIS5FhJmIW4rAUUu8Hiq6aovJIKuSYRimAtcsjEzi5Zgiix2ByzyZQEQCXUVrpwFjdQWl5BleDYlshLxiLEZCIYEdy4rYH6wmKaq7JEJLs2JkFkSoLArEyyU85SfBLcuSwZ7A4XxSU1FBd5KCisoaRQAl9mCc4M0T8RRqIOooYd8SxGJiQTzgCz/rQEVjFcxQWYTh/ZpIVCh4lVlLmlq6YSZCNzJCQbg9WJYWQkaI1Jti9MTIInS1VtbgJulUUmI5PFV1QERgWt1UlmRMZ8LEtldUrkpUReFFdJGd6Ceop9NdTvrMazcy++iTNMJ53gqKDSwtdbZJ6UxSTj8GLKAkAmHWW0bwB/KIH+ZjIliysWmRhn4nHxT4CI+C2ctpEWPqVuMLj/mwZzaVkIehQXbVISvIUliNHf1Gl2TsexPnrp8XioqalBA7u5uTlikgHLrHOSmZhOSXP7cDeVkezJsv8Nt2TNM6Qpoay2ippKB5mwQXHLUVoc4/jHh7g2lmRhy0K4h17JcoUcBfisGSavDNIXKeVQRYKkpxKsJRx2ztGXgHgsRrrkIDW1O9hRvMBhLd/xlIVo3EaZLD44HdKbLOWUlFZRW+7AjM4ynQoyG/VRWODEmpmXTPYE8ymTqCy2YDUxjCzJSIRQYJZI1E/ArKbYksEr2caUuwCLYV+mhuKHmO7pYiSQkT4eJYXKtWCVa1pKxlduEC+jenwOjcfH1DVYquNxDWh5lC3oAXML6rQlVDJMA4fLpKDUKjcCO+W1jjVD7S4XlY3O5fh3Pa4SmtoW113x7qSLyq1pduJwWwRMCstt3Al/pXOVDQ4JZkWPurXbvBKfxTq1qappZX9U73BS0yyy1uHfRb5LS9W5Zufm+SzludJ+tfhWfbzSubvVldXYsUuf0rYplMDubvh3O19cYcPtM1nl6SQetS2RSJDJZJaYJRMwmYnkJr26u+TMwq4VqyzfW21ywzZNTIcbh+nH5immqmoXbTvaqK/dSa0lSMwxzfUrn/PxL37HR5+cZWTiAicvfkV31EXaUoDbYsEik3xrNkznRDUtLQf45mtN7JH+0NftxF1/gNqdLTS3NVBZYscWj+Ao2UXr3laqiz1Isy+otKZvFxWuFA2uK5y68gED1kaJecpEByvOQg++uhJmvzzF9b4Zoq4d1BTXsCMbwjAzgic2Ox3SJywgQWUqEUMzHgq2mloKikrxRtPYMLF4ppmI+nAYNgq8GSJGgmB3P9PRLOI4sdeF1ebAJZkE0+HBYTGx24VSMkgWAWepj5QZJ55wkY1OSWAVJpyq5Wi7QVxoEtYyqkuseI1hzlzulkyfJ/f0Qjp+QyfTRbK8laKeTxi+3sdcyKS8soTm5gJCkglN2i3YnF6ykRiR2VkyVjtOE7x767CUNlNqbeFgcT2H2gyiNpOE1YVpd2O3WrHgBKOZ8rkLWMrdJItLWOqLeEUbztAk0evnGBj1Y9jjBNIS0Gft4psEcVuCtDVFqKuPVP0OXMLXHc/KOSumsNb5MPd5s0sg7PRYsYht91nUA2Ovk0UN6AKBAAMDAwwODubGdHt7O08++WRuX39XVlhYSHFJEYHQLJlsCsNYWUVT29pmw4qBIf3Y7bIRjnlxFDbQeGA3NfurObSjlsIQpPovcu3Ue/z8/d/zSec4XadOcuHqpPQ1E58ET6bQO8Xn5nAHNOyn/sSf8tTuPez0n2HQK/xalVcr7VWNFBfamYy5Kd+5j91N5ZT5rKxnKylIUlE0zedfXuTTc8PMRDOYaouvDGfTQQ5mA7hlPFqkXyYtNpLpAipEgIwE0l6IzfqJxtKYTc0UheI4JINtbWjFa0ZJX/uSDrk2GI6s9Pk4cUntxaJRWQtKMh12UeJLYsvGSaQspFIxiHQxF8nwCCeEudMml0lWv4fcifLRO2cYxqNn1GNmkdwiHzOL12puFta5QLhWznm8x9gD6WSWRCxDSsrV3bCeMwaGYayHYFviptNpvvjiC8bHx9F9NUKtVjAtcrTilayFtvYd7NtXgK2gksrX/4oXm17g7WdbaH3mSSp3PcXL7QW0/OCHPPnOv+XHP/gr/urP/5hvffMEzQ3P8cZzb/Pnf/EmzxxuorymjupnT3DALOKFb75MS1MNntKD1B/7ET/65lu8W2fj8IvHhe4Yx3bt4Rvff4p9r75BpdOFXdRb38egRALOo+/+S9589of8i1d38twbz9G0cxcFjmqKmt/hL3/8Bid++D/z/Ze+w5+9+SJv//G7PHnsOO2yiLPv2adpatqBZWaA7lM/4b2fL8Dvewop3vUS3/nOyxw6doQmRx1HnnueV4X22de+w9H9b/Anr+6hyVfJ8SelPP4dWg++xg+OllPxxl/xQmMJTz51lJ3Hv8+BY9/lx996me/8D/9nXt7xJK899yLPv3yU9tYmDn7zL3nzuRO8dKCetmde4uCrf8qP33mVH/zP/5Z9sV66Pv7Fgk6/P8MXY/W886Pv8cK3/oo/fvM53nntSVpO/Bk/PHGMl47ulEzcUxx94igvvX2Ewr0neK3SwOfex3PPHeKJwzX4Kpo4/M1/xVvHX+SlA7W0Hj9Cw76DtGQl85KcYTZ5iMbqUgpT17j6+YIf1B8fdvioP/oab/7wX/Ham3/Of//2ft750R/z3Ft/yb94+1XeeulJSvdI+7+1j10tr/Dma2/w9rsv0r6vlTILaL8jv63LA1m5oeriQk9PD/rGSw3uduzYQVtbGwUFBZSWllJSUoJm8PSlKW2726irrcEuQdtqgrz79rLj4AF248ZqPcyP/uwwx/7F67S3H+J4XQPPv/4cjpKXePuFE/zFv/tz/vJ/+rf8yz/+Ht880sBBadMXf/Df8YNXnuS5hgoKCvdKG1fiPfxHvCRj/kiNg4od7bzz3/05f/H9Z6hoepXDe5o49kI7jc/9C76x5w2+cdRJRQHr3pzVu9j14vf5l68+yzdf2En7my/QuquFJksRBVVP8sf/5tu89NprHGlu5fjTx3jjR3/By2/8Bf/TH++l6ejrHH/+OG899yR7Zcz+t3/xOs+/8QxtDUd44fnX+O6/+gte++Zf8H//Zhr/uT/wm3/6CT/5p1/zRccsxd/617zz/A/5H/7iDV44cpRdrU/y2vdfptxnwWqu24xHgsCUeNywGOQHNblNx2luJ/+1LT3wmA7jNbSVjPE1YOVR8h5YlwdMq4HNbmKRcl2Ejyny1NQUV69eRTN0OvHTf06s/6ZA/3/V+MQEuqqfTkn2Th8fus1HVqxWKzabDGbTxJSsj8PiwGm3YrXbMa12HNIOVpcbu5xzu7x43S5ckumyKp7DidvtlEmlFdNiwWJ3SKbGxJE7b8EwbVLnxu104rSAzWHHarFjt9pwuuxy7MRiGBuaK+iqvd3pxqkZIodV9HPkbDEMi+jtxCN6Odw+XA6XyHeIPNFTbLKZBja7HYvFiquwirq9L3JcAi6Fo+2N1Jd7cbkcCziGRUoHDpfQOlzYbE7hZcNqWrDnfOTCupipE/84LKbUy3m7S+hErvBxeb3iQztOh/AR+21WKzaXB6ddjm0WrFLaJEPqFp+5CsS/NfvYe/jZBZ2ePMaxliq8Prfo4BXZDpwOO1bFl9IhOpgWO3axx+G0Y4oumqkzDRsOuw278DdEV5tzqTwbFpsNKyaG6aLl1VfZXV9NXXkTTfu/9sURkVtVInRuAfGz12nD6XZjF16qq+ph2m74wyp6aRuLDTabcia/rdMDGqhpZu7KlSvo7+iamppk4aGJoqIirNJnTNNEob6+np07d1JeXp6rNwxTcvEGEg+uKNGQtl5ob0PO22S8Sr+QsWG12nBYLDikzQzTgVP6p9vrxuPzythx4ZS+Y5M2dUhfdWlfs5iYpg2ndDDD5sIh7WyzGJjCx+kROhnPptWBzWbB7pA+Jn3UKf3DKdcW02Tdm2GxYpUx55Z+7XJYsYmeVvGDFdHDYsflER2kziZ1dun/2jcd0jd9LpEtcu1ij1P0tsl+7logfPTa45B6l+jrcBbgc1bScuxJnjrxIi+eeJanjrWxo9SDR/u7+Mhhk3FiteOUcSyXjXXb8KgQGOgf8s1jvxmG8dj7YLs7wNzuBtxP/fP9+3569/HkrX3KtICRH3msZdOsnE4IJycnqaqqYm5uDn1Lnv5fq8B8QPxoCsiNyBBYC8PHCMciAaG3pIbq6gWoKPLglgWFh+kCi7uY4rLqBZ0qyqkocGLel7aTfmH1UFZXRaHbJQGjj4LSBT9Uiz/KC53ohPxh+uJBy34Y8nTxZWxsLPcSlFAoRIFk5HQca9Dm8/kkSLLdopZbAmutd0rApScMmWobsqMgRf6zZg+ox1wUlFdSKdnOmtoqKsuL8FgRj5Lf8h64owfy2bo7umdLnzS3tHYPU7kskh0QWOFBc+3wyWSGbCZDRpYQ5YPWZVJpMsk4iXg8l0FI6Ou7V6B/mGZtTHaWpNgUCUWRnMjGWKxIlSaZSIq/0jfPJoIh4lKXytVkyWbShOZDJMW30iS52vzX4+MBneR5JRukQZxm5YLBIKOjo+gLFjweT241P5vVlfx873h8esUaLNVAUTIeNs226Px2DSR5lHvjAb0XajZOs+oa0OmLUHRxRrNymonTxyw1+2QYd28YQ2coiqZwb9TLc7m7B/IYeQ/kPbBNPaCXzG2q+v1VOytzxEwmS/q2oCyde/HA0NA86eg0k9MhAmEJ4qIx/NMBUrEQ4blRJqb8zARiJPTRsPur6rq554LRdJqMBKVqJ2Jnrk4Osjf201IuMM6SycSZm5phpG+MmNBoYJeVUm/eOZD9lPgpmwkTDIQJh5PcJM8xER7qT4Ebh5CTFRPcKMFgUo7lIzr5u3qYmptmOhJhXoK5RCLMYMcA88EISWG6yCLHZ/ErxytDWs4v8NVNYpcQAAAQAElEQVT9DDn7RDetXkR9lMoFXyx8P0p2LbUl9ziRy5V7oUJnZyemaaLBnEvqyisqBNUko31vG7pBuq12V+n4Ykb+k/fAI+CBVCqF/h5OA7nh4WGmp6fRsarBXF1dXW7fMPIR2iPQ1HkTHkEPGMZ6F0gfQSdsc5PyQd0qDWiIZ6xWA9ttjyvFGR+f4L/87WWiwx/w099c4MzVIUbGhjh5qjfHzZj5nItd43RP5A633Je+CjkqGbFIRILORDr3drl4NEwknsxlGOPhSC5Q1SApk0kQD88w2NnNpZOdTEmmRAO7RDQqGba4ZNCSJMNh5iWwTUcvcebUVS5cniH+dfINMinhq5BBg8F0KktWMn9JkRmMJAjp/31LiWwJCLs+/ojuwcuc7rzGZ59dlMBumssfnKVveJK5WAINHm91aJZsIi46RgiGE7IfQ20JSlZRM4vJWJRQXORutUn/vdBHeGhgcKs/Ho0jXSxIyQRR35I3MTEhiytp9PGtffv20dramjuemZ5CH2W1yhiVe5EE8dntBTIO0tL3U4ltpreskmTycFtfy8o1Lzceb4zLzfsIcvy2yZDWMau/d+3u7s69CEV/I6bjtbm5Gc22b9gM9aesJMr6nPic+wSLY1D5L93X443B4r9a0Ta8tS9sjN/X9i/Vb3Ffy/XyVRqFRTrdV1g8XmupNAprxV8JT+mXwko4C3VZufbkBob0C31SasEva6NdwF3go/vKS/ttDjbcQfOEeQ9sHQ9I6LJ1lFmqyXbZr2VAAo5hPusLY8gM0+YpxFfoxectxONy47RbHrgpehPRiaJCVrIYXysgV0ESnHnvfU5//gc+OXuWv//P79H1/v/Cfzk3QP/QOc6ePsN7733ByKn/yt+cD/L5P/+SMxcv0BGIMjo4Ruff/g1XohEu//Y3XP7iH/joyhf80/t9zPb3M5+IEE1mZML9tcTcnjnFpQudXPjwfYYv/YJ/fyrKtV//nIudv+NkTy8XT12j/8N/4B8HpxieSkmwmBYeaZJJoZaAkNlBxkbO8ctPLvHRV5NSueQze46vzp7hNx/3Mdt7hfnz/4H/zwcX+e0//B0f/+4n/M2py3z0d+8TjcVR65dQPpRdNScZy5CWCf2mFZAFb8OQr00z2noMdKVfX6rQ19dHUVERb775Zu7NeBrY6e9tvF6vZO+GcnfnvotBzv56hi/+eXJT8Nk/TaCwGT6f/2SSRfjkHydy+6vxG+4MSwY8weC10G16fy62KCzSfiq8NqvbIq+l5Xr4qny1bZFe9Vus+1x8p6DntF75LsXV+nsNKlvlLOf7+U8m7tqOSqvw+T9N3uZ75beUx6f/IO24Cp7iLsKp9ybxj8aYGopx9bO5XNurjMXz6y3PfzDDaHdYBudWuHKJGqt8dEKswZxm0vvlPmCz2dBgTl94omPVMDZ3jQrNpeg8G+TM+/77Bl/+ZpaTv1zg/8V7fr789SxnfrtwvFG5Fz6ZZbQvin88wenfzvL5z2dQOTm+m+CtPE6LvspH9z//uT/HX49zsEY/fflrPwqL9t1i9zr0+1J8dfIXfhb55HRQeoU16qL+OfUrP5//bIZF227yW8bj+rkQs9NJJofjnP9wPif3lLTdF+KHL4XHLXSqg8JSHnqsIHWn35/l2pcBZicTck+WlYNV+vjjUm0Ymxurj4uftrKd+aBuldbRVZyEZHjiEVl+XQVHq501e6i2JbHN9tCZAA3sLBYTi2liChgPY4yITNMKpmQajdtaOEskYsHirKDUaaPQP8BQuIDi2hIKk2PE0nGiNfWUNHlJDF7hyrADq7WcpiI3nmyK+NwsMVkpi4WCzPf2E/TPYt1ZT2V9FV6PB6fTK4Gsg1tj2SJKUn5mpkb5oHua7OgvODXtwOEuptyeITgTpm/UQmt9BRXFVhyil9XuxOW043RYwCP11dUUO01sEjiyZAv1DUogmcCxo47yymLc8SlwlOKy23A5HFhcxXiMkFBsjYmRYQGLzcS0GKLT5j7pZJak9FF9/HBznLYGdUoyc/o7nOvXr+d+N+eQ9tNHtmpra3MBnT7CFZRMseLpvmYA0hL4+4qslNfZ0f9VuBkorbaj/0twMzyqGu0oVNTbKamwiU6r6+UrtuDymBRIn18us6rBgcJifVm1jfLa1Xkt4q23LK0Svmv0XXWT6NToEJsWoKrBfkMnsVnPCSzIt1NSabsnbbLAz3FT5tJj9Uep+GVpne5XiY6qq+6vBnq+os6xqo5LeZSs0UcV0mYOt4lToLjCylIeq+lxp/rSGhtur0Umm1vj2sWyLSM3yXA4TL8Ecj09PehxZWUlOmaLi4ux2+3oPXAZ2ZoPrTYD9WlVkxO704IuUt4v0IW2RDSdk5G778u+lpuRBwbeQhsFJbYFvrKYl5LMfFxKhZRk6DcGGZLCJynX/5SUiVh6gb/cC7Q+tUG+ei9R+ng0QyySyfFcCy+lWdQhhy96Ka/1+C+HL3KVRnkl72CDw2WRseWUa7UD3VRmXPSNhtKo7nqsEIsk8U/PMz42RXA+QiKeZnpqlqkpP6FgROzLoPdQm8NC7U4XpVUL/HiMN8PY/LzkMXbfljDd3BJabEEltGubpsHdJt+mr5KqmhoaK7zItYatsN3UXVt3pUGajBGYnWYmHCVhL8FrlFBe6sVdUojTTCHLYPglY2Yv9uG2RAgHppmeD5EUXpKAZHLgOn0jIeZTVsl+JQlPjzM5Mi3HNtKJeaKhWeblIvu1L9xUlWbxlhYStjTyRMEwwZJW3IWVFGrwZmawZYNMjk8wF06RzNqwZZJko36G5xNk7AUUFBZT6LKJfreuplkcNjKpKKGpCaYm/AQyaeyuAjxuN263F7fLh9cFojpbYVM9TAsY2jZsbjMMI2eXFJtj9JCp0+k0+pilvgBFQf/JeMGSt+R5JStnsVjQt+ZVVFSg5xTKystQB2gwVr/bxY597rvAnc+3HPCwU2BzfDyig4fmfR52HfLmytX4FVfacRdYUf1Xw1ms33lQeO1X3m7hf+9A+e7c710jz+XyPTl/qa07xN4FcOdsbrlP+u5Y0sbN4o+WAyvp7hF7FNxSrgYelL551fZWegU3a7Wlqd2NR9rTK4sMVRKILOi6wGNh330HfW4/V9fiprDMJl3cYKtt+ru58fFxyZYPyiJhJDcmdWyWl5fn9vXRy83qbMrCl6fQSrO0sbZVQ5ub+wWNe9w07fXk+O+QsmmPh8ZNylMerUd9tD/ly/FSGxqljyzCRm1ZSt/Y7sn1Y+W1Xn0bb+iitAo5u2/U6TmtWwso7qLvluKvR58FHm70WtKY870r1xZL+S3uqx/bjhWw+wnxq+ir9U1y/dF69bkeKzS2eWiQ8+WNBlnXFJHMAPbCeaqarVQ0mli8sziKg4LjkOuYl5Iq+2a77CNBr5l3hUfCmMfQCPMxtHlNJuukW1cKbY7lLrLg9rhp3V2K1VtHebFTLhCN7Ny9lycbCoW33ICd1ZRKZqvQLYdb8ZOKE4sGSDideNoOsqOujjKrFXtpK5WlpdQRJR4upHH3Lg61eyX7liXtdFPZ3kTdvt14YmHsZTWUtB6kpqqGosicBIlBYqkiigrFP44I8xI0jvYPMJCDCeLeAqrb2jm8az8Hd7ezp70Rr7eCoqIymneWs2NnEZH5ILaaRgq95VRJJFZS5CSacVKzqxaf20eZ+NpljzGR4zkgvEcJF9XKRKoIT3iOYChJvLSdplIn5TW1FJdXUlPolCxkDRbTwlbY9NFYiWHI/d5ikwpZrGC1mxiy+LBJVg+NXCeH+u8KdIKoj3AZhpEL3molO1dUVITNZsvpZhiG9BcvmqHTLECuEgPTauAusFBYaqO4wr4pKKt1UFbj2BSPRR1KZIJQUS+8JHBbrFteOj0W7HJ9cfssd5VZfg91W6qHZqs0qFxat5790uqVbVTbS8UH6+G1Xlxtq/I6kb/Bdi+ttrOqjkt45mwR3LvpV1Ruy7Wnw2XiLbLetU3vxs8nPBxOE1OCG7bAphM9XXCZm5tDx6y+BCUej6PjsampibKyMhwOxz3XtFIyoHW7XNxPaNjtRgMCldEkAZ4GGfVSp8ebAeW1QwKOulZXjn99qxuVpbBRvsojB+KT+pt8Xai+Wr9Wvjn8JTY2it1alwuIJBhaKx+1pUkCsaX4ykdhad2d9lXvRglQmySgVn514qc74S8/1yS66wKN2rB4rlHmLq0HS2neW4jVN89svAdPWZyKBgu+yiTWggCldVDb4pSMvQOX13LP+26eYd4DD9oD5oMWuP3lOaisqOD739+Dq/Z59reUUF/mpbKqnqNHdiyYV/QE7Tsr2FGxcLi1vg1clU3s3PMMLz37DG+9vp+KF5+n1e3GZ6ulZd8TvPTt1zj66uu8UOVg/8tv8tzzb/PdN1/kW3/yGrue/x5vPvECP/jL7/DiS2/xzJ7jfOvdZzj8/GEaCpo59sxTPHGkGm9sgMtffslpgS+/7KAvXk15czvP7i3HuuNNXm13UemrY0dzHQdf3Eu98P2jZw7zzf/2exyT4O9gyx6OnXiRozt38MIfPU99RT37dpVTWRyjI8fzNF9+eZneaC1NB47z1ttPc+D409Tu/yHf3FvC/qefpnXfEZ5pKmaX2Gm32yQEePgtIYnEhcc+bvmt48PX60FqoJPDZDKZW+EfGxvLPb6lj1XqSv+ePXtyk8PFYO5Oekmcx1aZ8N5Jz/y5vAc24gF983IymZEFoIf7+KWOV82mx2Ixpqam0N+56r8UKZBs+u7du6mpqcEqi4IbsfFRoMnbsHU9YBhGrm/q/cRut+ceEdYFRF2U0P7b1NR0c+Fw61rx4DQzDOPBCctLui8eMO8L1zzTLeoBHbB2nnjjSfbuacR3v7R0lFDWfJRXvvsdvi3wne8+xxGJcIs2La+QiqbDPJfj+W2+891XeKK5jBLHphk/MAYWK9hdptxotC14LDf9h8RDQ0MSlH+JrvrrjVVfrKBB3WPpkLzReQ+s4AF9UsThtDz0hQsN6HSc6otQOjo6chnzXbt20djYiMvlWkHzfFXeA1vDA9pvh4eH5X5r5Y033sgFdV1dXWiGWV/k84C1zIvLe+C+e8C87xK2qQDNqOiPmaOhFDzchdJ77kG7x47VYbmPmSsDwzSxyOqtruBarRZMU+o2bYnwMO8H300rti4GhmLnvnTn8QF91HJwcBC9qepv6PRFJzo51Me2dBXVMB5Dpzw+zZ+3dBt6QDNyGszpi1DcbjeHDx/OPQKt/yvSMPLjdRs26WOlsmaXdVFC7zP6Ei7DMKiurs5l5/Rfb+gTI5qJfqycsoqxhmFgGAZ5f6zioAdavXFh5sZJH21K6dsSlBjY7OIi49Gy1dAASw18tMzKW7MFPaA3CP0djj5mqY9t6e/mfD5f7g15mpnTfX00xjDu8SCTVZlYNJr733ahUAT9n4ypRIxUJks2ncmt2Or/OMoKXioj6zbJBPFoRPAFNxonkw70lQAAEABJREFUmUkwP9zN8MQcM/MRoqGQnAuhb/uLxTOkwzES8QSxGz7XiYPaKoxRSCciBEc76RqYZDaUELk3ELdAkYrFCE1OE8pmEdO3gEZ5FbaSB7Qv66KLjlcdt4ZhUFlZmfutq/5+zul0Ysri2lbSOa9L3gMreaCwsDAXxGnwpk+HlJaWoo8Ma2Cn2ToN7EJybdc+T3676YHcvezmUX5nO3lAIpbtpO6D09UQz1itBlYN6h6c2PsuKS8g74EH5QEN5vT/zQ0MDKAr/joR1EmhThA1O6eTQ8O4x8FczjhJrUuwlkhMMDw8weBggOj8HIHOL+mZjTI92CH1gwxM+4mNnOfL4QxT1/uYmJpiWgK1RHCO2NAlrkxEmJHgTW/+ETk3db2LQQmIIqksgd6LDPR1MxBOk4jNcf3kZSaDESb7ehnp62MkHGHs+lX8wXE6L19nbGSKdE63tX5l0YAzGUuSFlt00pFKpEklJQyTYCwdj5HU4FRMzaZTpBMJOZaDdFD0GmFyKoD+JutrHsJPRGfTacITUwxdOM94JkNC6hY/2WyGdFL4in0Z2Y+Nj4uvRhhLiMxFpHx5Rw+I28TvSNvdEW1NJzPpbK69s7IQsSaCTSJlpD9oNl1/bzQyMoL+zlVffKLjVSfB+hskw7gf43WTiufJ8x5YxQNerxd9I6vFYkHvN7qQqP1Zy5KSEvSnANrXdbFR/1XOKmzy1XkPbBsPSOiybXR9sIrK/CgpK/KBmSTTIwmB+D2FqeE4k0MLPHVfYXpk4Xi1cuou5xfpZsYTknVIC2SYm0ywFt6LtIqrsHi8Wqk4i7Aazkr1izasRqs+0XMr0a5Wp/gKy8+rrMX6jfC9jZ+0mfJbhNXOL69fPJ4ZS+TaJBbOMD+l/Sqe61OL/LRcxF1LOTuZlAxS+n49Hbzh8aarorr6qW/H0x+la6m/vdHf4NTW1qKPbm2Y+VJCGaNZCXB08ivFkjMy8ZRVGat1mvExPyMjSYxEmMCF33N5OkJ/x0kuX7rI+c4+pq7+hl9eCjEiQU53r2TWZuaYD8yTHD7HVxOmZOIsOOwWMoEAwa4uRmw2smaY8YELXL7cQc/IHInIEF+99xGdI+N0nv2Ky2cvcXUuyfTwFE5vhN6LVxjpHSHF2rdEOMjs2DDjc/PMhf2M9k0wNhYQ3YIEp0aYmJtjfHCCOdE1GAkwMz7BSP8IgcQUFy/3MDTkJxwMMjsxzPSsn5HhaeE3wvTUJAMDI/R9dSkX1H2tU0YCuiihqSkJTIeYDoaZ7u1juOM6ffH1haNrt/LRwpTuiPbHrARjWm7WOg3K05JGzjyAoE4XLuakT01MTORehhKTxQudDNfX16PZDbvdvllz8vR5DzwUD+hPQLQP6+P+mrlbGuDpYoVmpTUjrY9n6r3roSi5RYQahpG7hm0RdfJqbMAD+aBuFafpRDEwnaLjdIiTv5jhi/fuLXz+8xk+/skUWn7202k+/9md+X8u8hVX4W66nH1/lmmZyPpHE1z+LMBnd+G9lJ/y//zn03e199N/nkbhc7FjKf2d9tUGPa80n6jNK9B+Ij757Gd3l698FkH5fb6SzsL/8xvwyU+m0f1FmvWWSvuJ2Kyl6vep6L+cx2fi55XqF/FO/cqPXwLuicEYV76Yz/lY+alu6/Wl8jz/0RyjvVEyssK+Sjd+oNWqh94UNSvX06OBxRD6aOWBAwfYsWMH+pscw5CA6x5plZVwNitZpUQsS0bKW9harLg9TrxeH16PD5/XiVUQ5JaFPx5hYnxMfDdIz7ifyFA/6cQwfVdPc+ara3SFbTiryohfvcr8TJSkzY1L+BR4vLgLfLjMHiY95RIsucl29ZBMjRIJztDX38PA6CQjE0nhL9ktSdukDSdudyEuu5O1X2wzTEvG7/zv/8CVeT9901f5/U9PcfpsP8MT/XR98ks+m/Rz9jef09l9he6pQS6cucynf/9rusS2oAQVmUySqaEezn74vpzv54PfnubCb97jzKWznJ0OS8AnzrjlEyMenmLgahdXf/qPnOydYCialr6Vzv3O4hbU2w7yFeoBQ75Miz7dYaAlm9z00X+Hy4rFuvaes16Ri2N2SoJ5/a2rTm41m66/ndMJr2bq1sszj5/3wFbzgGEYaKZZA7xF3fTepH1cgz3NSuvvvedkYUPHxCLO41Yahl7FHjerHy1779/dYrv7Sfq23W1SVuegrs17z6F2t4eqHW5qd3tp2Oejfu+dZdSLDvXtgqMg+3fSqbrFg/5TY5fPSqXIaLgL76W86vd4qd/ju6u9VS2qu0dwvXfFXcq/TuxVO5rUZpF1yzmxq2qnh5rW9fGsFz71K+ksvqqXc7XCt3KHi9pWz/p0FbpF/XI67/fl7FX/1oiPF88tlurnRrFr8Xh5qfJdPhveIhsVje6cLtr+1c1uGkR/1XU5zZ2Otf94hFfm63TLQxt1qVQq94jlqVOn6O7uRieD+uN0fcPYvQ7mlhqZlXGKITkSLZeeWHFf8PAzk2mnKJukzDLCecdrPGUMYVBJ+wvv8s1vvsTze+pxNb7Ov/5vX8bTeYa+y5cZX+QnKcHU5XOMTEWZnJlmtv8rrgfnyJx4Ci53YSlxYdlZByOzZCJTDHWFaHruCI2HWnJB5SKbO5cRxuNuyZDt58TORg7US1/Z38aOpjIKUkG6OmbJSsbN1dRMiSPK/EAvHT1zOMWKqM2N3eXB454mEBjh8pUMKQlM61qL8KfK8DhqebKlgspSBJuvt1SA+ek+zn41SMKaJpa2YJgu3B4XTo/1a7z83h09oD1M1hruiLNVTiYSCTSTfubMGckCj6GPpOlbaPVfFNw3HfOM8x7YYh7QxzD1d3Z6z9LfkeqYuBeZ9i1mZl6dx8QD5mNi57rNNEwDh9tCabWDGglganZJsHEPoU6CuuaDPvSfbNYKX4W7yVAchbvhVUkA4/JZUNCgdC00izwVV2HxeLWyaa+PBgma1oK7yENxNbDR49y+2K37S2GHBE4Nbevz9Wq8FuvrRE7O1+vku1Qv3V/k1yiBogZwWrcUFs8vrVu6X73Tjctr5gLu0lrpV6KXtn+T2Fy3243SL8W/235Fgwtfse2+ruTfbeDoquacrG5qZk6hqKiIlpYW9LGtxZVRw1hTxHU3UbedNwwDUzIjdoeZK7nrJlPu7AhJawmVJY3saWygpGYPDYkx5jNDXLrwOR/89Hf87ndnGBi/wpdXznNJMqvBuA17jneabDbIuS4PjU3tfPPValprYpw7n8Gy6wkqK6tpaqumtMxGemYW013LzradNFSX4HNabw2ihJ9mF/UR72QiK0dLP05K7FEqzIt8fO4UX1ydZy5qYrX6KPH5aKo1mQykCVtsmKEgRjRC1AKB8Jzg2bCGRpmQbGEg6aSpMioBYpKYtZK6whhRfxdfXu5j0M+tsUciRDI8yzRewtFpwqEEGTNONOxn8OoE+W1tHjAULfelO5uDVDJLLCpB+fIs9ObYogsw+kh0b28v+rp3i8WSe3GRZi28Xi96vEkRefK8BzbtgQfFwDTNXBavrq6OkpKS3AKHvlRFFz0elA5bSY4GtApbSae8Lmv3gLl21McLM5uBTFpslhu002uRyfi9Bbdk0bySZXFJ6brH/J0eCxarkQOH697qvairp9BKLht4j3X3Ft0HvhLgesXX6vNF/TdTqt2eAisb4WHKYoHEItjs5gK9tL9HbN5IP3BIJln5GCYPZdMfl+tLUEZHR9HgTlf69caov1/weDwsfdTlfiloGAamBHZScPtWJcFlhQRgLizuQgqPvMH+8iaO7qun5dBBmloP83RrBTufPUrzsec52LafgzvqqKstx+suo7qilkPPHaJlRzUlpaUU79lDk2GnZu9RWlua2d3ezq7Dz3N412Geaixj7zNH2NWyn31N9Rw71kjTseM0VpZR6LAiKrJ8M6QvqO6mZfkZC+U1VRx4ch81ZZVUFjezp72c6mo3nrI6dj37Ek/t2cXe1irK6vfQ0naYEycOc/T159jtKmLf3lYam3awo3k3R186zv7du2hrqmTn4UPsam8TXrvYd+JpaiY66Tp3li9PfcmXV6eZyNbzwsuH2X/iDY7uKKOpuYHqXbtpLXItVzB//AA8YJhgsYJ0k3smbU4WYPr7+3MTV2WqgVxTUxM6Zp35t1qqS/LwGHrAIgsbPlkw03uYPn6sPyHQR5H1xUGPkzsMw9iO5uZ1XuIBuW0sOcrv3uoBWUDPCtxamT/Ke2DjHtD+pLBxDg+XUt/CqK/11zfkKeiPzHWlU99m2dDQQFFR0QMJ5tbmhTIqq0qoqXFgurz49hxnV2kz+5rLqJCAxVfRwO4qBxVHD9O0/zmePnqcF58+xMEDOykr2cGelnaefrqN5voSvEWFFDbvpNZwsWt/C+UlBdg9NRQ3HeWpA23sLzKp39UkdPU0VVSy/0gDNW278dls3Baz3VB+YdJuSGbE4NbNwFNaSeO+Y+zbsZu2+mbaW0soK7dj9ZVS0voEx1ob2C2BZHFtK3XNe3nySBsHX3iKXR6fBHmi8456GhoE9j0hPJrYVeOlrGUvzbsP8NThdg6+eISabIpMPIa+FCOW8eIs2cVTT+yk/ZmXONBQSk19HVU7W2mvLbhVvfzRA/GARVYCbDYTY5NR3fIxqy8xstlsucct6+vrc6U9/yKUB9KmeSFb1wOLgV1tbW0uc6f3tqmpKXS8PE6ZK/WD3tO3bkvlNbuTB8w7nXycz5niGavDwOG03PbY1OPsl7ztm/OAaUGCHgNzkxM1ZMtlk/XNeJJVlsP7+tFMnD6Oojc6/c2Brvbr66ArKyvRl6CUl5dLcCLG3VctbmeuN1t9qdG2DJRlwSgr7fcwdDesDpz1hzj69HFeePEFXpCs4IHGotsdnK95qB7I9W/pIxtRQml1zOpLIPStljpm9S2X+ps5/a2rPmq2Eb55mrwHHlUPGIaR+z24vjyloKAAfSOmZux0IVPvgY+q3UvtslgsGMbyhcalGPn9rewBcysr90jrJjM5mdNt3ESl3xSDjYvOU97ugYdRk0xkiIXTpFL3N6rTyaFOBkdGRrh+/TqaodPHLPfs2UNVVVXuJvgw7JchQDqF+CBDWv9/28NQYhMy06ks2oYKm2CTJ32EPWAYhiyWbGyCpWNWF2B0zGqpY7atrS2XmdNMHfkt74G8B1b1QGNjI/oopv7+tLOzEx1Pei9cleAROaF2anb/ETHnsTMjH9Stt8klPZJKxJmfn7sBISLhsEzO4qTSEmUlk6RktpnJpMmkdcItZSxMIIcfIiq0odlRRruvcn08QTQ0Tygwt8ArECIUjIN/jpDQJlW3TIZsKkVKX2uQEd4iIzk/xkR/J1e7xwgI+gYXcpX7vYfQFPP+WSZD9551nuOtHrA5TJweC1bb/RvGaemH+jKFS5cuMTc3h67yHzp0KDcx1BW9WzV6sEcy30V/c+T0mljuow/usVU32VmsRu63lRUDjywAABAASURBVPq7yJuV+Z28BzbpAZ146u9cL168mFuA0YWXxTFrtVo3yT1PnvfA4+MBvd9pVlsfT9Z7oGbuUjIfe3w8kLd0u3ng/s0Gt5snlukrcRmZZJZUIq3h1C1ns9mIrNp08dWZCfz+GJHBSwx2nuXCxByzZ/6OLwfnmeo/yfWuy3x2xc/MhTP0JhNE0hlSo1cYHe7jWqIAh0XCtmyazPwVBoYG6RrLEAv6Gf7k33N2wM90VLIQY9cYvPwRJ0diJLt/xuddU1y7NklgepzpxDSd7/0UfzCMqHqLjnc+SJOKx0nEkrlANJVIkYrFSKWkPpEgGYsSTy9wSMciJBJJkqko8zPDfPHFZYKhJBq0pgRXeYhZC8jJOMmJ8/QOdnN5ZqHq5rcEpEkJaKOxlASpMfxffi72TjK1DTMsN216yDsa1OQe4zTuvSL6Oytd3b927VoumNN/2qo3OH3M0uVyoZNDw7gPgtdpimEYuUdZpWDbbeI+wzTYlrpvO2c/QIVlbe/eSFsfl4Rcj/U3QDpmZ2ZmKCoqQn8zp2PW7XZvmTG7Pqvy2HkPPDwPaEZbs3X6QiF9+Ze+MVafVNFs1sPT6v5JNgwjx1wXhnI7+a9t54F8UHenJpP+nZt03YJjYLFmcdjDzPiRzYYRmZEgS7JvElxN9H3OFcmgDfVeoq+nk67eYYJD5zh78Swd4wGC0XkC/kkGhwMYNium3YXDDBCXG3JYAhzDmKJnJsDQ9Ski8zGBEYZ6LwrPcSb7Tkp2bojxkVmSEpQlzSTz3V3EJGBc+wN4WaYlSzgw2MvgXJCJiWlGz/yS66MSTPZ1il7ddA2N0n/+ClMJybhJ8Nhz8ZrY0s14ZJb+vgnRNZnLFI4MXadPgtGOK51EA1e52CG69ncx6Z/IBaTinJufZHiO+fEOBvrPc7Y3hL+nl2nJTIa3VJrxprr3bUcSvRIQgy4abFaI8siq/+7hJDIpmebFN3/pYyeGYaC/vdGb2uIb8jar972iV/vTkrmeHIrTeznM9a+Ca4aO0wGufRm4Hf9skE6BO/Ja5XzH6dtpb+MltDm5Uk6PJgjOplD9l8tTuo4zt9uTq1c5S851yr7KXs7jbscdXwp/0SOHJ6Xyzu2LH5Vn7ljrhf9i/XpK1Un53EYjPK8riJzbzm2kTnhdPSnteUr8vw5d1b8r6ad2K9ymm8hRfLXrtnOid/f5EMG5lFzfU4x0R2/vW4KzEt1qdQPXIvgnEnK9uPMAT0nmYE6y6Jqd09/O6W9/NKDTMasvMNJFmHs15vJ8tqgH8mrdNw9oYLc4nhwORy77rYGd/qb8vgl9SIwNQya9D0l2Xuy98UA+qFvFj9q3TashAdwyF8kJ02LB5XbgcLhxuZzYrBZM0pItSzEW88JkB8OzcfwSlDmC4yQyMcKBOTRoo7CKwsISiqKz+IdGCBs2LE4nTocLu2QAiQ3Q495LrG+IyNwU0ymT2WCC7PgVrgU9pP1TmDE/cQnkEmkr3uZdOO12LGsaizo5SNJ9dZCRMT/RTIZwMMDY5S8kYAtKIHmZnq5r9IxOMNrdx3yoj66BITrOXqK/d4AZw5SsgonFMkvP5Ut0d15naGyM/u5+AgOnuDIWxB9NSsByI83H4pYlND3KWP854XeRLzsiJCS1aBGlTXNNii8y2valtoAGI/fEEGGmvO7FqppOBEOhkAT5EznQfaf0S13p18mh/mhcs3P3RO97xiRLOpVlZjzJcFeUgWtrh57LEXouhm+j6bsaoe9K5Lb6Rd79IkPP9wveYt1i2S+TcIWvj6M5Xktx+wSn+0IYLecmE0SCKWZk4r5Is1gqn6V0i/Uqu/tiKEffL7pofa/o23Ppdlv03GqgtGqrloqj+ihv3VfQIFmP+0VfBa1bLyidwnI6rVNYXr/RY+XVdT5M75Uwur9WPr3is5X8pjxW8r3W94mvl/ptqazB61HC8ykJ7JKMD8RX7UNLae60P9IbZW4miS5crDRkdNzrK9d18UUnmfoSI52A6tv7NKvu8/nkWm1ZiTRfl/dA3gPr8IDe+zRjp7+zs1gsaCZcx5zeJ9fBZkug3k0Jva7cDSd/fut6wNy6qm03zWKksnEmsyfYY71KyNVE1lZLY3aeuLOJ/c+/yuGmEoqLG6lvO8Sx9iKGfv0rRqIRYjlTMyTn/ASu9zLrqMQW6mI81EtfshiMevbbz9PhfoNaM40vO8NcNCRBmZ3qN79FkceDlWWbzPblI5VZgaWfGMPRcmy2SppLvJQWFmAU76el0Q6xCKGJOUkjGbjqGygOdNE3MMm8BKcZw0LC6sQlaIYxxNhEhKnxBFaLndLqSlKC56ouprC8BJfDuVSg7Cfwjw4xOjaBP2UjHcngEEZWCZolRpbzj8/HlBEn9wQJjjdvs/rOkKDYMDYeGGswp49t6RvyhoaG6O/vl8xAhrq6OlpaWnKvdjZV6c2re+85aNeWFHVBmY2KJhdVO91rhurmVXClvnLH6ryqRUalQNVOz22yals91LQsqxd+t+DKcUWjkyopfaV2XF6rjBk7VTme7pul8lF+y+srha6yyU3NLg+qi55XfSsaV9dZcZaD0ta1CY+WGzKVr8AiXuUOqReoFntU1mL9ekrV/ybtEt7KU+E2XoqjsMwXt+GtcL5a7Kjd7cn5ZS34ilMhfUZ9p/tLQX1/U+8lstT3KqdO5Kj/ltLofoX4y+62yLXNQnHV7W2qOOuB8noX3kIbZG4d31m5sKckO6cBnWbndMzq49IayO3evZvi4mJ04kl+y3sg74F75gHDMHL3Q/2NncvlQsfe4OAg+nSLjsl7JughMjKMW681D1GVvOgNesDcIN0KZI95VTZElmlSrlba65ppbtpLjayUupOD9Icu8ru//ff8zV//ii9OfcK5ax/zwfnLdCWrcWYtNwKyGFMB6J7awR994zg/eNtDMj5B/3gGT2ELB5uaqd1xkBpLlFRafF3WROu+Vuq9YDXleMlH7vkk4lkSsQwZxb15zpA9L+2F3fgnPuTXp7/idNfiG01KaK734Cu0MB2DaDaNdWoKw2ElmolK1i5CNBzHNnudc4PlVJciE44Y02lDbC6gan8NU2e+5MLZqwxNzYucpZ8Q87Es8ZCJOybZoMgspmuOke4RpkfmxG9LcfP7a/aANGfuGizlmmmWIepKo/5O4MKFC+jNSd9o2draSlFR0TLMrXdoGAY2p0FJpZ0amXzXS5CyVmg+4KPlUIEssHhugca9Xnbs891St5xnk+A0tN9KtxxHjxtEn6Z9XpbiNu7xsvtYEVoWlttx+awUVzjuKE95LcIO4bfrSAHKe7Gueb8PrVs83kip+ijvRVr1j+q+eLzpcg3+qlccBfHbeuQ1tHtpPVqAtst66LT9dx68vQ+sxkN9pP1jtfP1Emh7i2wUlNmpbHSvuU1X41clQaLystoNlm762Je+vOj8+fO537vqAsyuXbvQx6OX4uX38x7Ie+Dee0ADOs2G63jTLLneP3Vh9N5LejgcNUBVeDjS81I36wFzswweVXoNjDLpLCu/Lt4rma59HH+ugtISG56Wp2k5+j1eadrP66/XUbD/NfY313H06T20vfunPP/6v+Fff/fP+OH3X+LI4SfZu+s4b73yCv/ixyckKHNhLzzCzh3tnHi2mWNvPE+VzYqz+R2eOfAy33q2naPP78Hd+jovNjnZ89pLHHjrmxzZs4+dkkGRRA3LN5nrYpOJgM1hIijLTps0P/0az77wLi8e2MdTB6vZ8/LrVLq9lO95mWPPv807T+/jyIFWvO3f460TL/KdH4ltL53g6domnnn3WxxpruXgiXc4fuJtXjrUzoGWWizVb/LNt09w4jv/HS8f2MXu+d/zm1+/twBnJnDtOMxz3/gTXj7xHf71N1qpOf4tjj+xn9aqAm6dsixTN394Xzyg/3enr68PvSFpMKf/l0dXIPWFKPqoiWFsg1YRFQ3pPYYMAgVTyjWDxcBUWIlmtfqVcDdSd4N/zsUGIFfhNeut8m7Q36TRYwU9d69A+SncK373m89GdFUahXukm2GBxTY11tumK+iQTmVJxNJkpEQ2nTjqvxXp7u5Gf/eqwZxm5ioqKnA4HCLbEKz8J++BvAfupwcMw0BfPKQ/TdDFFH3KRbPlWt5Pufebt2EY+WvI/XbyA+Avt54HIGUbisiKzpkMKOi+HC75WKTz+ygpcUjwZGLxFEk2rYoyVwHlZU6s3jJ8bieFRV68lbWUlDXSWFNHXU0ZRYXFFHhLqCgrp7auBKfVxLQWykXCS2mxm6LyYuwiyXBVUOwro6rYS2GJF9NTRonLxFtWiq+ikkKvD7fgrfYxcpMEOSsDVb5v+biKyikuqaSssIDiAife0jIcFgt2b6nIqqCiyEehz4PFW015aQlVtdWUlZZS7HRTXFlFodjmK6mguLSC0gIvBR4H2MuprCyjrLqRqppmmhqbaN65awGqK6mpqpSMSi2lpVU0VHhwFFdRUlSAx2Elvz0YD+jqWzwezz02osGcBnaFhYW5f1NQXl6OxyNtLv3AMIwHo9AapNwRRQamLr7cESd/Mu+BbeoB0wJWq0k6m2ZqahL9f3MazOk4raurQ4M5r9eL3W5nyz4ivU19n1c774E7eUDHm/7mXF9E1NDQkHvKRd8WPTs7i95n70S7lc8ZhrGt9d/Kvn1QupkPStB2k6PTWlO8Y0pwpPvbTf+Hqa/pKqSwqpldu3YvQK0Ei27bw1TpsZetj2xNTU2hK/1649Gbkr7VsqqqSgLt0txK/2PvpLwDtrMHHkndM9kMiUScqelpUqkUPp9PFs8qcwGdPgZmGPm70yPZ8HmjtrwHDMNAX0ykiyu6KKpPvOg9Vhde0ulbfvey5W1ZVNAwFq4n2zkwXbTlcS0lbHlcTV+D3dK/b/TxNSDnUfIeeLAekPmeZJKzaLmaZJ0IakZObzb6Oxwt9dERfdRS32qpE8PVaLd8/Z3Gp6Tw0umUTISTAlqmxU8Ckt1DzulNS3cX9sVSScmnZdKs/krJDTkj2ZFEZJ5ILE48kSKdSgqfBUinxeepNJl0hsVbd1Z4CheUn0I2kyIp9IFwlEQqo1W50/f8K50glUwST62Xs1ifiYltadSe9VLn8e+/B9KpLMl4WrIAaSySQd+xY0fu/85pdu7+S3+UJeRty3vg3nqgsrISzdppYDc2Npb7rWtK7ic37wv3Vtx942YY+UzdfXPuA2KcD+pWcXQmozfUDPFoOv8ij1V8lK9+uB5I5yZ9GdISNCzXRG8meoOZm5ujp6cHfTREVxUbGxvRyaE+OmIYEhUtJ9xOxxKXZGV05uIp2f9adTlIJ4mEA2hWcnY2QCgYIh6aJZJMk4xJoJVISCCUJJMIE0pkSYWDhIPzzOn/TgxHSMQDTPZeoW90hqnZECHx45x/htlAgHA8Q3J2jnAoSFCuE9lMmkgoTEqCwXQ8RioeJx4L4e87w7WeIcang8QSi+Hf11redU8hwNhLAAAQAElEQVTMyOFoKUZqm+YgV6lfWbKhCeZmphkP3jhWXNnNSkCbC1JvHGtUeQttJkk2OszIRJhAJCMUt35yuDnaDFkJUBOiv9bdipU/up8esFgMrDYTj9vN7tbd6KPSGtzdT5l53nkP5D2wxAPr2NWMnb6B1jCM3KPS8/PzpLZhYLcOk/OoW9AD+aBulUYx5YZqd1pweSxs86nvKhbmq7e7B6w2A7vTzE38WLJlJOsUCoXo6uri6tWruUdE9N8TtLW1oY+JLEHd1rsS0pBOZomF0xLY5iKQZfb003V9gGtXA6QC00x99Nd8NjpPz1e/5Pz5U5zp7iNw+W/5jxfSdH16iv6xESaEQzYwSeT8z/ksXkPabsdlTRMfG2X81Od0yPmEwMT5n3LuzMdcnE4QDQ7x8V//lM6JGTpPfsIFgYuhGMMi2+2b4dyHH9Bx8RpKJ6Rr+mQkUE9p+k3MSsaSkvWLEo8EJXMYIZa6wSIRIzF6hq6+q5yZSEuAGiEQSpCSgHb+8gW6zpzhSuQGciJKJJogLkEtEqRlYrMExs/w2dVxRvzLNJOALy4ZxngiSTo9zfz0WX7xXhez8wkkhr0hPF/cbw/oPcjmsGCz5393fL99neef98C98IAuvOhv7PSnDVeuXGFiYoKELCDeC94PgodhLGTq8gt46/f2VqEwt4oiW04PmUxFA2kGroW59PEsFz/yrxnOf+Dnwh/Wjp/j/aGf87/389X7M3eUc+53M4K3Ao7QX1QQPa+dnGN+MsHcZJLe88E78svJFprF8oLooDIUFus2XIo+6otzd/DH+Q9mOCewYRmiu/p6kc+534tvRO5m+Cmt8sz5U3jl9kWO1p8X/kuPtW4p6Dm1d2nd4v7lT2dlgpzEPx6n9+Lt7aLtr/SL+Hcru84GmB6Jk01LZ70xgPQNXH19fegb8rRK386lb+kqKCjIBXcWi0WrHykwbrNGaixWXG6LTIidYrcHt8uGEQtKdi7DTHCS4eEBBnoGGBruZrR/mHigm65Ln3Dqq0tcD2Sw+UwmLlxjPpgCVwEupxOX+M7i8+G0DTFl9zAxbSHRNyAx0jCzQ730DvfT1z/I4MAco1NZCThTmDYH2aQBEnzKN2vbUkz0D3Hu4zNMp6c48/5Jzv7sP3P2/GecutrNl7/4FYPTn/D+qe5cJnA+NCcBW5TAaCcj13/CH871cV10iEUiMqEIkhn5lI8ujtJ74UM6rn2E/juVjz+4hN8/QiAaJ7mk/yBZx5R/gPHRL/n0zEVOXxojkwoTCCQlwPu6n63NjjzWZjwg8ysMY+29ZjOy8rR5D+Q9sHkP6G/V9ecNmrHTnzfob9h1cXVmZmbzzB8AB8PIX28egJvvq4h8ULeKe7Myf8nqsrRANp2BdUBSX0OdXB+Nykjr7yei6WWylvHRH1CJTsv10ZV9hYV6yWGI/mpaVvHXoXtaVvIT0RRqg+q0wG+ZDmvkp/SabUhKaiGzmj/E0YZkljYjR+1OJdKkxO+aSshukl9OF+Gh+isg+7k6sTsVz8hk/Q5tJLjGKj7P6uRZ20VB8BZ53iyFbj26K25W+kJa+MZicfRZ/tHRUfSlKEtfqKC/wbFardodHjEwMCWjbl3pX3cYJlarBZvVJqVNSgsGuoWZTZdjSNbLjAzTkWyhLjIIGSveslpqaquoKCvDWXuUp/dUYQ71MD0xTsRmy/GxCj/GLzERM5mejRLpv8xEdJrUjlpCkhmNGmli3kJi42GyiSAz00kqdu+ivKEai4pfE2SIBEPMjE8Ry8SYGplkqn+EkGTaDGsK68xVrl68KFlFK4bbjcNmEpfAbuz6BQb9Q/SPhZFEG3a7DVP/x2TXGbrGRxmdjxLzDxOZHWaAcnweN1aLeYtGWcnihQcv0Ds6zHV99HQuAjaH+G8BN3/Pv8Vd+YO8B/IeyHvgFg9YZPHP6/WigZ3+Zj0QCOQydvr0zC2IW/DAMAyyMidT2ILq5VVagwfMNeA8pihZHC6D8jo7je1uGvesEQS3aa+bprXiL8FTuh1Ceyd5zfs97Nh3uy5NKvcGr7pWF55CC+4Ck6pG59p1F3rVe8dekSGgPNdst9Aux1VeTcJnh9ik+8vP67HaskNs0v2NgvJu2iM67/PQfAdZ6+HfpHyWwCLtgi2eVX2qdGrTIv7SsqHNhctr4pa2qah33MZDeSsspbnTfk2zi4ISC4lUnJHhYaanpyX+zKCPfugrz0tLS3MvWHhUB7Ahhsk9CFOuYoapR1Jxx49E09kJwkYDJU4f9YUGgcKnaUuPkMimyTrd2MiSCYWJWAqorHMxNzTE5PgM0RzfjJyNM359BsNaRHWliSs9xLXhKNmDx/BEEhTVFuOuKSY7NSsUFkzDS/3uZspqyjClZm0fE5uZxpKdY3xihOlwClmzkExZXOL/uMi2QjxBhoRk2TKk0ini0QAjAxNEElkiokdWgktJDxIORIhmEiQifqJpLw67myJHkpSRJR7LCj+WbFky6aRkHQeZEbpQLEYilSRj2rCk5kjqy2EyS9Dzu/fVAzK3kgnWfRWRZ573QN4D98EDhmGg/3qktraW4uJi9BHM8fFxNLDL6ILufZC5WZaGYWAYhlxzsptllad/iB4wH6LsLS3aMAxsTpPSajsaJNW3ulkT7Haz84AnN2FfE/4Nvg1Ct0OCkpbDXuplfz20itsgQV1Dmxvdr2l24vZZclAuwYPWrRWaJAhrOeRl50EPG9HjFjlihwahOw941+2PW/jc8NFqdRoEqxyFTet8F1naRk0SwK6my53q61pcOD0WCewslNU6uBPuWs5VNTnwFFlIJGOMjo3mbiL6IhRdIdQXoWzpAXYPlNNbjyQ3yaSyaMbydpZOnC5H7jFMw2LDVlhBgS2Gr6iUmrrd7NrRTnN9E3UFQlmYYnK0i47T57l0pYeZ2T46+nuZsRZhdRXhsduxy+qrW8K70UgDLS17ee2FZtp2lTA7VURpfTsNrbtpbt1BTbkHny2Dp7qdXRLQVRa6kUuJCFnrx4LXa6W4MMHY8CAhm5usNUl4doShqSBTrjaOHGnFNTPG9FSUeMagwG2QdUum0VWIR/YdxSaYaaJzKVx7DlLhcFFodeEq34GvtIySqSsMTSYky5cikwwxP+tndnaOufkw89lSigo9lMs1xGF1kDGceC3DxBIJUpIZXqsVebzNeSAX1Im/pXdvjlGeOu+BvAceigd0YbW5uTkX2OlLu/RxzEgkklt8fSgK3UWoYRh3wcif3uoekDv/Vlfx4einN9S0TBbj0czDUSAv9ZH0gGaVrDYD03qvLp5ZnE4Hx44do6mpCbfbzeOy6f3HvPH4pSHl7Xa30Na2g337fFgloKt4/a94sekF3n62hdZnnqRy11O81Oaj5Y9+yJPv/Ft+/Ed/xV/9+Ad8690XaW54jjeee5sf//mbPHOoifKaOqqfPcF+o5gX3n2ZlsYaPKUHqT/2I3707lt8o87KoRefFbpjHGvZwze+9xT7XnmDSqcL++2K3aXGoGTnHp749r/i3Wd+wP/l373LgV17aGg4zPOvv8G3/ugNKirf4Y++/SZv/sm/4xuvfZ8fPdfOa3/6I55++V/zl+8+yfHXXmXPs6/xxuE2iqve4PvffoOX3jguQehRDrU/z3f+5Z/y9Jv/V/7VCx7s4yf5/Xv/zC/e+zW/++g67jf+Bc+/+Kf8y2+/wzdOPEVFyQHe+dG3aKgpxHHP+u1dXJA/jSl3Z+3fBsbD9EZedt4DeQ9swgMOhwPN2DU2NqL/Uqi/vx8N7DbB8r6RGkb+WnPfnPuAGMtt4wFJ2mZi9IZqs5s4XNvPRRqQJhNZkvEsmbTmM7aZ8/PqrtkDFosFp8OJQ24cpnbaNVPmEbeTB+peeJX2vYeouddKuxvY9cRLvPLud/jGu2/z5utHaXTYcNxrOXl+eQ/kPfCIeyBv3moe0Pu0Poa5b98+UqkUAwMDbMWXpxiGgWEYq5mRr98GHth+EcuDcqr0a0O8Y5iy86Bk3is5orLFChZZVc/P8++VU7cen4QE7bFwhkzKyF+It17z3F0jXW9ZhLtgu0rK8PoKcN0Fb92nTTtOj4+ComKKigopLHRjl2uesW5GeYK8B/IeyHsg74GVPGAYBjabjYKCAholY2eRxdjJyUkUttpLSQzDyJlwX/XKSch/3Q8PmPeD6aPAU3+rk8plu5Y9filpsIystOgbBhcgTiKeIC11mYzM0NJplCIrDLKKm8mQTSaIRaNE9fXhghePzDM/Ocb4fFpoY8Rjek4gFpf9FET0dzIZ0upI4ZEVHgv7wluO09EAgelJRicDRJMgVYp5E3RImjIxMy1SdWOAyt76PlmRGPETiKTQf5e1LuJMnEQsxFxQbBeXrIs2j7xmD2jT5hYdtMHXTPXoIGq/1zGXTmXJ6th7dEy7zRJDJgGmafKYNvVt/ngcKrRfpxJyDX3E+/bj0JZ5G/MeUA/oNVwzdvqPyi1yTZ+ens69GTMt80adLyrOwwbDMFBdFB62Lnn56/eAuX6SLU1xz5RbOmG8hamcSKdihEJj9PXNMDsbITI1yuzkCGPBOLHhqwzNxQjPjjItgdfAhJwfHmQsHJYAKU58boKZ8SF6xmaZCSVIxiLE5ocZn5hkZCpOOBAi0HGa/rko+i+yUsFp5scHGQomSc90MTAdYXJonOmhPuExwUhHN5FEMhdI3qLnHQ701fo6CdZBm0llJNOTIpVKkpLgMTd/EBuz8QipsYt0jkeYiQiOXHRSMnlGcfyjTM2JPfHMwuCXcwnhI2QSYaZJx6bxTw1zdSBGOsdwUZksWaFPJVNodTYTYH52TvwUzR0vYuXLtXnAZjfQx4M1I7s2ikcQSxYNsrnOtA1t0whtEbah+nmV768HZF0QuVySu67eX1F57nkP5D3wAD2gb6heDOzGx8dzGTt9Q6bOyR6gGiuKMgy9Ka14Kl+5DTxgbgMdH4qKpmS5bE4Tp0d2lmlgGBKEZHo5/aWf+bkU0YFL9F0+zelRP5Of/jV/6Jxm6OpHXLzwFe+fmWTy9Odcmp9nNpEiMXKF4cEBLsVLKHKlsVhMzOA1BodHuD6RJRmZpuvD/8gXHUIXyhAZvkzX6d/yQVeQyKW/4/3zo1y4OE1kfpaQZZ6O//qPTEsgmJTJ7TI1VznMSsAZJhaJEZfMYWBiluDkKLMBPzOzQUISfMZiYYLTU4S6f8+Xg/OMzEaJBueYnQ8QDMVJXv6IM9dH6ZX6WDRMYC4gwZmfkGQcQ4Eggal+BgY7+fx6UIK6JWqkU6Qkgzfv9+OXADgZ7aHrWgcXLkyh/8ZuCeYD2M2L2O4e0FuPceMKlpSMRjyS5mFA7A5y73QuJYNWf/OaSmRlPKZzsFn9Y+H0HX2g+ihsVI7y3wz9RuUu0qn8xf27levClTZcD/7KsjNoeyokZcFrs37SBTGLxcAQ2O5jNa9/3gN5D9zqgaKiotwLVPRN1R0dHehv7LZCYGcYK6tcdgAAEABJREFURk7RrRBg5hTJf63LAzemROuieTyQJUhaWCmVnaUWmyZWh53CQg8eTxEFhT7cDhsWkMAkyXBokpHrg/T2DzEyNEh4sp9YuIOPf/Jf+f2lcabsHtLRINNfXWHe4sF0FeIt9FLgK8DnTuPwTnK99Djxa9NItEYoEWFkaoyRa/10jYwwNThAPBgQaRYMw4bdZsc0DZAPd93UlgRnfvslV65eoaOrg9/97z/hs7/+f/NhTz+/++mHfPmHn/LFtc/4u/f7GfdPkpQMXsQ/wXjXh5w78zP+5rN5ItEYSckNpmc76b16mp992s3syf/Aby99wX997wynv+iU4G+elOijEqXIfTKROYKjF7nW8zv+w0+uMjAaIKX/0FsRcxj5r7wH1u6BjKQw4rEMg9fCXPp4jrPvz6wLzgj+md+ugUbwVuOt9Kd/PYPyWo5z5v1pvvzlNGd+M7OiXiNdYWYn4gx1hDnza8FT2IQ+qsvJn0+h+qguenx6mezTv1rQSc/fDZSPwlK8U7+cytmkdWfEL6eX6ZyTqXVyTnHWCzn6JTqr/lqnfLT8Uv25Bh8p3RfiC6XRfS2Vx0qg59T/p4S34q6Es5a687/3MzuewD8ap/PLedTXa6FbDefq53OM9UVIyYLF2kdFHjPvgbwHtosHPB4PTU1N6P+V1ZenTExMkEwmH6r6prkQFuSDuofaDBsWvtB6GyZ/tAkNCZRM/VrBTK02DAPDUFCEOAkJY0bTL9KW/pIJSw1xs4bmTIC0p40Xvv/HvH6siYbG/ex76kXePlbByD/8A72RCFHhIYzIzk4TuXaJrnQp4cHLDAf66MmUSuBTSXvmY07ZXqUqm6QoO8H0/DT+sEG18C3xebGpCmuEVDJFOp3OQTKelUmDh+LqGtqq5WLiH2ZoPEThwRZqy0slaDSYGeyVzNsQo3GDxHwCq/6/K6+blH+a2YEuJlMRJu27qJ/vhJISLI3tlBcX5QJdY4lO8dlxJrouc3HSQkgyfBmrBbvLi8vpxpbvieS39XlA+5aCy2tSUGKhqNS6LihW/LK70xQKnsJq/AuLLeR4Cd5SHK0rrbRSXG5dUS+X28QmHd8pZUGJlYLilfGW8rzTfrHYUlZjo7higU9hjqflFtkqw1d0a91qPEuEzyKvRRxfkeq5QK/26XmVu3heS5Wh5UZAeZUs8VdhiQW1o6jUmrPDt1bdhUe5+kJ8ovyKpVzksVLpE9/7ChfsWun8WuoKSy1Ybcj10UDbdjN+UHkFYqvTZaJ9nPyW90DeA4+cBwzDyL25ur6+nsrKyly2bnh4mFgs9lBt1YBO4aEqkRe+IQ+YG6J6TIgkEYC+iGFN5mbDZLLzhG0H2FfupLRmN8XeYkpSY4wlZ+i/doWLp67Q0z/I+Pw4Q9PjdA3G0B/DL/BPMDeXYHDYzZNPH+TFg0lCkRF6Z6w4Pc0crnZgq32KOkscI50g4SmmsrGWhp01uGxW1taQBkioVWgPMj/TQ8fAkGQW05ANMDHURd9sloyzgGJ7kpmeHvrHA8QTQfzzEQKzCbLxOP5IiKw7Q3hymlAyTcJuIzsXJJEqwF1ZgSM6zfxQP+NTQcnmCWuRuPDJEAlFmZmYJ2NEiUi2MZq2kIoHSATHCErGZQEv/71WD2jfSckqvj7utVaaRwpPbohWu0l5rYOmdjc7D3rWDS0H7k6jOAor8W8RmbsOe1eR66Xl0GrnPJRWOfBKkKT6twoP5aP8VpKz1rqlPFoOeVC+S2lbj3jZfXR1nZbi6v5yfdqEdvcR3017Ww7eykvxczqswa/K/26wS/yndiie8lbdtdTju4HqcTccPa/81E9tT0h7SXtq3UageZ8Hn7SnT4LpulYXynMjfBZp6ne7Ka6wYbEaj9SwzRuT80D+K++BnAcMw8DpdOaCusLCQkKhEIuB3cMIrPKZulyzbNsvc9tq/lAVt2OxVNH8/2fvP4MjSbI0QfAzM+cEcHDOeXBOMiIjIzmvyiJd1dVVPT1N5npnZonsipzIycqKnOyP+3c/Tk5ObuXkZuZmpvk0KV5ZlbQykgTn4Jw7HHCHc87uPQM8AkAACBAHV4M/qJnq06dPP1NTf09VTb3eArNJga6oGkVVzWjOz0XzkTpUtZ7F4cYGHG6uQmVbPfLr6lAiydA+WYsoQ59jQ+2ZoyjU66A1VKCwIA9lFfkwV5/AhbZqnLh4FDUlZagqLELDoVZUN5/FqYYKNLVWo7TtECobWtBaUoBcHSBLWMehoKK1CsUlJSgqLELtoWroKTeL0JXXo6LtDA7VNaDWaoBUdhqHy61obKxFTdNJHK5twtFmK7QVDajINaGkvAYVzcdwsr4CFZUVyK85jpaKPFRQXWyFZThSGcV0X4/63lx3Vz8m/DK0VL8TDfU4d7gcNmspCovyUFrGGkAcAoF1IUDfharBayFDOr9UB3aO1k2V+ufnYx4mch6fkU/xJdVrkLFMXlOuom50Y6UZmeIqPVQ5JO+ZMpbJuxaeYpLFchfychmlNYbn13mFMktryfioWaW+VCaXUUThwnI3es76cz3U/CSTy8+WbFUm15Pkss4sm8t7Es9p66DCch309H1gtCjIK9GhZDWc1iDXSu1a0chioxSIQyCw/xEwm80oLi6GxWKB3+/HxMQEeIf1VCqF7TwkSex+uZ14Z7ssOdsC94s81f+iqTr6LFMlIzSaOpw8lYdc+uI1VB9C1aGrOF/egIsXC2FqOI3GikK0Ha1B3dU3cfqFD/DDt97B+2+fxZFDR9BURzNxF8/infdPoMSkg9bSjKqKWpw9UY6jl47CJgFK2UUcbzqNV07WoO1UNXTVZ3CqTIP6i6fQfPkSOV51qMBGDgnlJ8/hxNlX8caLl/Det8+itPIEDredwktXT+PwsTNoaDiLt9+6iCOv/mu8cbgOV18gx+2l13Hu7BV893IVjNXncfZkC440H0JLy2m8+vJJtBxvQXluI06fP4vzr76F8+dfwFtH0pgdHcZw/wAG+sfh1+ah8uKbuHzkCv7gnROoLalDffNhHDndjFyjvJHK7Jk8CxVV25TawBbGrv9c0UjgmSpZkdafWeQQCAgEdjUCiXgasXAKKd51eFdrKpQTCAgEsoEAO3SlpaXIpRk7fr+OabsdO0masyd2YpYwGxgedBkHx5Je553mJW1R3sEsyMsT15l5D7EbCgrQ9oc/QltODqxZ1dsAnakGJ956C6+//y7eff8VXDrVgApjVgvZc8KeOHRZcOr2XOWFwmtBQPAIBFQEDGYZ1nwNtAbxNa0CIv4JBA4AAiaTCRUVFSoNDg6Cf/KAHbvtcrIkSTh1e7mZiW+LFe6eJNMsiCJDoyWI5to49uMhyTK01IloKaSaQhxbiwD3lxIDvY/b1NYiKKQLBAQCcwiI/wIBgcB+RECn06GsrAxNTU2qUzc2NoZgMLgtVZXJFmQHkmlbChSFZBUBNi+zKnC/CCOfDopWgla//61vduz2fy13WcvMAuDhQBK+2ThiNKO8y2q3w+rwNGgMzoF+DPSOY2I2giQoLh1H0N6P4dFpOLxRNS6VCME/3o3+URdcgThSyRTS8SSe/MpGPIpoKAi/P4BAMKrGpxFEOBRHlDco46nXxDx3Kqnmz8orELEokgEf/CmAPpvDk6oedAeRiM7ruTlpIvc2IcA/qZNMpsU7dduE974uRlRuTyEgSWR7arXq5in8cwfs0PFPHvC7dltdEUmaM06EU7fVSG+NfOHUrYQrtWsasIAs3ldaCSERv8MIKBrq+HUSuJ1CHAsQIC+GHK/h0RDc4wNwTQ3i0VAAgc6v8Wg6DLd7AMPDQ3j4aAyenju450oh6O5Cz8AYOh6OY7Z/ABMkLUkUGhyA3T6JqVgccXLeUuwcztzHrc4hdEySo+R1wPn4c3w1kYDP3YcZpwsz/DOSlHfjnzSSkSgiXtI5nUQ0HEMikUKKq7VQKKUloqRXLDHn+JGDmYyEESOnND49hunhQXTORJFIRjHr84OX8CST5HgSHygk/xXpRBwxqluM5C8ULc53AQL0HTRvX+0CZYQKAgGBwHYiIEmS+nMHJSUlKCgoQCgUQm9vLw0w+rGVm6fwTB3XUzh1jMLeI3nvqbw9GvMoaSySgncmjunRKByjkY3TyMp5pziNKSOfzu2DYTgoXK7MqaEIpoYjq+oyMxFFJJQkSsHtiD3Dy/kztFwZa45jHZnmdWe9We5G8z+Tj2Tbqb6Tq+DxTJ55XVaKZ/0YQ8aXzzlciZfjmYd14PNFNK/boriFZVP60rSZ8SgZ6CnwDBvfF773GdkccllL86x27XcnwO1UUQ7mY8y+SYpmMvg55fBpz8DeTwRTdh+mBwcxPTmMwWkvxu61Y1aTA7M1jZBzEp23uzDUMQCPuRh51jhmxycx+KAXM2MjcJAwdurCYz0Y7G1Hx/gUZoJpyFSod2gEAz3dGJ2ZgdfvxWzXA9zu6saYoxsTLg9mN71KhvTz+OHoHYJzsgO9U1OY8sYQiZNSCz6pkBfe2VEMjU2gb8CBAOk6MDOLqdkwQpMjVI8h9LhCSITt6Jt0wzMxBJdzBmMzAbgH++HyjmJw3AX76BB8LjvCYiJvAbo7f0o2HQ3YSOBw57URGggEBAI7gYDBYEBpaSny8vLAP3cwMTGhhjxAtxX6SJLY/XIrcN0umdtoDW5XlbJTDhvLQW8SY70hdN3yoeuGP+vUSTI7vvGh84bviewOOn90zQsOlyvz0VdetFOe5dIycX33AvA5E/C7EhjpDJH8xbq3X/fh8dc+cJjJs5GQ8zNx3k6qy0PSm3XrpDqspD/zZqiD9FiJr5PksWyur4oH8WbybSbkej/+2kuYUP0Jg86b/ifYLyeX6/OYMF+atlI887HuHaQ/h3ydoe7bfvhnE/BMx9X7wvWf08WPR196wdcZ3rWEg4+CcE3GkDyou+ORg5WMp2nwIgneKXDpk5/wOzBpD2DGE4Us+TDoMKG+zIaK+hbkaxWkpsYw5DbhUK0NJfWHkZ+OQUt5FvtkfjjtAxgYGMW4PwklFUTPiBl53nHoYhMYjRkhJQth9NzC6LQDs6E4z+UtVWWd12kEyTmbePCIHLsvcKunE+2TfrhD7Kw+FRWbHsD42D18/fAxPv34MUa/+gz3ZgOYnI0gyh6glEZKSiAdmUDnwCy8Y50YHe3HrfZR9F+/gYmBz/HZ41F0P76P2fFe+KJPZYszgYBAQCAgENgdCBjIsauurkZjYyOmp6dht9vVd+xSWVnrv7iOsjznFoiZusW47JWrubu3V7TdVj3TkAgdWZEh6zSQ9UrWSWGZOpK7QL7GoIHRpgWHy5ZJ/ArRsmksj4nSJZlGeIlkjQxFJy/SXWfUkHyF4pVF8avKZLlLSKFyZDKOOV+mLhyn6Ek+EcevRhpVj2WwpXJYHsvSUBmmXMKDeFeTtdY0jUEBlyuzflrCheSvlldn1sBgfVZHVT/Sc7m8nCYT5mq4kIfKIu8Ckjxr6a4AABAASURBVCKB07VUJ4NFA5VvDbo8UxblYXmpLLgR2IMHt3HeGTAnXwudQX6mBpa6C7j03ctobshH3ydjMMGDCJJIIIpYSkPOsAFm+BACKDaMaFJBPKmDhq6ffipw6Pw7eP+7b+KVJhnp8G3cH/Ij7HHA6fCga1SG3mzFsfeuID08jMCkHUsm1J6KWvOZAqvVgMqmEhhOXkJp331MTk5hasm7k/7Bh+gb9WIiEIM37EP7eAkuNNbgZFshiouspJcFJpsNuvxaVFm0yGmpo5ldFzwDXRhT2lDU2YNwcAJOXRHixgpYtWtWUDAKBAQCAgGBwDYioNPp1HfsDh06pDp14+Pj6oxdtlWQJAns0G2Fw5htXYW8ZxGQn40SMYyARIa3KUeDiiYTWs7koOVs7sbp3Mp5D12wofX8kvRzthXLOnLZhkMXl/Av0a3hhBXWAi14O+zqNjNalsojfQ5dyAXTZurVRnovlHHsSh4OXbStqPt6y2o7b8Nhqm8LlbPevCvxs75MrYzBJRs4XIn3SfxS/AjvNrpvhyn/Ex6KW3jOui+85vOm0zmw5mmQW6hDVQvdF84zL/voi3lgvZhvrVR7xIqCMj205Lhzmz2ItFqdI44BtF+7hYGhaVSeqcPJF6y48Zvr+O1/+kd0z3iQ8+IxHG7T4KO/+hS/+0//gKEkINXlIzx5C7/4D/8R//E/fIIH449x6+aH+Kf/8Pf4m7/6Cu3fdCH35cs48Ufvo7rAinR3LzlxCqCUk/wzqKkphVbCpg8WkY5EER8ZhavEhBA5dMlAxl1Mk/w4pp0pgGYO5UQIUjyCuspRfP7VDfz6ix70uzzw+52YeDSAyQigvjInV6FCNqO5IA79hXoUnj0EYzgB2RMjBipRQ2LFZ9cgEA2nEPQnlp2F3jVKCkUEAgKBbUNAURTYbDa0traq79jxrpgejyer5cvzM3VZFSqEbRsC8raVtMcKIhMHMjl2OprZMVoUbBlZ1yfbRLNGRqZVdDKYFCgaSSWdcQX5LINpFTnPrTPnZ5qXwU6wcZ31WbUMkmVS5Wuyhz/LYyKd52SvgA+lr6obpa87v3nuvmjo3uiXtKs57NZXT71JhoZmBCFDHIsQYEBsOPFCE05fuYIzp87i8skK5Bx6BS+dPYxT56/iwtnjOHe8DiWHr+D18604dv51XD7TSmlH0HD5XXzrwnlcutCMlkuv4RLRmxdO4jQ5QeWtL+OFlnLUVLbgyOE2vHC1BcVnz6BJMaCw6iLq66pRkbdImQ1d6EpLSe4FtFWdxOWLb+G1Q0YY3J24+fsv8MXvvybqRvLQRdL7DXzrygt4/92LaLr8Bi62NeF4QzEK6w6huuU4rrSVwKbLw9mzDSgoLEBB/REcOXcRJyts0NdcwStXzuHixaOoqCqFjju9DWm7JzLtOSU1NDqg08vq99CeU14oLBAQCGQdAUmSoNFoUFBQgPLycvB7dfyOHTt2PLuWjQIlSRIzddkAcodkyDtUrihWICAQ2CwCNGGjduQUblbU/srP3okRlQ1lqD/chvraWlQXmSHbGnCopRZNh4+jqbYSVTTTpi9owIlDNWg4fBLN1SWoLC9BUeMJnDtyBMeOVKOy6QhayDk6faQFrcRXWH0INTl6mDVWFBYXoa6tAtaqKhTR6KbWWI7cHCtyjZtHU0NyLDV1KC2sQWMVlV1dROdmGE1mmE0mIiOKG5ppZrANRxrrcfhwHWzVh9FaXYGGyjzYispRUFKFZjq3ak2oriqA2ayHvqAUBZW1KDdoIJmq0dBQg9r6CtjyrKCxhs0rLiRkDQGFboiWBm2oaWVNphC0FgQEj0BgdyOg1WpRWFioOncZx45/7oDPN6t5ZqZOtS02K0zk33YE5G0vURQoEBAIZAWBp77c07OsCBZCdh8CujwU17bg2LkzOHPuFFEjSk166HefpkIjgYBAQCBwMBDYwVrqdDoUFRWpzh3/XA3P2PHumJt17NipY4eOaQerJ4reIALCqdsAcOlUColoFPx7UKn0nEGdTiWRTMQQS6SQ+T2pubg44hQ3z4XFe1qkwbJSJI/lZHhSGQGLdCPeOYZFsRu6oPL4gc2GOJaTInkb0kNk2hQCEk1ISZL6b1NyRGaBgEBAICAQEAgIBPYWAhnHjnfGzOyKyY7dZmwyduoYBbbtOBSUHQS2S4pw6taNdBIR/yyG791F+6ALnnAC5M4hHpyBc7gTj4c9CMaTSPEee95JTA33oGvchyg5aml2/JIpJJNUKDmD6UQcYb8Pfq8HgVBUdQiTyTi87jiSvE19IgEwM/++QjIB+oCyUeZNfgIeRMIhhFOblEPZ45EYArMBOhMfgYBAQCAgEBAICAQEAgKB7UKAl2Lm5+fjyJEjmJ2dBc/Y8VLMjZYvSRLZmWmkxGD9RiHc0XzCqVsBfp7FSpMjliJazBJHMBJFz4gG+f4v0D7kRM/9RxjpfoSHIYoLfYbPbo2j7+tr6B8cQG8oDr3nS/ziq2m4xm6if2QC/Q6SmPAg6bqGW31huAJp9SFKx13wTt7G3//0MZzeCHw9n+LB/ev4emwWMec3eDAShz9CeRd91nuRRtQfpjrEESanMh4KUkgTiFzhjCjyHNOUFvaHECMnVPX9yKNMRiPwhyNIRx/j3p0e9PXNwB8KwRMMIE5OYpw6gRQ5oSnKk0wkkYqG4Q+Tg/oMhpmCRLgZBOKxNCKhJJLxhTdvMxJFXoGAQEAgIBAQCAgE9hICiqIgNzcXdXV1iEaj4J878Pl8G6qCmKnbEGy7JpNw6la7FTRiQZ8lHCnEIwFMD/ej59EIvBE3pl0+uD0pFJaXorisFPHxXgz2jMMbViiuBPn5eYgMdMHnn8BsiBwq/pHfdBzJsAP9D6/jzsNBjM8GEaO08Mg40nHKH45i1pOAZ3wIY8O3MepzwR1Mg3ylJfqs9zIJR88IHP230Df2EF/1e+B0BpEkRywjKR0PI+oexoT9Lr66S+FwFyaGu3Hn0SS801MIxpyYnvHBPzuFmZlxdPRNIjX8NTqnQxjq6IG95yb6Jrpxq9OOWXJMZ9we1XHMyBdhdhDgDRR4MwVprU9xdordNVJ4eUgyloKfnhPXVAwzE9EtpenxKOxDYcxQmI2yQr4EeNv6gDeJJ/JYNpFjNEJlRZ7GZ7Fu02NRTA1Hsiqb9Z0cDGNigPDJoq6MC+vLxOfZItbXMRJBNuU6J2PqIEskmILPGd80vu7pGLiNJHnVxq556oQiAgGBwG5DQJKe7orJ79klEgnwzx3wjB1/T65HX3bqOE+KBunXk0/w7g4EDqg5uAbwafIjlUwjQV+odLoogyRJULQGaPPyEA8E4HMFkUxpUFSYA1NhJQwhHwKeCNIS71CUB5OtGAafk2TFwSsvseCQFS00Wh20mjhCXjfGBmZQljeK/ukAzeCZYdJroJdcGB+eoFmzJJbqskDUGk8lJHxuRMIeeH0OjA/1omsihCjVMyMgGaK00YfosQ/jYe8kJns7MT01BntMgZ5/E41IVvTQKCQrHoHHE4AsuzA82Iu+ATscNEM5M/QQD8am4XJMIhSJET4QR5YRUAh/jVYm7KUsS94b4rj+/MPjXjKgx3ppQKE9iKEtpsHHQQwuLYPiNlKubzaBeDQFz0zsid6q7I65MgYeBzD4KPgkbSNlLJdnsD2AAaLl0tS4x0Go4dJ6rnLNuPQ/JLmr6LvRurC+g4TFcjoNPPKj774PfQ+84HPmXY5vadwg3bNBqs/gajhQ+tJ8q10PdwVVJ51nz9lp5DJW4udyl9N5cEE9J/rDCAeTsOQpwMF8xCEOgYBAYO0I6OY3T+HlmDxjx45dMBhc11LKjFPHjt3aSxacuwUB4dStcCfUpZfk6CTj6uLDRVyyzgxzWQvaThbRjFYC6UAIWimIKfs03OQIBXWFsObqICX9cNin4J6ZRMhYRE6QDilymNzT45ianoEvocBS3oaGmgLkaWcx7ZlCX8iAkmIDfENTCHjCVE4lymproKEZsgQvi1ykyUYuFNhsehjJ+TQbDMgNdqNjKkxOXaaeacSCPrhoJnLcLyEcDSPi8ZBTFoe+0Aq9yQyF6q9VqGydCTpjDgqsBmgaj8Fovwe/ZERCY4OZnNhQ1AefphYGnQEqP2URnywiQIYejS/goBp8Wr2M+uMWGM0KEjRjxwbwVlKEDOwYOWEcPiknkEQokECYwidxxLeWc1OOgrxSLQykf4Y/EkqCz6OhFOKRFEL+BbK5DC5rjfJZznIUIdkxkr1cGtdjUZlrLItnHHk5MDup2ZTLshiLaHgOF75m8rkjmJnyYGpiFs4pH/zuKIK+OML+xXzMuxyxvAhhzbNqajphG+K8FKrXa6z3Qt5YOIWCUj1sRVpIMvWdq8mi++qeCcBB+nucIfg8VB+HFxOjM3A7gwj640jSCKC1QIvqFhN28SFUEwgIBHYRAnq9HsXFxSq5XC7Y7Xasx7Fjp46rI2bqGIW9R8KpW+GeyTQLojXIMJg0S2xmCelYCOHJDtz+7D6QY0HjuUroDSF8+S+f4Zuf/Rz+mno0XqwDIi6K+wR3Pv8C0ROnYLLaEBy8g7uf/A1++fHHuD2Vwsjtn+PTX/0NPvn4Q/R7UtBd/lNcfOWPcTQ4CInyh5QcFBQ14uyL55Fr0IDUWkHjdUQrGsghF2LxIHzWImgDXqTiMXUmMZGI0cxaAm4/GZyWEFLRAJTSQqTkBCa//hIPvnmAsZAOEf8QXE47pv1pKBoTGTFtaNPFUdKQi5yTTcirqoTJG4ISkykNKkEcW4PA5qdvt0avLZaqo+ez8bgZL35QiKvfL8ZL3y3aWvpeEV7+AyqHwidl0blaNoVP4taoxys/KMZrPyrBKz8kmUvyXP0+lUXpLxO9lJHN4fee5V1vuVdJzssr4UVpV5fWcYluy5V3lfR9lerx6h+uoB/JXVSXNch8Ug7lfWm+3le+U0j3uwCHX5JQfMiFghYHjr+uIRzL8eoPy9bcDvie8b1kvdVyqAz1nEL1ej36ZXgp72s/pnv6R3P3VJWXSVsSXqHr8+/loPiwC40XYjjykozSw7MwVQ+j6WIcF97NobZWhAtv56Oq2QRJ2uKHSYgXCGw5AqKA7UJAP+/YNTY2Ynh4GA6HA5FIZE3Fs1PHs3TCqVsTXLuOSd51Gu16hQwoLK/FB3/xDl79g/8R719sRVPLCbScex9//sffwSs/+d/wg7NlqGk8h9OX38O/+uMf4vUf/I/4ERmfRZWX8dL7P8H/6d/9JX74/T/F1TPfwr/5d3+OP/+Lv8T73/oLvHnxJbzbokCCDee+8w7OfffbONbShlp9MXTlr+J8kxa5Jmz6sJ09j4Zjr+Ji66v44OrL+MnlFPpufoLf/fJn+NUvP8cjexqV3/s3ePv8H+Lf/+QNnDn3Go6ffhM/+IPXcO7lF1BnbsVLr7+GCxdP48yhBrzwQitAVkfZqz/GuZYmNBTWo+rQm/ijH7yOsy+dR7HNSjPWribnAAAQAElEQVSZEEeWEUinAF4iDJrBzbJoIU4gsOsQ4N9f8ng8aG9vx+TkJKxWK1paWlBRUQFFUXadvqspxIZTXl6eurlBb28v7t27B41Gg/PnzyMnJ2fP1We1uoo0gYBAYPsR0Gq14B8ob21txczMjLp5Cv+e3fM04b6Jedix43BHSBS6YQTkDec8sBklKBotLDYLzNY8WIw66HQG6AwW5OZYYcopQA7NqGl1Rprl47gcmHPykKOXKZ8RJksObHk25FhzYaI8fJ5rs8FiscFsNMGiAx0yDFYLkRV6nY4cIgWSxgyjToKchRFb2WCEVm8ieWa13NziWjQfP40TZ87jzJnjONJagxKrDVZjDvJyzDAYzNATWa10bqK8sg4msxlGowEGvZZCHfjQmHJgYH0VLTR6MxknZsLASAaKDIkZBGUVAfKjIckkUhLoEgris08RYOOCf3uJR5z7+/uhJWOFHbnKykqwY8TO0F6rOjuoTqcTTKFQSK2TyWSCz+cDO3mZd2H2Wr2EvgIBgcDuQECSJHWgiJdilpaWgvuZ8fHx587YsVPHfa6Yqdsd93G9WrBJuN48e5lf6L4UAUmBpM1FQVklKqqqUVlVhuJCcs6W8onr3YcA+XKSxP92n2pCI4FANhBgQ4Rn5TLGCG8AwAZKQUEBDUhZVGcoG+VspwxeBjUxMfFktrGmpoYGzgxgp5XffzHTgBk7eMoem33cTgxFWQIBgcDzEZAkCXq9HiUlJTTIngOeqeP+NB6Pgx235SRknLqV0pfLI+J2DwLy7lFFaCIQ2E0ICF0EAgKBnUCAjQk2OnipJb8Lwi/78xbd7NDx7zDx7BzP1u2Ebtkok0fAY7GYamzxKDrXh+vHS6TY6GInj40wg8GQjeKEDIGAQOCAI8CDRNynWCwWcL86PT0N7mO5r10KDTt1HMf9FIeC9hYCwqnbW/dLaCsQEAjsNgSEPllDgA0JdmzYkRsZGYHb7VbfnWNnrqysDBmDI2sF7oAgNrAaGxtx6NAhcH3ZwGLjiuvIs3Rihm4HboooUiCwzxHgvoUdu9zcXHDf6vV6wYNJS6vN/Q/3R9w3LU0T17sfAeHU7f57JDQUCAgEBAIHAgH+sdyBgQHcv39fnclqbm5GbW0t2CDZDwAsrQM7dDxTd/bsWRw5cgRsUPHyKHZsl/KKa4GAQEAgsBkEuB/l95F51cPQ0BDYsWMHbqHMzMCZcOoWorJ3zoVTt8K9SqXS4N8y8jhjcIxF4BgN7whNDYdhH1pf2TMTEYT8SUSCKbgd0VX1nhoOYaQzgCkqZyvrODkQgp1oYRmTgxQ3FFpVv4X8mXPWdbyX8o2E1503I2NhONEfBOuyMC5zPkVlTBFGmevlwrHuAOxUl+XSFsZNj0fAvxEWCibhnpm7L1OE+0bxn7VHEfQmkIynV2jFIlogsDcQYGeON0EZHBxUZ+NOnToFXobIs1qSJO2NSmxAy7a2tidOq9FoVM95lnJ0dFQ1uDYgUmTZHwiIWggEtgQBfseOB8pycnLA7/BOT08vKoedOnb0UqnUonhxsTcQEE7dCvfJnKuFyaqBczyM0fYARtZBw4/9GHm8vjzLyR966MfQI5LVQbSO8ifI4YlHk4jHkpghhzQje3iJTqznEOnKTslIxwb1pfzDrOMK+mXKHCXHkZ2XjC4cMq6jK5TLui2VO/jQi4EHHgy3+6DKW6FMlr0ccf7+++45GaQ3Y8v6sQ5My+WZiwuueP9ZxmgXpS9TD9af6zEnI4AxwiAZTyIaSmCGnMW5eP98XfwrljHH9+z9sQ+Ewfe5oFwPif4gDoHAHkKADQd+t2xiYkLdJIQ3EOERZB5J5o1Q+J0yNjD2UJXWrSo7rZl68iwd/0wDG13s5PImMesWKDIIBAQCBwyB9VVXkiR1YybuZ3U6nbrEnd/nzUjhfihzLsK9h4Bw6la4Z3klWtQfMaO6xYTiKh1KKtdOxZV6FK+Df0XZVXqUVutQSuGKPMuUU16rR+sZq0pVTQZV9+X1Ifkku7yeeNZZx4w+xavUtXheNw5Lq6ksokw+Dktr9Cih8vn8WdI/g6HJFoPWFIS1IIkyquNa70tRuQaKwY+0xg1zXlyVyzpxmRyyHqwfXz9DjAvTfF0WpnPeEqp/ed2zdSsh/kw6n6tE9ef70nzSgqomI9Q4qv8c/vq5a8qnxq8hrGgwoO4wt1EjhE8HcewhBNhhmZqaAs9IeTwedRdLduSKi4ths9nUrbglSdpDNdq8qpIkqThkjK1gMAimzUsWEgQCAgGBwGIEeACpqKhIXRnBP63C/TAPtEmSpMaBDjFbRyDssY+8mr4HOc1q05DBbMLJqzYcu5yLo+ug4y/m4hjRevIsx3v8Si6OX6Hy1ymLyz79ah5OvZKn5mfZXAeO5/MM8TXLP8FlrKN+mfwcZmTw+VLKlPkkXFIPzsu0NB9fczzrxucZqj+hoOJQArXHJBy5ZEHbeRMOv2Bd9d60XTCj6kgahQ1BVB9N4/BFC05cIVxetKnY8L3icri8o8tgkNF9pbTV7tFSuSzr5Mvz9+Ulm6o3l6u2sSXYLFfe0jguu+2cFcXkGFI/fJAfV1H3PYIAGwns0PGulvxbbLwRCs9W8VJL/qkCXoK4R6qyJWpKkgTGobCwUP09KR5B59+025LChFCBgEDgQCPAKyN4MI2dOX6Xl/tm7qMzKyRE37P3modw6vbePduNGm+ZTtzZ8Na7vEyLO5toNKq+a+Lz+cDvnvCGAhy/nAK8sxO/CMwvBHN6dXU1uAPLdFgcJ0ggIBDYegT4OWYDgWeexsfHwU6dRqNBZiMUduYk6WDNzK2GemYEnd93YUNrNV6RJhAQCAgENooAO3YlJSUIBALgvpltKkmSIEmSujvvRuWKfDuDgHDqdgZ3UeoaEWDHrKenBw8ePMCtW7fw1Vdf4YsvvlCveVMFJh7tXyqODUg2iIaHh8EzAWw88s5PS/nE9XYjIMo7iAjwc8wv5fNzzI4db99/7Ngx8Mv6kiQdREhWrTO/68KOHf+uFBta7BSvmkEkCgQEAgKBDSAgSZLaD3OfzEviecCNB9FZFNtRHAraOwgIp27v3KsDqakkSep25vyuDf+u04kTJ9Tfdzp+/LgaVlZWqk7bQnDYgGRDiNeJ82+y8NIuNpIkSRiPC3ES5wKBrUaAn0WeUeedLdlgKC8vR21tLXh0mGfqJGmVZ3KrldvF8iVJgs1mU4lH0LkvYyx3scpCNYGAQGCPIsB9MdtK9fX16ioK7m94hZRw6vbeDRVO3d67ZwdKY0mSwA5ZZskkdzT8Qi/PwrHjxoZiZnkSj2az4cO76fHucTzKzcsKeKZOkoTxeKAajqjsjiPAzyC/N8fvakiSBN4AhN8X49k5rVa74/rtdgUYI97MgIk3lOGl59zH7Xa9d0I/UaZAQCCwcQQkaW6TJh48z8vLA8/U8asrHG5cqsi5EwjIO1GoKFMgsFYE2Ijhrc7ZceMOhg0bNhZ53Tc7eJzOsjjka146wE4fv6PDy5fYIOJ0QQIBgcDWI5B5Dnl2jgde+N1XHgXmZ7GsrEyddRdbZq/9PnA/xpumcL83OzsLDteeW3AKBAQCSxAQlysgIEkS+OdUePCNX1XhFQLc56zALqJ3KQLyLtVLqCUQeIIALwHgUWve5IRn3ph4CdfRo0fVJZgczw4dv1vHs3fcIfGMgHDonkAoTgQCW44AP6c8+MI7NvJzyEYBP5v8rgaHW67APiyAHWKe2eQRdHaSefR8pY2h9mH1RZUEAgKBbUaA7SYeSOLVUTxIzgPoPFi3zWrsguL2pgrCqdub9+3AaM1GDW9y0tDQAH5/jkf7eXkAGzaSNLekks/Z2BkZGVHfQWE+duwODEiiogKBHUSAv/D5GWQnjjcmam9vV3/ctqmpSX1mDQbDDmq394vmAS1+L5hXKvDMJ69c2Pu1EjUQCAgEdisCNpsNbGfxYPnAwAA43K26Cr0WIyCcusV4bMuVKGTjCLCBw0sE2IBkY5Il8cwA76zHI9o8K8DpHC9IICAQ2HoEeLkzf/HzTrQ8W8ebGfFMOi8d3PrS938JkiSBB7d4WRQ7dLwiYf/XWtRQICAQ2CkEeJaO7SleYcG7FfM+BTxjt1P6iHLXjoBw6taOleDcBQiwccNOG3c0PDvAS5J43TfH8Qwdb6oiSXMzeLtA3c2qIPILBHYtAuzA8fIcduh4kIV3tOQZJQ7Fc5jd2yZJEngJJvd//E4x453dEoQ0gYBAQCAwhwC/98zEqyx4MIn7eX5PWrzTO4fPbv4vnLrdfHeEbs8gwCNIHMmGDTtzvPUudz78nh3vdslpggQCBw+B7asx7zDLywB59JYHVfiLnzdCYeJtsdnxkCQxsJLtO8I48/su7Exz35dt+UKeQEAgIBBgBDJ2Fof8fh33O9zn8KoM7n+YR9DuREA4dbvzvgitVkCADUZegslLkHgzBp6t45kBm822Qg4RLRAQCGQLAR6p5RFbXu7MzyDPkFdXV4PfdeWfDslWOULO8gjwey6MOb9DzPciswR9ee4VYkW0QEAgIBBYBQEeKJckCWxfcX9TVVUF7mu4zxerBFYBbhckCaduF9wEocLaEeAOht/V4Rk6Ni7ZoWNDZ+0SBKdAQCCwXgT4y52dCH5/lQdTeMSWlwPyZij87gUbAeuVKfjXjwBvAMXEo+Xc/7GhtX4pIodAYG0ICK6DiUCmP+dVGZIkgft43lGcr3l1htg4Zfe2C+HU7d57IzRbBgHuVPh9Oh4t4pd4ecllpgNahl1ECQQEAptEgB0Ift56enrASy55VvzYsWPgL3lJEsssNwnvurNzn8fEs6XsbK9bgMggEBAICARWQYCXXUqSBO77M2w8iMfOHdtf3Pdk4udDEewSBIRTt0tuhFBjbQjwuzw8Ql1fXw/ueMRI9dpwE1wCgY0gwL87Nzo6iocPH4IHT/i54w2JeMZckoRDtxFMN5uHZ+r43UXeCZP7Qx7o2qxMkV8gIBAQCGQQ4L6ezxf2LZIkgd+bZseOnTpeirnQ6WN+QTuPwO536nYeI6HBLkGAN0fhZV/c4bS0tIC32BXLAHbJzRFq7CsE+LnipZZjY2Ngx4HfmSsvLwfP0rFDxwMq+6rCe6gyjL3BYFCXRPEAF9+rPaS+UFUgIBDY5QhwHyNJEhY6dawy9/38uguvFODfJOWBJTGwzsjsHhJO3e65FwdMkzTSSBIl1kSJZBT+gAfJVAzFJYUoKS2E0aRHMhlDPBFVZaSxNllzfEnCO0UkPgIBgUAGAf6C5qWWk5OTYKeOl/fxMmd+UZ4dOt6kKMMrwp1DQK/Xoag4H6FwALF4BKn0evo+7vfSO6e8KFkgIBDY1QjwwLkkzW2UslBRdvYsFjPZYEWAlEQw5Cf7K7IB+2s9/dVqvGxDsi0n+jPMH8KpmwdCBNuLQBqp+Y4gTuHzKRwNIEGOndliRFFJPrQ6iRy7ApISRzQWXJOMNJaWgISBUwAAEABJREFUIzqD7b3ru6Y0ocgSBNJpejricfBs+NTUFHgjIkmiZ6ykBGK55RKwdsGlVquBLS8HOr1CA11RldLP9G9L+7u5a6iDX8II2gW3UaggENiVCLBTxw4cfy8wLVRSq9XCZstBRWUpImSXhSMB6n9iG7TB5vqktfZdy/OxHbdQw4N9Lpy6g33/d7j2aeoInk+pdArBYAB6gw65NisURVLz5eRakU4naaQ6Ss5dWo1b8T/N8MWTKep80k/4drjyoniBwK5AgL+0Y7EYeGnz0NCQ6tDxckt+f453l90VSu6YEru0YHK4NRoFtrxcGuyKIRIJU8gDZU/7t5XPdmmdhFoCAYHArkGAHTumOA328XfEQsW47ykozIeikRGJhmlgPfLErlq531klJZ0g2yyBeGoVHi4hHUc8mURiAd9CvcQ5IJw60Qp2NQLcmfBmDby2W6/Xg98lYYUlSQL/tAGicYRCYQSp4+H4ZSkVB3ydGJgIYMa/LIeIFAgcWAR4ueXIyAgGBgbAz9jx48fBO1vqdLoDi8murzgNdIH6NUkyIhKZxtDgJEaHRee2o/dNFC4Q2EcI8EwdEw/4rVQt3jSF04PBIHip/kp8z40PjWLaYcegYxVO7vN83Rie9MHhXYXvgCcJp+6AN4CdrH5otBPt31zHNzfvoWewHZ/+6mt02IPwkQ8GvwOOzuv42W8+we9ujSPinsRQ+z18c7sLHaMejN75LT7/phOPP/8MX3x5E1/1jCLiGsTdTz7E7+/ZYXezECAZ8sDT8xV+99tPcKNvHI8eteMW8V9/ZEeCKi8WIREI4nNgEXA4HBgcHKSBkZC6zJLfnTMYDOrOspIkHVhcdnvF01EPvIM38N9+2YvOnhGM+/2Y9jox3X0bn/3mGh7ZZ9Df/gD3PrmGGze7MRoIw9v1Db7+/AYGRqcR5dfqdnslhX4CgX2KwF6oFjt0iqJguZm6eNiPqXsf4+ZXnRizj6Kr4x4+/OUX+P3dMfjjPgzcv4Gvv3qIR497YO+9i998fAu9gx24/tWXuP5wCCMLnLLI2APc+fJz/P5OOx4OjuHRF5/j428GYZ/sQefdO7hxpx/DLj8CfV/h048+wfXuETxq78Sda9fx5f0JRGjWTnRnT1uUcOqeYiHOtg0BdqUi6H44StSO0ZEe9I04MTgeRCyRgmpLBv2I+XxwaXIhTQwiLEfhTwYxPT2L4QEPnCMz0OeZkKs3wqDIiAWmMfXoJm6OONDZNYIpTwAR+BAIzaB7WIfSfAP0vl709ffizuMxTPaMIUD1TRGJj0DgICHA21BnZuf43TmTyQRebllYWAiz2UzPn3Dmdn97SENWkkibCmCy6pGOBjHRO4iO2/doJLsPHUMOdI+EEI9EYNbMYnxmGLc+78Fw70O4ZmcRie3+GgoNBQICgZ1DgB06pmedujiisSi6hk3I188gGpzG+GwSPn8auc4e9Pfcwlddw3j8aBjjPQOwe5yYNhXCoE0gHnZjatINx1SYKsYD7yPoHaG+TNLDBidcw49wrWMSQ/f7Mem0Y8TlhdPjQijmQHu/HoW5BhgCAxgc6MGt9nGMd47Ak04jiX17rLtiwqlbN2QiQ3YQSMHtiSJKQ8Z6rQYS/en05ISFU4jxsx6PIRmLIaQYkA74EPb6EVVSCKcT8E7TeViH8qoiVFQVo9BmgSYRhnfGjhkpB5KcgiylkEYCvN7bPhVHrs0MU9qLEFkzobgOemr5UnYqIqQIBPYMAtFoFLNk1I+Pj8Pj8ajLmXmpZXFxsXq+ZypywBWVFA10lhwU5hhhpcEtiQbDQtNe+GY9SFu1kFNJ+KMGGHMsKCvSIBwMwU6GlCzL0GhEzwdxCAQEAqsiwH0FO3W8vHIxI1lW1L/MBnSwwIdEIoBAUoN4QouUcxze4BRmQjISFKdLJiGnJegqq2GJhCDp0wjGowjSoDuQAhDClCNCNpsOVn0CqTA5cREjDLJE+RRo5BiS6QBmPWGMT0ZhsZpglgKIRKI0I6iDQYE4liAgL7kWlwcFgR2tp0Sl61FRV4z6tkOoqz+C1rp8tFQGEQimEI5SMo29ROkBd02Ow2cthc6XgE7WQl9gQW6uAkthEYyKAmOeEXqjHorGDF1pJerKqtF2pBbl+RYYqcvRKVYUGKZh98qQC6pQV12Pwy11qDlSAysVIx4AAkF8DgQC/OXsIUduampKdeh4Zq66uhpWqxWSJB0IDPZNJWUNJK0FlvgsQANfGmMOiooL0NDciMr6NhyrL0ZlqZVm8azQ6gtQYKlA8/FK1DadRBH3nfp9g4SoiEBAILAFCChkXzE9O1OngVbRobzAQ86WBhqdBiZDAr5QDINhA4oqa3G4ugZtRxtQ11yDSkseinRAwulHymgim80AsyFNGmuJKlBgpMH2aAwhbSFKahpxorYaDWebUVNQiYZCDXJMGvj8uSg2TYHG85G2VaCG7LijTXWoO1aHAlmChiSJzxwC8lwg/gsEthsBBa2XL+Limy/ixPE2NNQexYXX/wRvn8xDpY3HcDTQGgtQR07fH/7wMo6+/i4un38T33vhDN596xCOvvUKSk1G5B0+j7MvvIDLR4/AUncR37vShiuHS1GUw1aLDnmldbjyox/g4uv/Cu+99DK+9+45vP3WURxtKQE3fmm7q70HyxMq720EeLMhfomdf3uO36HjDYaOHj2KiooKaLX8xbq363cgtVfMMOS34b1vt+JY3Qkcb63EiZfb0PbGB3jz7Fm0lZfhxRea0HjyKHJLGnCithQXvvctXLx6BlWl+dCJju9ANhtRaYHAWhHgmTomHgxcnEeGOScPF999HWe//T1cOVRD/UsFWi5expX3X0axrgWvvXwKr15tRcPJYyg8fBavl2lQfPENvHT2dXzvxZM4d7yYRLIFloPT77yFS+/9GK+//B6+9/o5fPDdM7h0pgb5lXWoP/E6Xr70Et45V40rf/QDXHzjX+Hdq6/ie++cwzvvHMOJQ2XQ0oCkBHFkEGBUM+ciFAjsGgTi+VWwNh3DSxVGaGkk5nmKsXFqNpvh9XrB7ww9j1+kCwQOAgL8LPAz8fjxY/AsXUFBAappds5oNG5F9YXMHUJAo9Gos628vHaHVBDFCgQEAvsIAZ6lY2KnjgcGV6xa7nE0NjbjYqtWXfXB72tzP8QDiSvmEQlbhoBw6rYMWiF4NQQkmieToKX/umUpEpMQDKdhUXRQoFuWR14Qr9OYYdRb4XUH4XJ6EYuknpNHC4kkg/5DHAKBfYhAOBzGxMQEenp61Bm5srIysFOn09HzJIuufy/fcon6LQmaRX1cNJyE1xNcFCcv6CMz5xL1exLlx44eonCBgEBgNyPAs3QrOXUS9SFypm9RcmAg2yvHaIBea4Ys6eCc9iAUiOEJT4Y366GWejIF4niKgPhmf4qFONtWBCR6GGUiZVmKhGMIBiLQ60yQJQ0k6kRWI0XWEK8RFnMOHFNOMm4CSCWxaj5AhjgEAvsNAR4h5dk5fneOQ35nrqSkBPn5+WIzlH1zsyXq22Siuf5Tq9Gr/Z3X7X8SJ63YZ8oAcUEcAoG9gIDQcUcQYIeOiWfdFs/USaSPRD3IXN8jLehnNDQIn28rRMAfgs8bQDyWXJZvYZ7Nn4v+DAsORmPBpTgVCGwnAhIVtjzFYnHEYjHwduugbmEtpNFoUVJSSsZNCrzULBgMAavmhTgEAvsGAf7i5WeGd7fkd+d4GYzFYkF9fb3q0PES5X1TWVERQuBp36nXGyDLCrjPS6XSi9KwbB8IcQgEBAICgRURkGUZiqKodtizTE/7HizoX2RZgc2WB51Oj0AgCL8/ACxI37pzqIf4BzFVIRrB7kOAjdNEIoFUKgW9Xg9JktakpCRJ4HeFKisr1Y7I5XKB5awps2ASCOxhBPiZYYduZmYGQ0NDiEQiNMBRgrq6OnV2TpLW9gztYQgOtOrssDNxn8n3ntvDgQZEVF4gIBDYFAIKOXRMbEOttz/hlSH8PjcPrnO4KUVE5nUhIGbq1gSXYNpOBDJb6Go0mg0Vyx0Kz1D4/X7wjMWGhIhMAoE9hAC/PzcyMqK+P2ez2dTZuaKioj1UA6HqZhHQ6XSqA8/9Hjt3m5Un8gsEBAIHFwGZZurYBuOQHbP1OHZ5eXlqXxQMBtVVUwcXxe2vubz9RYoSBQKrI5AxSHiUaHXO5VMlSVJnKVjON998g5/+9Kf41a9+hc8++wz8o8vL58pSrBAjENhmBHg0lB06Nubb2trUnyrgZcuSJG2zJqK4nUSAZ+p4ZUMgEFBXOeykLqJsgYBAYO8jwA4dDxbxKhC2p9ZaI0mSwIOL3Cc5nc61ZhN8WUBAOHVZAFGIyC4CmREh7lA2KjnjELKRw4Zuc3Ozut0uL8nkDSQ2KlfkEwhkC4HNyuHRU56JzrRn/qmCwsJCdQnyZp6dzeol8u8MAjyqzv0dj46vxwDbGW1FqQIBgcBuR4C/Rzbi1HG9cnJy1D0RuD/iAUfRJzEqW0/Cqdt6jEUJO4AA7/rHjl1TUxNaW1vBTh1vGME7ObEhvAMqiSIFAllBgL8cfT4f+MfEeZBCkiTwUksmHhmVJDFDlxWgd4+QNWnC954NsFAohMzA2JoyCiaBgEBAILAMAhmnju0mHkRchmXFKO6LzGYzuF/id735e2tFZpGQNQSEU5c1KIWgbCEgSZK6OcpmDBMeGeIOid+vy+jFW7pzHL9/lIkToUBgLyHAX4w88jk6OqouJeb2zG2cZ+j2Uj2ErtlHgAex2JBip47bSfZLEBJ3PwJCQ4FA9hDg7xee/V/v8suMBuzU5ebmgp06lrEZmy4jU4SrIyCcutXxEak7gAAbJ1zsekeGOE+GeOqfDRu73a7uhMmbr/C7JpIkqTtqZvhEKBDYKwhwe2aHjtv0xMSEupy4vLxcfXdhr9RB6Ll1CPDySx4V590vue8UBtTWYS0kCwT2PAJrqEDGqcv0KWvIsoiFdyNnp44H0tn+4p00FzGIi6wjIGddohAoENgkAmycsIjNjOzwzAUbOL29vfjyyy9x+/Zt/OIXv1B3YiorK2PxggQCewqBzIYovOTy+PHjaGxsVB27PVUJoeyWIsADYgaDATyIxYMAW1qYEC4QEAjsawTYqePZf7bFNtqfsB3Grwbw76fyMs59DdguqNxWOHW7oFpChb2MgCRJ6jpsdu54hGgjI87cGVVVVeHChQvqO3V8fv78efCoEe8U2NPTozp4LH+jndVexljovrcQ4M1Q+B06SZJUZ66goECdcZYkaW9VRGi7pQhIkqS2CzbCeLZuSwsTwgUCAoF9jQDbUbz8kp2xjfYn7BQWFxfD7XaD5exrwHZB5eRdoINQ4cAisHLFuSPgER6est+IU8eSeT13aWmp+vMG3Knw7oDs1PH67nv37mFwcFD9XS+ezeOfOuDNJzZaFpcnSCCQTQR4sIHfjxoeHgbPzvEMDM8y87uh/GxIknDoson3fpDFRhj3nX4p754AABAASURBVLzMidvPfqiTqINAQCCwMwhwf8JO3WYGv3n1gNVqVfdJ4GWYPOC0M7U5GKUKp+5g3Oc9V0s2TJg262hJkgSe8eOOieXx73exQczGMhvKHPJ7Srw0gGdD+H0ljhMG0S5rMvtcHR5M4FHMsbExDAwMqMTOHLdJJm6zPDDBDh1/Se5zOET1NoiAJEngfo6dOm5TGxQjsgkEBAICAdUR4/6EoeCZuo3YRZIkqSuveJ8DdurYvmJ5grYGAXlrxAqpAoHNIcAv2PLMBL9HtJGOZKXSuYPi3QIbGhrUjqaiogK1tbXqZhPs3PHsHW9CwR1PNstdSR8RLxBgBPgLkwcUeNa4s7MTGWIHjwcieIaOvxSZV9DqCBzkVEmaM6DYqRP910FuCaLuAoHNIyBJkjoozrYYf0cxbUSqJEngAUme8WPHbiMyRJ61ISCcurXhJLi2GQF26pjYqeMZjGwZKLycgDsoNpDZweNllzyizUszDx06BH73rq+vDzxjwo7dNldbFHdAEeA2fv36dRw5cgTvv/8+3n77bRw9elRth3V1dWJDlAPaLtZbbUmaM8LY+MpWn7leHfYQv1BVICAQWAMCbIvx5ktMa2B/hoXtLpvNpr5Tx47dMwwiImsICKcua1AKQdlEQJIksPPFozvT09PqzxJkQz4vxZQkCdzJ8A6C3NHw8jZ+z46dPH4Hj+O5TIfDkbVyIQ6BwAoI8KwKf9HxzxPwMmFm4yWW3P75WpLEu3OMiaDnIyBJErjtsEPHg1UQh0BAIJAFBA6uCEmSwE4dvwvHtFEk+LuMiR1DMVu3URSfn084dc/HSHDsEAJs1PJWuOx0cSeQDSOFHTd26Fgeb6TCM3PJqA6j/W4M97oQmAXkRC50KIBzMoqxATdc9tiqNDUcwcx4dFWe58lwjEZgH4pgenT9cpyTMdgHw6Tv6no+TwdOnyY9nBNzOnBoH4zARfI5bT3knIiBaT151sI73hemupJOz7kna5G1kGdhvRfGZ/vc64w/8zRxe+R35nhTIJ5hYQZJktSBB4hDILBOBNip43aUjf5ynUULdoGAQGCfISBJc04dO2NMG62eJM3J4X5pX6+C2ihAWconnLosASnEZB8BNnR5Jo2NXt4whWczNlsKO3U8WsQj2X6/H+zYJQIWOEdkjPeRE9cXgWMkiWQwD/4ZPSYH4xgjR2JF6g1jtCeMMQpX5FktfyaN8rOcUQrXLYfycN5N60C6jPZGkNGBw9Ge0MbqRjplQ5+lWIx2h5/otzRtM9cL670ZOavlHe4MgSmdWtyK2QDn9zl5sx5+p47f6+R36XgJML/vybPLi3OIK4HA8ghIkiRm6iAOgYBAIJsIsJ3EDh3TZuTy++GcPxu2HMsR9CwCwql7FpPdGnPg9GJnjmfreEmkx+OB1+sFG8CbAYJHsbljYeKNKXjpWzJsABJWKLIJcZpIYdLrLbBY8qHVmp/EcfwzlABSkJBISqvzzct9Jv98fDIlI00GWTK1fjkJ0iEtyYhTuJL8tcZz+Zm6JBISUhuVy7owzddvreU/j49uEtKE9/P41pu+sN7rzbtWfr8nCftwGIl4EpFIFOzIcZt2Op3gpb482MCzdezcMfEXaFtbm7qb4WbavMh7cBCQJAncx/GgFY+IQxwCAYGAQGATCEiSBLaX2Fbi5Zeb6VdYDqsSiUQ4ELQFCAinbgtAFSKzhwAbKPyuEXcmHnLseNnkZqXzqFNeXh7YqeNlAJKcRn65AbXHclB/IvcJNZ3OA9PCuOXOm87Y0HDqab7leJ4X13g6FyyHw+fxPpN+kvKeJR0onEvbuC5cfsO8HK5TM8mtn79ej2zOy7SePGvhbTlvQxPrtOA+rSXf83gW1vt5vBtNL6kzgtsaO3IzM9OYnJxEf38/uru7wY4dO3AvvPACOORNe86fP6/uGMaDG5tt8yL/wUCADS4e+OJ+kjff4fODUXNRS4GAQGArEJCkp8sm2bHjAaONlsPv5kmSpG6YslEZIt/qCMirJ4tUgcDOIiBJkjpTkXHs2PjdrEbcsfC7euzcsVHt9Xk3K1LkFwg8FwH+MmSH7tatWxgdHYXb7Qa/LzoyMkKzvHE0NzerI6I8msn0XIHZYBAy9hUCPALOS3jb29vVwQKXy7Wv6icqIxAQCOwMArxqigeNuI/ZqAa8GoVl8IDTRmWIfKsjIK+eLFIFArsDgYwTxsvTZmZmNq0UO3atra2qwxiNxsioTmxaphAgEFgdAQkWswU8A9fS3KK2PR5Y4PfmeJdXnpWWJAmSNEeryxKpAoHFCPDM771791BQUKD+JEZhYaE6E8y/ebiYc2NXIpdAQCBwcBHIOHWbdcj4e45R5FVSHArKLgLCqcsunkLaFiHAG5yw4cubRrDxws4dz3xstDhe0sYGdWVlJTiUNipI5BMIrBEBWZag1WpgsVjg8XrAbZANcCYeZJAk0QrXCKVgWwYBNraYampqwCsbeGdfNqB4RngZdhElENgqBITcfYhAtpw6rVarvve7mRm/fQhv1qokZ02SECQQ2GIErFYrcnNz1c1SxsfHwZ0CT+VvtFhJktR3lswmk9rJbFTOrs+XTiEacMPjnoUnlCJ104j5puCaccLjjyCeiCMZ9cA5aYcnEEUsmQZSKaTiMUSjEaIYEvEAAp5pOKedcAcTSJKUhZ808SeJP5mIIRaLUB6mKJ3HwHEZOfFkEvPi1ezsmPM9TEUDCHmdmPFFKZ3KV1P32z8JCar/pH0SvPNqTk6O2p7Z8Ganbr/VVtRnexGQJB400ILfF+YBA+4ruV3xezDbq4koTSAgENhvCHBfwt/VbHdtpm7s1PHgfDQaBbAZSSLvcggIp245VETcrkSAOwI2WIqLi8HvivAOgdzBcEezGYVlRYZEsyibkbGb80Znp+B0jGHSPoapqUnYfUk4R7roegRj43bM2MfJyRhG/8AUpiaGMDHtxsyMByHnFGZCQQRDEcTDk5im/MNDo3BMjWLMm0Z8gWeXID7v2BC85NAFw05Mk/M3M+NHyBdAyDEBZ9APfyiMWDyIQNAD+4QHKcTgmnTA757ErGsS4xMzcHnCSJBPR5/dDOmGdEun0+ANf+xTdthsNnA75jbNcTx7J0lipm5DwIpMKgLcvnhjFN4khc85jMfj+3vASq25+CcQEAhsNQLZmqnjVVc8kCmcuq25Y/LWiN15qUKD/YkAdyz8fh0vL+Lf8eL360TnsNq9TmPi7hcYcbgRSoWQHP4Yv2qPYKBnHCmNH9Oj3Xj4xaeYDAxiJFGF9OQ13LhzH9eudcDefge9sRjCNLWWDg1jNpyE1+dHcuQ3+MXjOPzRp65XcGoC/R/9Av2JBCLSGAYHJoiCSAa8mL31BXr9PngSKZoAtGN86B4++c1dhFNTuPvhNfQ9+A0ejg2jfSYHxRYt9qt/zYY23yl+14nbL7dlfq+A2y87eZIknDrGR9DGEJAk/jmUuLoJTyAQAPePPCPMI+wbkyhyCQQEAgKBOQT4+4rP+Psq813G1+slnqljp44H5NebV/A/HwHh1D0fI8GxyxDgkR5+F45n7RwOB5h4RHqDau7jbOx0hdAdroXJWI1jLTXIa65H+EEHUn6aoRvvx7g3goC2ADmyAp0xF0XH30K9QUKu7zHGnQ/x1a9/iq8H/PBHaF7NO4PpiUnYnUlY88j5UpY4IWRUQm+C2WKCxZIzRyYA8T7c+ZjktI9hcsoNxTmByPQoHky3Y2zUjfFUIfw+L6KDdzAS10JKS5Ao2377yLIMs9mE2upadZOUzEwzLyvmL0xJ2o+13m93cffWh/vEc+fO0Sz5NP7xH/9Rde4aGhpw9OjR3au00EwgIBDYEwgoigJ2yFjZzThkLINXqLBzyLIEZRcB4dRlF08hbRsQkCQJ3CnwRgC8yYTX6wWPSvMytm0ofo8VIUGbToG9pJQCmgVLI5bWIK3JgU0OwJJvgrasBhYAkiRD1sQQU/RIScUoyTuEM6++jfPNhbAZNdCTQyIZChFP5ONolQS9Fs8edG/YecmQJBug0dTi2JW3cO5oLSrkNH0xJKBtMmL8Zy4UHUojnlOLwtoXcP54KbT3fobxYAzkQz4re8djNq8AY8xtl2fo+L1QHowoKSmBJEmbFy4kHGgEuF3xjC//NAYv7eUNUzjkQbADDYyovEBAIJAVBLgvYeeOl3ZvVKBWqyWbQANhr20UwdXzyasni1SBwO5EQJIkmvUwq+8l8UxHMBgEG8k8+rOZpQHYVwc7CjrU5rngne3F9evt6OuYROHhSmhMebCWtKHCqkdubAKTwRAcXZ/j9ld34YYeprJ8pKNuTI8NY7CjD1P+EOI0k1dYVoKKShPsQ7NIxJJ4/pFEKu2Hyz6Gke5+DA644ZdzUXi0AVLciKa2XBiSYfhn3HB7PJgcsZNDlwLPMT5f9t7j4HeefD4fhoeGkUgkwLPNOTk5e68iQuPVEdjBVDa6eNCA+0EeXNlBVUTRAgGBwD5CIBtOHQ8+cb/Ethp/H3I/tY8g2vGqyDuugVBAILAJBHiDCR6N5tBDToHdbge/R8IG8ybE7qOsGlTVFiA3R4tYWIGsFOL4sSKU1Dchv+IkaorLUG3TI22sQJkliGRMj+LSIlS0VMJYlA9TMIBwMIKYphh5+SVoqC9FbVMldAEnZsaGMDrUTw7KKJyhFExNh1AgK9DAhvz8HHJYtJD1ehgrK2CORZAIhhHR5MFU1ITm2gY0nm1GTVUr6mxm5MoxJDUmmGqPwKYnGRL23cFfXvxFNjExAR6E4HfruO3yyOW+q6yo0LYjwDvJsjPHqxb4Zwymp6fBqxg4ftuVEQWuGQHBKBDYKwhknDp+Z3ejOkuSpA5o8usH3FfxapWNyhL5nkVAfjZKxAgE9hYCZrMZpaWl4FmPoaEhsNHMnc5SY4YN6oPo7BlqLuHEmVfw5muv4tKrb+Bkvoymk6dQlF+MsroWNJx5A4drr+Bb3/823vngA1w4VIO6+mbUv/AD/ODN9/HOm2fRVHsBLRUVqKsqRk7JCbxxDPBO9KG3qx1dXX2YjmlR8so7qNdoYEAVamrLiEzQWItQeP6H+Pbr38F7b17CuZcuornpKFrN+Th14RgsBadwuO04XrhwCueuvIjLb72KUoMW2n3q1PGSE6/fi8qqKpSVlcFkMkEcAoFsIMD9m9PpVN8x5kEuHtzia3b0siFfyBAICAR2FIEdL5xtKl56yQPoPGDEtF6njPNz38Tv5Q0ODoL7KO67eNBzxyu4DxQQTt0+uImiCgDv8MaOncFgUN+vm5ycBDt2C7Fhh487ENF5LERlA+eyHpK1GSevvo3X3vkAb7/zKl4404QiErUPfTGqVXY+NEAJq8WCC+cuoJwcOj3NYmZHspAiEKBBFq8XvBtwU1OTOmDA/SEbXFNTUwIegYBAQCCwaQTYCevo6FAdsc8++wyffPIJ1tu/dHV1gVdUvfnmmzh//jzu3LmD4eFh8FII+2cgAAAQAElEQVTMTSsoBGDOqRNACAT2AQJsJB8/fhxHjhwBjwZxB8RGDs/O9fX1qUveuJqSJFwPxkHQ9iIgSTJkRdneQkVpBwIBHjnndzV5ho6dOYXaWXFxMaxWK3imjn/XUwxmHYimICopENgSBNj54lVR77zzDq5cuYJXX30V3NewrbV0AH0lBdihM9DA+8mTJ8F9FQ/Gv/zyy6ptxvbaSvlE/NoREE7d2rESnAB2MwiyLKvL2fhdJd7eW6PRYGBgAI8fP1a3+eb43Nzc3VwFods+R0CSxIDCPr/FO1I9dup4CRP3cfyOpiRJ6g5zvAkPvwfD79cJp25Hbo0oVCCwLxDgQSOuiM1mUweLuG9hO4sHzdfq1PEAE9tpPNjEA0+Zc5bByzFZvqDNISCcus3hJ3LvQgTYiCkoKEB+fj74Haaenh5wh8EjQzybtwtV3o8qiToJBAQC24AA93Hcv7GRxAbXwiK5z+PRdX73hQ0n4dgtREecCwQEAmtFgAeLeDk3O2aZPPxuHDtma7WrePUA90O8/DIjg2foeACe90TIxIlw4wgIp27j2ImcuxgBSZobqebOhomn/Hnt9+joqLqe2+FwqLN3vANTKBBFyJuAdzoGtyO6dpqKYtY+R246XzUvp2eIy6DzRXnpWpXBIacvoFmKY+J0zuOajILP1fI4jXR4cr0gn5qeuSa+RTx0zbKexNG1es4h5+FwIXHcMsQyFtITGZyX+TnMEF+vRhk+DomP68yk1oPiuBxVPqWpcfOhykPpT+L4nIj5mdQ8dJ0JOY4pc70onJf5RNbCa5LxJB/H07Wal8/XQH53HIlYahc/NTul2tNyU6k04oRRLJLCRikaTiESSm44/9JyWRbLXBq/1utIMHu6sB5MmbL53OsOIh5NQ5H0QFqj1jsZlwjHNJDSqPGc7veGEQ1nT5eMDkvDaCiFkD/75USpTXB9l5a3VdeJRBppgvBp6xRnAoGDiwAvteT33vj9N7aj2BljO4o3++JZu7UgU1FRAbbH2BYbGRkBE29sZ6PZv6Iifit/LVIEz2oICKduNXRE2p5FgEeTuMPhkaVLly6BO6S7d+/i008/xY0bN/DgwQN0dnait7cXjgkPxvtC6L7pQceXs2umduJ9/PtZtF8jovNV8341i8fE10Eh8/H54y8oH8XxOcdzyLI4fSFxnEqUl3ke/t41J4vK5PhHn7vA+RfmWe6c9c3Ecz6VSIYaR7L5+okcvqY0Lu9JHF2rvAvCx1+48Ij1oZDPmZflPCmL5DxPRkZm+xJeVQ7ho6ZzGuO1oGw1nq5VPgoz16oOdP2Y9WJiGZw/E5Kuj4ie6EVpLONJfsq73Pkz+hGfKoPC5fiXxg0/9iPoS2Lf/ghfFnoLNtpnp+KYGY/CORnbEE2PRTE1vPH8mXJnJubKZ1kb1Yfz2Ycim6pPRh8OHSMRTI9G5nAh/abo2kHXIY8GEZ8OTopz2eOI+fXwTadVPr9LQipqwdRoCDMTC3AhXtaP5WaTWKfx/pBadjblztB9dYwu0H+D7WMtOjFOXifhGKXnNQvtWogQCOx1BHgDJp717+/vx9dff40PP/xQfS+OX2nhVQJrqR/P6tXU1ICduGvXruHzzz8HL+FkZ89gMKxFhOB5DgLCqXsOQCJ57yHAo0k8vc/T/LW1teD3TKqrq8GjSfxiLi8B4M1U+GXdqqoqaDQG+GbimBoIY7Jv7WTvD8MxHMbUYBh8/ry8C+XzuWNoLi+fc14O7cvowPFMdtLNQWXNkCHH15yH+afpms9XJdJ1oY6cb6neHLdQBvNnylkYv/DcQQbr9HAEHDJxGsvhvHzO9DwZzMPE9VvIy+dMnMbEeC2Uy3FMzLM0nq8drBcRp2f4OGQ9p0nvTDzHsc6ThBGfr0SsH+OfSecyFsrIxK8UOscjiNFMSYrsRDEBsHy/4pmOo/0bL2595Majr7x4/I1v3dRx04fO2/5151taVvt82d13/Oi4sTF57df96L4dAIdL5W/kuuOmH+1Eat7rPnTdCmC0HZgZMGK8S1HL6b4VRsJdgZEOScVg8GEC3rFcjLSnqR4BNS6TP1t6qfLm8eoi7PsfhJ6WMx+/kGcj5+1U3w66txvJu948tz/24MHvPZigPnf5lipidzsCQr/sI9Dc3Iy3334bvHNlXV0dmNjRW09J/HpMeXm5uvPlqVOnUFJSos7erUeG4F0ZAXnlJJEiENibCPBoEDtr3AGxA8fXvGabz3mUiB27iYkJ+Hw+9bftbPkmHLpgxbt/XooP/n35rqfvLNDxwrv5yC3S4NRrNrz7F3tD/53E+K0/LUF5g0G939utx8X3CmDO1ezNh2qbtJYkQG9SUN5kQdNZG1rO562bWi/k49AL+evO90xZF+bKbr1I4fz5MzzP04/ytV3aRP4l8tuoXm0Xn9atlXQ7dKkAhy8X4/Clwrk6U5mHLxeh7WKBes3h0RdLCJNCMDaL6kC8i66XlLeRtFbS79ClfLXsjeRfKQ/LbSPZK6VnM76yxQJTrpYm1SWIQyAgEJhDgG0pfreOHTNeRjk+Pv7MT0fNca7+n98B5p+d4sF3HoRfnXvLU/dVAfK+qo2ojECAEJAkSf3dOh5B4s6HoiBJEnJzc9Vdmzjk6X/+zTqmRDIGa54GxTV6lNUZ9hTll+ig08uwFWtRUq3fU7pvO9a1BpRUGWAwy7Dma7YdK75XikZCOkUtUkzVEQjLfMiG1mhlGK0aWPJ0dJ+0u4A2qUfBJvPnPwcDkp9DZM1fWM7i85wCPeG4MO45Mp9X5vPSC7ZY/vPK32Q6tz+NToY4BAICgcUIsBPGu11m3ovjd+vYjuL4xZzLX3Fe5ufNm4LBIPg1Gf5ZhOW5Rex6ERC91noRWw+/4N1VCPDyS0mSwKNNPP1vtVrBHUs0EgUNyUIcAgGBgEBAICAQEAgIBAQCyyPAs2wejwe8+ok52Eljx4wdtec5drxTL/9mJttdbH/xADtvVud2u9WdylmeoM0hIJy6zeEncu8hBLgDYXV5ExWdTof6+nr1RV9ZkXfcp2O9BB0MBCTudaWDUVdRS4GAQEAgIBDYPwiw/cRO2eHDh9X9CvinCHj/Al5OyfGr/WwKpzPxxio8sM4b2MmyDHYS+ecR9g9KO1cTNi92rnRRskBgGxHgmTrefpen+nlUSZIk9UVfHjFak4293JK5+TgO0qkUUskEEskU9spW2NwBs96s/9pvRRq89XyGf07G+iRk8u6uMI10KolkIonUMtV55p5ShFp3NVxck2WyL2bY+JXIuScRSFHfQO2K+oi5tkHXiQSS1FeobY3bELW9xX0HtUeOVwlq20wlqX2yjDkhi5FIk8xUYkH/k8lPbCSD/j/9LJefU4kv06b5chEtSMvwqCGVmaRKUPIidnEhEBAI7C8EUtT3sFPHyyZ5N0x+/vlVFnbQ2FHr6+sD7zjO8UtrznEzMzPqDB87czzTxw4d734ZjUbBs3XMszSfuF4fAsKpWx9egnuPI8A7YfLWubwOnJcNcCfFVVJtHPUfX80TG0lkdJHtRRYVEA/HkY7HkUykQLYVGVlpxEMUl4gjGk3B75zERN8jPOh1wB9LI7lU3rzY3RRE3R54HDPwk1JrUzeBRDyEGUcICcIBSMJPMpxTLvCrYiRm734SPrjGB9H1qA+jbrrPqTgSdB9T5OQl6B5HIomndSNDNhYJIeDxwOv1IRiMURtIQ+WNJxGNPWVddEYgU1a1PS2KFxf7G4HoNOwDvRgacWA2xu3KhfGHd9DVb8eMN4p4cBbe8S486hyBK5BAnB6mZDyCSNCjbujkC8QRm+nHUFc7+oYmMRtd0BbnkYsFZjAz9AAP+ybhCSWQTIXAS8vDvgTSsTCoWSKdTiAaJVlEaerY4pQ3ze2cOqtULIZYKEDleYlCiMZjlCel9mMpcji5vYd9Xvh9rJMHgWAYIX8AgbFH6B5xwsf9I8kTH4GAQGB/IsAOHS+h5IFwXu3EYYL6EbapysrK1Erzb89FyUlTL+b/sbPGThs7fBaLRd3fYD5J3ZWc5bBc5snEi3BjCAinbmO4iVx7FAHePIV3weTw8ePH6ku63JmoM3XqvwUVi5CTZp/Co9E44rFp3PzVdYz0XUPnyBh6JqNk0E/iy3+6BvvoNVx7NISvb0/AOTFKRtAEvvjrn2LE7kKEjPgFErf3lIfOYxGEwjHEyAFLsYMaiSMRDiNBRlwiEsN0dzf6Hj7ABPGmo2EEyTCLP+GNEW9E5aXkOd15JpL43CEy9sg7iYVnMdYziP5Hw2ADcY5pj/6PTMHt92PcGUG0/W/xsweP8PF1O/q/voPRznt4GFCeVizQjbHRIbSPpciRCyHt/gYPBnxo//oBBjoegqKf8i48ozZGE8QLY8T5vkaAf7/CjRtfDsEZjCIwM4TBW5+jNzyBrhENtMFOdPV048aNYfjHxuDPiaPv07/F7b4RPOodwlhfBzw0Op6imbDgwAgCiME1M4Lh61+ilwYO6DF+gl7Q68fM2DA0Biduffwpeh58iK867uHzrj6EXHfx0X0vZru+QO/oBDp7ezD68CN8zT+z0fdTfN1jx6MHg5ga6Ka2S22anLi07w6+utVJekzC7bbjAaWzAed9dA9j9glMB4fgnryDL0ZtMCoa6BRq3E+0ESd7CgGhrEBgDQiws5akEW12zCRJUl9fYUeNiR0z/nkCXobJfAvFZZw63jHTbDaDZ+gy6XzOq6g45KWZmXgRbgwB4dRtDDeRa48iwFP+meUC/NMGvINTKBQEG01psr8WVSsZQjAUopFzMnKSYTholD3gtcMdCNJIeJJmcYKwD9oRDNgx6fJhyhmjGTwN8gtyUakZgJ9GsmkCZ5HIbbtIRREL2vHlrXGMtd9E98AoHnSSQXn7Uzy0R+DouImOkWF0DU/T6P4QZh2duN41C3v3TTL67Ojs7sfAnS/QPh1FiAzKlDSneTruQdDVj/ahIIZu30b/yCD6aZZuajqgztTtpA87p+Em/tM9jtMXVpgmQRT/IMY8bkwMPcbDHgeGZ7QoMs6DwEXE3Zge6cb9O49wr3casbgd0/238HAsiIlIDlb75QJJ9LqM4MEgmgVDYALjyQLIOWUoNcegiQyjfTKAmWkv/FMDmJmdhdOXQJIanrYwD4X5IczM+DAx2I+J3ht40P4Qo0EZIc8svH4XJqdnMGWfRZTaUXpBk0zQDGA0FIaG2qln0ompIeIfG0HY78Csxgq9/QvcHvDAHweUhAMTI+3o7nfAMXwXfYOjcIwPwDF0D/faH6HPlSR9phGZptnB0VG0j3vgmg1BqzdCCQaQoFGelEFDAxpeTPX0wU99ZxIS/R2M2ypqKRDYDALxaBpRGhhdjSLBFELeJM3Wp9bEG1wDbziQBPMxsfzVyl8uLehLIBJMQ07rECH9dRozwsEE/J4I9QUamAw2RMMpeKivCPhiyMiIBJOYnQ4iHdcjndAhGk4jHoVKfK5IBiTj6fWB4QAAEABJREFUMrzuEDJ5nhdGAimEfIQP6fE8Xk6PMJ7UUXHI18tRmNKZlkvbqrhEPLtWE30tbKZpirwCgb2HAC8b4GWY/MOZ7NhJkqRulJJW/2+iPpICRWOBNacYbVUSZJrYSSSxM0cijJhnFDfGEvAHJmGfmkFPlx2OwR64yeEbbu/GlMeHCJlhab8Lvt7b+IYMvHEa6XfM+mAno3B6ZAAeaJCWJeLC/BFFPDFD6XY8vDsKJ3XCKUrPbrc0X9QOBIlYFNEYfeHktaGlVAdNiIze2SAZwgpyDYsV4iVpSbrBiZQMRQF8rhFMByg/jLDQ9WLuBVcSnTNRID77HAGa8ULUh0RuMfSWIhSTt59ricHhAZKJBHyOADlKGuQUmCHJOuiNNlTX2chokhEj4yjNM+PEpzYwKYVk1IUADbKE9SUo0gDyQvjSCTKMojTIJKOkNgfBoBkKOYzmpBtj6RoczumHA5Uwmy3UlhV4QmloZx6iO5iDtNcNTdSDOMng2bgkdV6yJCHXogeifjgcdjiTGmgMBuh1euj0BuisJaR3LRryYohO9ZGRF0Byv3QEC3EV5wKBLCGQpucj6E1gvC+M4a4QzcSHVyTmGeuldCbiH1uFnvCuwsP5n/D1hFUdOG49ND2ShMeuUYlleae08E5paIAzicmBKFzj1K8F82hAKYaxnuCTuo33R2hWX1HzsYypoTjcdoX6Py3slG9mNE1ytHBPyk/yrEkvwob1WBMvY/O8epM8FXPm3QYa7gzRxEAE7CxnqYkt/k7IltCNyRG5BALbh4BCVjjP2LW2tiI3l4woWYJMhIWHJCNFw0lRrws+vw8RrQGSho2cMMIcFwwiajBDkeW5BykVI0PMTaPsTgy7cqDTKtBrsTOHakyGIRUWwFhdATMZYfq0BcbCerTVAf6QATa9GSW5OujSEYSm7QhEpuFRymCz5qIoLx+moga01pjJQZHm6gdAMhihy7MhDzNwRPNIrg0lBi2Mi6xL7NkjGYsgTCOJiap38FqLASZNCYqVKKzSGDpmAkhH3ZgNxBCl0bXcihYcvfQa3rpQB5siw6evQ37SAxPP8tGI6IogpCmFiQLx2ecIyApgsEIXmELEN4UZb4SeMwV5OQr0efxcFqKQHKccSxKJRBBe5zRm7OTomY0w5pfDVnYYR4+dQIU+BEUyIdemR35pLoy5RTDTjJuEBQc988loBH4v0HBUh4TFgjT3TfEQBkdiKGosQ1VFI3KNQBQ5SEt1OKZ/hGHLqyhRUrCmU9AUNKLl6Ak05VADpWdaKjqEinwbKtJTmEgAFPu0QMkCK/GfvHIK+u4vEHZPg8ZDnqaLM4GAQGARAmkakJmZiKLnrh+9DwIYJSdiRSKnYmIogrH+8Op8LIN4J5mXwhXlEd8YOVfMx3JHn8O7nBw3OXBRnxW+ab2qk3NMQsyXR9cGjJLDNDmYgBwthddhAJ9nZIz3R2nmPx8Blw724TimhpMIucyIeHIwOZTAxGAcQaeJZNlUuZl8q4VjhMv4YGTt/FTf8QHip3AluSyPaaX0bMf33Augj9qBcyK2qJ1s5oK67c1kF3kFAjuAQJaLZMMoTUPMyUR6sWS9BWH7CAZ/99f45MvP0F92CLriBqRGutHzu7/D7+/dwXDDOVi0RpCrB4THMN7+K/zV3/w1/pPjKBSNFTnaxSK37UpngpxfhoKuz9D7i7twhKJQaqxUvAaSVIhjJVPo7b2HLx6Mwk4GXu7hBuimfZB8SdDkHGAg1hU/XNsmHNO1o6f3Or7oHcdkaEXmPZVgzCtBZfNhHK0yQqtIKKxvxJHXz6CijEYfP76F6PDP8C83JjHkJIt6Sc3qG47h8sv1yM0DHtz1LEkF4Q6QjQ2yvSGOA4KArAMsDaic+h167vwd/v7GGO5NVuDFOhlGsw0NLx2FFAxj+uEDTM/cxkd/+5/xH7/MhdVqQo1lBOMdv8E//u1/xV/9+j7GfTHItlNoKTCiAXdwbQbgDVWeIKmxwFjQgMPH22DuH0VBK802f/dbaGypBx49JN7UnFOWdiIlp2DMacSx2npU1BxHuRJDIjmErsFr+PCv/zP++m9+jx5vEPxYWyqbUHfkDE6Y8WRwRy0zPgvP5H38/tMvcWdKQSCuQJbUFPFPICAQWAUBW4kOjSdzcfyVwtXp1eekL8y/Vl7iO/HaOuQuKOPU68U482YpTr1ROqc3yTr5WhFOEB2n8xNEnH76jZK5uAV5z71dRvko/lXiJzr5WjGYGIMTxHeK8px5s2xOLl1z/POIy3sez8L0Exus90IZ2TyvO042YqEW2TzkbAoTsgQCexUBmQx4RSMtVl8pxKELL+KP/vs/xduv/xj/3ZtVqC5rw5k33sUP//JP8a03vod//0Yx8mtfwZuXWvHBD97Da3/2v+N//vP/Dv/zj46jqsiEHXvAZD0MOXX44I/exCt//GO8du4wXj5WhcNXLqNIVlD00k/w3pvv4s/+zffxrT/717hQ/yb+zb96Ey+/fRFtVUVoaazDoYunkBsbwaPf/Bof/svP8LN/+S0+v+6AR3ME771fgTM//hO889YP8ec/ehff+f4ZsKsnYXcd69LG0oK6+iZcbOZcGvp3GOcuVKGhpRG1zSfw5tvk1BtsqCywwVxyHo1NLTjTQGyKCSh5Ey8czUN1/SG0HD6FN8/YKGHxh5fepFIAwb84QVztYwRkqpsBR979Md54+1/hj77zAb79zlWUGY7i5VdKYCs+hBNnz+DKB9/C8Xf/J/xPP/k3+O/+1Rs4UV2I+mNv4OqP/jf8mx/9Mf743ZM4/OabaCmvRF31cVQfu4hjrs/wxUc/x4e//hk+/OoexpNWtJy/jEJFQe7Z7+F0fQ0aLMWoIqft3e9ehL70XZxvs6G8oA61ddS2X2qDrvkdvFirx+E3XsGJ9/4S3/rW/4D//id/gp/8+GW01L2D881laCizoqi4HpdeOASFZNvOXUJ9ZTXKtPmwlZ/CK2+9he/8+R+jvrYSOomqKz4CAYGAQEAgsCMI8DfOjhQsChUI7B4EyBKhD5gWKiVpYLRYUVhaBFtuIUpsOuh1RlhybSgoLkJebj7FaaHR58JmNSKvIA+5RZUoKy5BWYEJes1OPl4yOQ965BXakFtYiFyLETkmHYxWK7RUUW1OIelvI2MtH3lFRbBQHYoLc5Fjs8Ko08Jo0BOvDXolD5WHDqPt2FEcPdaGptoKFBlNsOXpYCksgs1WgOLCPOTnW3bOgcXaD94QZ266Ypk8ihF6vQEWA6dJ9M8Ei0UHvdEAvcEMW0EB5KKzOFlnRkGuBQaDcY5XkgGtDVaThviMMBqJ16JQ/hU+LJpphWQRvSMIbGGhMkx5hci1FaEwPw95thzoZBNyaBpfozXCbDHDSvEmWynKCotRUpQLs14DgykXOQUV9HxRPpsZptxcGHU66PUmGPPLUUwzaC1tR9F2mKi+EtUlNhipv9JAgmLJh5meYb2ihY748/KtkLU2WIwKdBo99HpquzlGSAYbcvQyjCTbRLPUeXmlKKXnurAwB0Y98Rt0MGgVaLV6mj0kfgkk2woDv1dH/aOiM1OfYUM+9Yd6vY5KhjgEAgIBgYBAYIcQkHeoXFGsQEAgkBUE0uDtgpNxCrMib6EQBbKSg6LaWtQ2NqChsQaVZfmwahfy7LFzifRlomDdH5kqbqpEiU0Lkw7iEAjsGAKSxgB9XhWqa+pRW9uA2vJiFFj1O6bPwSpY1FYgIBAQCOxOBOTdqZbQSiCwvQikUwDT9paandLmlvWlqQLZkbefpcjSRj26/YyKqJtAQCAgEBAIZB2BfSEwjVQ8hIA/iFAkjmQqDd6VNx6PIx5PqNepVByxSBA+XwixJKWTUcKDzRTMI0D2SSqCkN+HYCiKGNlbqsFC+SJ+L0JhiqN8SKWQZrlIIZGII8HnTHSeTKbApMpNxubK84cQJ1lqHBVGpcyJJTnzBR+4QDh1B+6WiwovRYA7Anbo1KV5SxN3/bUEWZag1csQ/grEIRAQCAgEBAICAYFANhBIJZGK+OFzTWJsdBwOl191wOK+WbgDPvgDIUTjYYQDLszYRzE4PIEZdxBRyhOOxEAf0iKNdDqGkGcS9qEhjI1PwcX5ElEE3Q44Rgdgd7kRIE8vHYsgNj0OVyxGzl8QAbcTHiJv0I9wNASni8qLhBEJujA9OYqh4UlMU3mxqA/+UISczoTqDAZ9YfBOo1T4nvlkS1E5W4KEHIHAXkWA525kBVAUaa9WQegtEBAICAQEAgIBgYBAIGsIJIMOeB79N/y6K46UToZBC/hG7Zi6cx3dVEqUCMEOdPd0425PEDlmF7766W8xMvAhHg+PoW+KGNJhJKK9+PjXvfDRZXCiG71f/w73pnrx87/6HF5dLkxmCwxkfoWcg+j79P+FL4bDcJPwQG8XJro7MAKSkWzHr37djvGeb9DZ2YsH/UGYDTO49k+/wdjQb/G7r+7imwcjcHvG8c31bsRoFpGKO3Af4dTt+1suKvg8BHiGLhJOwe9O0IhU/LnkdsTBvyvisseey+tzxeGdicMz/VRu5tpNcR5KY57lSM3jnMvnpVC9JnkZXpYT8CTAP8UQ9Cbhn31WfzUP5c3k8dE568/hk7gFMpmf01l2Jp3jFvE/R0YmnxrO86oy6VyNW1AeXzMGq5a3hJ/zMB4sk2mRbivwqnWYjcPriiEeTSMaSi1771gPlqnyLyOLy94ohfxJJFPPa40HOz0WScHrjGF2MoKpwTAm+9dO4z0hTPQS9YXpiz+k0lryc56x7tCisjhutCsIJpbLNEFyM/L4ms8n+kJg4vOlNEH846QPx3PI13yeIY5jORzPIZeVSVsuZH7mZWJ+vmY+1pXj1HMqc4z05vMMD6dleDnka5UW6Ma8HMf5lhLHcxkcz3yMFdME1Z3jlhLzjnWFnsWfdOPymZ95WJZK83pwPBPzjNG9nOx/ek+4LOblcjlkmlylbUxQWVwG8zAvE8fx9VrIRe0v6EsgHj/Yz6Oo/cFGIBSWMDiqxaHWEpSXFMFi1EMre2gGrR3Xf/sz3ByYxRR5bmlIMDe3oLSgBidyJuAIBzFNNpX6fRf1Iz1+F/7yw7AWN6K5QkG+bhSdfUMINr+OwsIKFFiN5DB6EJY8GNG2INpphy6lkNNmglFvgM5shlGXpOcxiSA5lUmF0qi8svxKnMwZw0QohGRoHDPTI/hmyK/yrbgh2j6/pfI+r5+onkBgTQi4JmPouu1H+ze+51LHDR+6bhHd9D+XV5V33YcOIvWc5fM50aI4jl9CajrxZfKp1wt5KG2EjFF2FibIwOlcTn/ieUyUkcHnrH/7grhMWjvJ5jSmRenE+5jSnvDRdSdhsIhnYfqC80x5z8hcwKPWi2Q+le8F53tyvYB3YRzLZFqLHiofyem+EyCnIY6pkcjy9470UHkpXFhWNs7HyHgFOXW81PegfuE872Fkh9s9FcNEbxC9tzzoubkOYn6mmz6D/9UAABAASURBVG70cEjU/Zz83fO8XFb3jQVlUd7e214wZWT1MC/JU2VS+iJ+in9WVzd65+PnQtJr/lqVweckR5VLoVoWx61AT2WQHOLn8lQ56jnFqfmoTNK7+wZdU/zTPB4Vy6fXc+lqfs5HvKoefP4MLeAlPsaq9/acPNbhGWIeTqdwIUYq1iR7UZnEM6fTYnlcxsK8ahnMS5S5H2odSZ6a9ky4WGc1D92/J2U/w7+4/LGuAGbHo4h4E89rsiJdILBvEUglUoj4otBZdNDqZzE6MoLeHi90hhLUHDqO+nIbbNokJElCUm+FTmuECUEkUknwK3JzwPCXXhwpjQ4ajQFmHcgxDCMcjyFtLoReq4dOo9AU4BT89hEMp4oQG3wMZ5R4FA0UDZMCWZ6TpknEwBepJ+UF1PJ0eZWw6RQorj4MEMtBfXLlOZjEf4HAwUWA+iNIsgRJkSFpnk+KTobGoEDh99jWwC8Tj6yVn8jma4WuM7RSmTKVk0njPAtlcLwaR7IhAbIiLas/68p8zM/E5xzH58sRl8HpHGbSWU/Ol7nmcKFufL0ScT6Wx8Tny/FxWUyZNEWrUH3kJ3hl4heGzM8ymRbGL3fOvExQ768CyBJA3xAr8bJMpuXSNxXHZUrYF8dWVSKdBrgt5+RrUFimRWE5hWuk4kotiirmiM+Zip6Tt6h8nr+Kw6dlsZwSimNiOUwcx/oUkcy5a82T8jg+v0SDSDCOSCAOgxFzaaQTpxVRmMmvXs/LmJOjBYdcFqetRBkZLIf5mVgXvmbifBwWk95qyGUyESbMq6bPX3O6Skv0YJ6lpPKRDC6L5bB8Djl+KS9fc/xTHs2Te6jGc/lUJteFZTDxOefLEMcx2QoVhDwxFU+zVVYxysjldJaXybM05DSVqCzmZcpcL+Vd7tpWQIYkdRWJKBmkW9XYhVyBwC5HQKeXUFwiYbirF2PkaPUMj2LYEVK1liQJUacLEbMVCXK0Qn0PMDTeg8ehEljJUVO8oxjrvYvOwTFMyA0wuzoxPf4Qj0cDmImWoLakELkzNzAy1oOuwVH09TjgnkmjrK4GzYV22L1hOIPPPn/awmIosTC4vMHxfjwKlSFXq4PVVobColJU2xSkJeyJIxlPg1enxLPYz8h7ouZCSYHAliIgoaBcj9ZzuTh8KS/7dJlkMmVk8/lCysSvFmb4F/JQXM1hC0xWDSpbzGg7v036L9RhK86pXoeZsiz7CMlrPZuL3EItSmsN2b/PJH+19sP3CNTjSkTsiG9pk96jwhWNBFuRFkcv5eLF7xTi6veL9gy9+EEBSqr1KKnSkf45e0bvLcZ4wzhceKcA+eTYl1TrcPJl24blbKR+R1+0obBCD5Bjt0cfJaG2QGDTCBitJtQcr0NwaBSOcT9kgwF5VVZIhjhcXY/R2zUMh76cBrGMyJnuwJhjBGO20yjLrUJ+YhbeyUfoHZnCtPY4apUJ+F296HHrEDacwJnaBjSlHmHKMUg8Exh2aQFLG14+14YXL1dCS38p2QwDOY1GehAlyYrSEiuMtYdg0+lgdnRg3DmOsfxzqMitRIXVgPzySlQ1n8TZMgu0PHiL3X0kEvNOXSydNUXZvMiaMCFIICAQEAgIBAQCAgGBwJ5GgKaMU0T02dPV2FvKC213HQI6G/SVr+EHP/wAV1//CT547SrefetFNLzxb/Hvfviv8eMfvoqTtW04fvwSXvnBj/HKlR/gL79zApUNL+PSGz/AH//pn+KDt7+F89UFOP3tn+DVV/8QP/j2O3jj6kmU5lbj1A/+Hd65+g6+/fJFvPnuizj14mnkaYyQ6r+PV46W48QLh1HZehh1MEGjOYYPvn0MVdUNaDj9Il75gx/j1Svfx7/9znGU1b2CQw0VaCwzI6+gBpdeOASdTrPr4FyqkN4ow2LT0MC8sjRpw9fyhnOKjAIBgYBAQCAgEBAICAT2GQKSJEGWJVAAcQgEBAK7DAGhzooICKduRWhEgkBAICAQEAgIBAQCBxYB6cDWXFRcICAQ2IMICKdu8U0TVwKBpwik00gm04gn0qCTufh0CqlkEolYDNFwCOF5iieSIPY5nj30Px6iOvh8iKxZZ65/FH5fFPxTEGvOthJjOIhYPI44QYx0HKmYB95AAgnCfaUsWxafDCPonsbUxBRmQ0mk0kSkRzpFdU4l57ZJ3mzhVE+1nVC4WVEHK3+anq80knFQCKQSCSQTcSTpeeQ4xiJF7Yjj4skUYpEYEu4JjI7PYNYfRTzJHLucqCLpoAuzwSRia9KXG1EMoWAUsehchlQ8gdCME1Hqo57dYmCX13+d6kU9dkzZiWZDUPtousn0uCJN7YL76BTDMy8zFY+o/XUoFKY+O0Z9ThKczG2Gefl8nlUEAgGBgEBgzyIgnLo9e+uE4luOQMIHl9uNgREXgmMPMeCOkwE1BY/HjWl3HGGfF5N9PXCRUxQlI3NXGgbJBBk8SSTJwkmTN8EGTIp05fdFUuSI+icnYB8exCyZOOl5XnbWFvOCUufRTieQiIcw64kgMDpKdfcjoFpSaXD+WCIFdoKYknSepDLIAledNCp+XkgmSCFJ2IWiMUTZcYr5EPYMon8ihHAWd4PKlMYh14vDZSnugtvlwPCwA+7xR+ibtmNozI/Z8Ul4nRNwrN3zXVb8k8hd2VCeaLejJ3x/EuThR8NJ8PlTZZLkVIcwPBQmByYF/9goZuwDmArNYmw0Ah588QwMYGayByN0D3sGPQj2d2N0dgYj9IxOTNjhIYfwqbwdOKMHgJ+5RDwJ1eEi5zNFz1ySQqZ0xIvo+AO022PwUP2T9OwkeECJ2kuKeFL83NJzQmLmlaeEZAg+GmCJkFPHz1zU68PEvQfwRKLY6erOK7llgXtsEFOTw+S4j6G/fQAzQ8OYibkwTI68cyaAhVuau8dH4HTNwBeOwu/1Y3pkmPrycQxNuOHyxp7RkftApjT1m88kigiBgEBAILBLERBO3S69MUKtXYBAzIGR8TF8c2cQzju/wGc9dkxMPcLQpB3DThkJMpxG796Cl2btEvIue5RoBiOVCMPt9MJDxozHH4TXF4R/ZgpuXwgh7yw8Xi8mevsw0vEIUxEf3G4/vGQEe4NhMhQDKq/HH6ZZgzQZ2PP3IxFBPDiLaW8UM7duon/cTs5OGPGwD+5ZH+V3wOt3YcblgdPhhNc5BQfJdTvcCETjCwwtMkgRg3/aDV/IT+SDZ3ocLkc7Ho/4EYioZu98odkL2CBmWlZizIlANKJuo5wa+Bd80t2Jr+8OoefmfYz29cEe3+DLzMsWJiKXQ4Careq0hfxJkP+ygCVOMyxe3LjpRpBmUafv38dA59fo8o7i7j0v4uQITt74BgMdn+HucBc+v+NCoGcciQINZgdvoq/zMYZ8W9OmFii5ymkaERrA8NKzOEsDRTOuAKLOSbjcXniDfpr59mHWToMHA1/g5tgsxhxeeGZdcNMzOuuLwG8fAz+fIXLe5ubkqCgCKx1ywUVOnd8boGfaDfukA31ffg1nOLzvnTrnhJMGmGbhnh7GN7/4HL23r6PD/gjfdIxgcDKAhduajz+8jaGhfjiob/O4fRi69RWGB7/B7f4ZTMwmsXSVZYoGqlLkUK/YVxD84iMQ2CgC9OhS/5bG3MBn6kCHiXiKnuPUgcSAv+Oy3cfsMkt0o4+IyCcQ2EoETECyCuj/OYacdsyQca/RG2HKyYXJbIE1Nxd6nRbyUstgK1V6nuxUEGF3D/7+N73o//qfcfPBY3zy1V08+s3/F5/TzMYoxX3d8wiPpoMIzjgQGPoC/3zDgZHbP8Xtrl58df0mHv7uv+LLiQSC1OtkDKRUbBre6Xu42RmELxChLyYylH2DmOy9gV/eGIHrzn/FtXu/wH/99Tf46Je/QMc3/xn/j99P4tbf/RMeT0xg5onelA9BDN54gInxu3jQcQdffvYYPr8LcfrGY5fvCWsWT2S6Sc/b/EAiHq1BC61WA8l3Cw+mUxiNNeFMfhYUoTYica9LYRak7TsRsiLBZFFgK9ZCofONV5AAlnQwWUtx/GozSkpz4J8MblzcpnPG0fnF17jz5W9xs/sO/vZvbmD0d/9P/OxuF7oGH6Dn0Q387PejcHodSEbv4fq1Djy4/hU6u77CP308hPa//b/hs45xjIbI+KGqsTrpVBwJz0087nWg96uv8fjGp/hk3A3PLJBKMscBIEUPrc4Ms8YAfSKK7p9+CZTnIq+tAvqF1ff34uHXv8Xvbz7GQFAmjKfx8T9PorjKgop6y0JO9VyjlaHRyeD2CHEIBLKMQJym0QO+BD2rkVXJ7QwjQx5X5Lm8nlniIT41jyus8vO5Gs9p8/Qkjnj43D0Txux0SC1rKe/Ca5WXdMrEuSl/5pzDpdccl6Hl0lje7BSVu6Ts2ZkQDUZHVP0z+Z8JqWw3883XScWH6s58LJfDFYnyqvyUl3mZVF7Oz7QgnstwEz4ezkPxKt9qIednWo1nPi0YSCKxcElBFtoZmxdZECNECAT2NgKrOxESFK0RrS9fhOSYRICckyjokIh26yceAwKziNW3ofDMceSbzNCGjDCVtOJYYxxjLhvK8yrRVmWDFT74+rrgTjjg0tWgwJqP0vwSWEoP4WhjDqwaMm7m6ykbLTAUliMfWpiNJnJq9Yj7ZuEc7YM75YPTcBhVVhOKiwqQV1qK8sJ85BRWo6YsD0aDBk9x5q4nF6WlFpj8I4jQWHmy+SwqikqglWW6wo4csYCbZkcS8Jb/CN8+YoQhno+cgAPGeDe61Zu+I2oduEKlrLUAkhTwQ0YKisW8gziGMRYvQdpyBscrmtBidiKIJjS21CCXZr9lGrItPt2EqsI8aKYfYzDsRH/ECkkpQ0t9HlB4Goebislf0UE3XwtJVqApqYJNF8P0rIJwqhQXmkvpmQM0mnmmPR7Q+A4NHAE0rvRsTWJezE56oOSW4NS3T6NA6odcVYbJvhBcg57F/LnHcP617+Nbr1/EcVsU8qwdJa1J9ExEMTZFFvZibnW2mJcAJ2m2bknSbrkUeuxBBLgdu6fjsPcH0XnNjRv/4lyVbv7MhZs/c6p046fO5/Kq8ohPzfNTl8p/k2So8QvKehJHPDfn5d/6uWuunAV8z+Zz4ibJz8TfpPyZcw6XXnNchpZL47Jv/YrK/QUR6ZHhvcU6LygnE78opLJvMl9GX+ZnoutF8XS9KB9fU94MnjepXCaVh/MzEQ/HzdG8bpyH4lW+1ULOz7Qaz3xa99duTPQG4XU+2wdttHnLG80o8gkE9gsCaarInPHAZ3SxzEeSNDDm1aK+oR4lBbnQSNgdB31L8LtHvISBTp/qpNFCMuXCOt0JR8cYAvEkNIVWyDorLMZcVFi9cDqGMDDuhDdtgL44H5LbjWRESyPfGuhMWig6E8wGBQrVlT5zssnhkjU6kHToTRG4p13wRtOQcsyQPD4kYkbo9Ap05MBpdDrotBpoNHoY9BooNAOGJwdL1FBZJD+3EHKYn28hAAAQAElEQVQijOhQO4bGnIgmUwucvycZtuVES5jZyupQVVGJIquC3LJaNBxroHuuxVT7+KZ0kKjKDEGaZ1HSmxJ1ADMrkOIJaMY/wq37n+BWSIOQoQHlkQSSI7/Dl3c/wZ1kHtK6IhSq6MRotmoE9z79ED//yg9HyEwDBrKasjP/DCg1+pAMdqHbPoJZXRXo6aJnUY+cYhOQDmGKZsj77T7ETZXITcahjwSRokZjtOoBrQUmoxY66nioGUE96ETS6aGRjCgw0IhDZBztvaOY8AIJbmPYBwfXcZ6eqY02F3nFFaiuKUMZDSJp5QrUHn8BJ3NcgH8Yd/sm0f35bYySwxxTzLDaCpBvs8JsNECTV4/Wc1dRG5qAMjuBYGqxdHbmmHgZ5uIUcSUQ2BwC/F2dW6hF6xkLzr+ZtwbKJx6mtfBmeBbyZ+JWCon3rXl6k0LSqe4Q9U78/ZevobIX5qN05iWetem+MO9y5/m4QPKYzs+XrcqlODV8Xjlr5VtVDtVpYdlPeOfjuQwmij9yMQeJaAplNXocv5yzBJvl6rd6XPNJM3LyNEgklnRAm2hi8ibyiqwCgf2DABkOgPoPTw5tHkqLi3C0tRCWplaUkhFRUXsWjQ01qLABGr0BZS2HkMOG1ZNM23vCvgE7c88st1KM0OZW4WSVGQW2KpSXFqGBRvpLahtgkU2oPkT1IUOorK4e1acvob7hHM631KGutgZFeRYUkZNXVF0JQ9INR28nejseo7OjG4NjfkTkUrS0WpDb0oLSvDwUFVSjtPEUzjTXoqq6BoXFLWitLUVdfS2s5cdwrkKBrbkJeUk/2VpdJIdkdXejk6xPuYL4K0+gubwWzZWFMBcewpFaK8wGeXuB5NJ0xSgqq0FbQwHyLTrIUhkaD9ei8eRhVFTXo8ysYa4NU+ZecbhhIfs9IzVmssHV9yvSi1x7DfQGK9qOFyPPZqHnrgmVNa00OFGC5sNFsJjNqDxyCBV1x9FUVo1ThwtgPXQUtTZqn6XNKCkpR4kZO3joUN9Ugrq6Ytjy8lF/pAlFhw9RmzIhr6gWpdUNaKJn1Fj3Es4dPo+XT7XgRFstKsuKUVZgRAXx5hgMiLvGMdb3GI8fPUZ7Ry/6pnJRXF6E5pP1qKZ+qbQgH7WXX0CB0fhkRm8HK73posmnBdNyggobDqGmoQGl1B5MZgushy/jSHUjTrRWoKLMhHQ0hNnpWcSpTRU11CHflgc9CdLn5KHi9BXUVR3GsfpilObpnilDIedZo5XE8kuIYysQsNg0qGw2oeWMdVdSeb0RVnLobEXaXanfTuFWd9gErUFCcZUe9UfNm8amstEIc65Cg3rZa2XyZkSJvAKB/YCARJXgGRSahKKzBR9dEarKy3H2eAlyjxxDpVYLg6URZSUlqC4AdGQ4VR8/CZvBQDNX2JFDgkTlSnhGd0lLnU8xTl44jraLl3GovhKtlQUoJ+c0R5KR0/Iijh8+hctXzuPE5atoKDqOKy8cR+vRZpTl55AzW4xyMpgsqRD801OYnrJjasoBl5tcEpplOHY8F7bWs2htbkB9RR3KK4/j0sWjaDjUSAb0cZxoqCLHrxm2mvN4qVZB4dEjKNECcDlIDslyTGPKE4a+sRWlhc04VH8Ep6+8hJZjr+FSqw25JoWYt/ljKEdhYSkaSrhcLr8K9fUFKCotRX5RDVpbSzlh40TQkX0Jgn/jMg5ATp555p0HF/l0kKG35OHYO+/g/OkX8crZQ2ijgYNcui8n3n4bF09cwmvnW2gg4RCqqxpx+XQFbGfexVsvv473XzuNIw1FMEo7CZ6EoqZDaD31EjltJ/DCyWLknT6BSosFVmMVqhpP4uorF9D24g/xalsLrlw6jhPnTqCxphJV+QbUnjqJfJMJCHngmbHDPklkd2LGX0aOTT6qTx1HA2HwyvljuPQHr6PcatoXTt1qd6yUBoqKi4thJCaFnPrckydQpdejsPYIamrq0FyWg8KmGhTSA1fV2oqiwgIYiNdgtaLm+DHYtAZUHDqMkopymJa0DZ1ehs6ggJ07yiI+AoHsIaB+D/C/7IkUkvYmAmwP8GoAdfVOlqogZ0mOECMQWA0BkbZVCEgAO3QanQxJynYhOijaCrRcfgWXX30Dr7z6Es4ea0QpW1EbKEpX0oqW01dJDsl66QpeOVwKi0GzAUl7OAvdI/U+UbiHa7F1qhM4iiKpy3IlSYC0FOjcqiM4+sIbeOOtN/D6a1fxQlMOco3yUjZxDS1yCorRfKoVuTRipwhEBAK7AQH25VI0MZMkYot+N+gkdNgxBNihS8TTSGTx3V15x2ojChYICAQEAs8gICIEAgIBgYBAQCCwDxGgcSqJRhhkjQSJBhv2YQ1FldaBALcDrV6GVi8hW4dw6rKFpJAjEBAICASegwB33bwpz+Klhc/JdICSU8kUwoEkZqdjSCZpWHu1uos0gcAWIpCi9se/VbeFRQjRAoFFCCRjMcTjUcTTT7e6T8aSiIdDiAR88PnmyB+MIUHtc1HmnboI+hENhRCiGchNqxCPIOmexIQ7hWjWtvqPI+yZgb1/EPZICE5nCLEoTZVuWtmFAvi7KoLpnm4M9E/C7qX7mKIZOKoEv06QjEaR5N+xWJiFztkekNR/dJGlj3DqsgSkELOXEeAHci/rL3RfKwLcwa6Vd6v41E58q4TvcbmSJEGjlWAwyVuwnHiPg3MA1ecBEN44Z7ODIBuBTpIh2iDEsZ0IOB8/xkjPLXRO9eP3v+yCh5yPib5eOBx2BEJ2eOztuD2QQDCSwk59lyUTCUSCQQSJItE4or4QQsEwggk6j0QRDSegvhO9DHCpWASxWBxxcnjSqQSiwajqnKorUZNJpPwO+Ieu4+vxODyhGDlfcURjz3qLKdIhHg0jykTOXypFeRNJxAmveDxJ2CQQDUURT6SQnB7E1OggOgI6mJIh+EIJhFlHSkuTHqn4s/KXUf05USzDi8HRKNwTvRjpb8dn18cwcv8u3O5HuNs7hRFH9BkZ8Vga0TDpGM+eDUrd1jPliAiBgEBAICAQ2AIE1K47yyNzW6DmjomUZAm8HMVk0UCm8x1TRBS8KxBQn5cd0kSSJEiKtEOli2J3CIEtLZadlyQZ8AlyVHgmeGlhvpEhOMgpmPCNofdBB9r7PRjtH4HXH0RSiiIdcWB0Vg9JViBLO9E204iHgnAND2P43k30ujwYGZzCzPggxmeGcffRBFxjD9Az6obL/3Q2LE1OV3i0C0N2O0acATjHHZjpfogB9zS6OgYxbR/AhJ3q3DuK2YmH6J0ZR0/fFCbJGZuYGsfAVGwRVIHJYYx3Ed+0Ez13uzDt7EPHwAh6qVy3x0Ozcp2YcjnQR/JGOzoxPj6BYfKpjOFBjE6F4B4dwfRYNwbtkzQrmCAncJH41S+oU+KfO+F7+ZSRIhGmOmuQCs/CPzuBh91OTPU/RPvdR5jwBilVfsq+5GyxrCWJ67xcuZR1ChLsAoE9iwB1jpFQCt6ZGNw0mrKbyeNYrGPAHUeCRpqC3gQ8e0D/ncbW54wjRqOcYfrC2W5d+B6pX8Pc/zPt2QdmCxWnbzcevfS64nDao3BObIImN5iX8zGtpezJGJxMxOuyxxANJREJp+BzJRbrvlZ5JOe5dWZZTGvhXcizUp55/Z9b7kJZW3XOOjKRfDf1dWz8xqMpeLk9UNwTHed5nlwvTFt6vh7e+bxcXiSYhFh+uYXP+gEVzU4dE88SrQSBTp9GTn4Cox2jsM9GEJF00JtMMJuNMOrNMBm04A2lVsq/lfHJWAj+qWF03niAYXJWJkfscI4+xtB4Bz67aUfQdRPfPBjDqCMyr0Ya6WQYEze/Qc/kNCb8EcwMDKPvy68xEvej8+Z9DLZ/jccDvbg/EqCZOS8QvItbd/vR1dmJ4dEBdIyRRzYvjQNPfxcG791Az6wP/Z9+ir7RG/i6cwgdoy7Muidw+5MvMTI1gkeP+ym/C6EYO24hxKKDGB4LwDvZj5HOm7jzqBNjgTRowo7FronoKwp8/1KpZ9nTiSgSMMNoLURpgRbJ8DQ67s9AMetgLTBi6cG762p0EjhElg7h1GUJSCFm7yIg0VMwNRTC7d86ceMX0ztDv1xDucRz89fER2FGz+6bHvjdCfTf9ePOh9ugP5V9kyhTvhryNdM8dmr6gmuVZz5txXPmZ3oe3wrpXCbTivI5H8m//5GTRgKjGO0MLL7PlHaDifnWSszPtEb+gXtesFNHg5Z792HZYs15BNRNgxMPfu/BZ38/g4//dnpD9Anl++TvNpZ3PWWq5VBZnOezf5iBfSiCqeEI7pP+HJehhXyZuI2GG5W1er6NY73Rejwv35c/c6qO8SRheuuj2Q21g+eVsVL63U/dmBgIIxLkZVVb3OiF+AODAI0fQ2eSoTcrULTyyvXWFcBQdAFvlQ5gyheEPSitzLutKRJM1jTy6k2YLn8fF0rKcKzSAptNB0mnh760HOXHj0OhmcWULzCvWRzJlBud4zkot5XhRKOJHBw9nIlaHK5qwpkiLRIzTgTo27HoaB3Kci2QpzowGHXT7FoOtLpiNFYa5mVlAiP0piJUVBfhdFUAnmgK1tJaNNTmQJecxOOuFIKOMIoqK1Db2IC66ipU1JXDVFaNfI0WuY21QCwf6I+ivJp0lzNy1xKmwTajJD3LG/dOYzpYjMKKQ3jvtAny7DTK2mQMkYM7ToNLS3PESO8oTSjw4NXStI1er6sqGy1E5FsfAoJ7mxFIA/WHzXjjxyV498/Ldob+bA3lEs/b/7oU71KY0fPsG/nIo07x+NUcvP6TbdCfyn6HKFO+GvI10zx2avqCa5VnPm3Fc+Zneh7fCulcJtOK8ikfp7/6R8UoazCg5awVi3i5bCbiWxS/2jXzM63GsyDtxFUb6HsLsgJxrIAAj1jainQ49lI+rvygFFf/sGxD9BLle+mHG8t7lfMxkYznlf/SD0vBxHwv/kEJSmqNKK4x4uhLeYv0fonksU7Mt1lSZZG89cpR8y1XJ6rD1T/cONZXl5O50TiuFxPlP/9eMSz5OuRSezh+NX8Rnuo9Ip41lT0vb0288zKPv1yA8gYTjBZ5hZYqogUCW4uApNXBdPwyLjSUocai2drC1iw9hfH2AXzyf/w9zY79Gh+2T2LcPbc0Mh6cxUzn17jxy1tIFRdBV0xOkypXC0UuwPH6GfT33cOvPh+kWT0vqgpG8NFXv8ZHDgsMFVXIibjR/enXuN0/i3jZWdSmErCF3UjS3Bf0GlXS038+eJxduHPjJn49UYVKow7UTVByAWzmapxtDmE2HYM3rUcKWiiU8vQTx9CXXYgZAsi5mI/hezM0k5h+mvycM0mSoOGfkFqmazCWNaOxuQ71ZVbisUAuP4XDF76Ls6kJFHr7EV1SjFYrQWeQoazm4D9Hn6XJ8tIIcS0QOHAI0IOmNUgw2xRYbJq9RDDyiJ9GgoFCS66yp3TfCaz1JupACS+9afux4nukPlsSBxXEFAAAEABJREFU/WeiQHyWIEBfmLysSE/t2ZSjgTl3E7TZ/Ossm/XlL3uFvqi5fW1K93WWvR/LYjz1RhlGiwI+38468rPK91JSpCUNVFwKBDaOAC/di5Nlz68ALLe0t+zCC2g7+RqO59fj4qV86KyFaDl3HLXVpTDry5BTdhKX2wDyYTauxKZySiioa8WlH/0F/vS7b+NKaxGqzx1FVX0dag0W5FQeRfOZd/DqIRnpqQf46uNP8enHX+KLLweQOPEKTp45i0uHa3Hk5GE0vvg2Xm47jdfeOI6mo5dx8uQLeOvNl3H0jb/ED8+ex/feu4QrL1/EkbpC5AV7cZNkfUb06cd30DnoB6yVaD5+Cq995yoaGq7iZGMpGkq1sBZV48x738GLZ8/gQlspStvaUNrQgtM2AySpFefOleHwS+fRduoKTre04VBDDmR5Hc85sdLXFChYgKRC58U4RbJr66zQaWSYbDa0vvw6KvOovNPHUVFfCfpqIL6nH5n6F4XsEVl+GrfZsyyK2qwqIr9AYOcQ4F3W0smdK3/jJafBu2Al4hRuXMiByMmdsCTxf6ouOfL0/wB9RFUFAnsLAX5UM0aPJM0/t3urCkJbgcCzCPB3D3t3z6bAUl6O/OIaFBlsKC83kLOhQU5xAaxWM7QaM3TmElQWABplmczbEiXBlF+E2pNncbylBXXFFtjKimAtbkRdeRuunGtEWW0LakryUVJoQ35hAQoK84lykVvWiOryCtSV5aGY8uRUNKKhpApN5LTZCspQVFxJs1z1KK0/gdaSInLUKlFRXYHC/HzkWcywqbIKVFnlreQUnriAIySvqaUCObmVKMolHrMErdGCgtpmVJeWorzABHN+AQ0O5qNEr4Ek5aO0zIxicrAKqexiax6KCwwUj00e3D+ZUFxshMWiqLI0ej3yKytg1GiRW1IKMzl5spry9B93a0yQnsZt9mxpGZuVJ/ILBPYmAtTR7lW3iL8f2LED1WFvgr99WvOomNqJCrC2D/T1lESNmT7rybGreNXBIX4Nay8/i7sFUcKQ24I62MYnu0UvoYdAYIMIsO3O30EarQxJ3qCQ3ZhNV4T8kgacazFDodkn6PJQUtuEQydP4MTJIzh2rBqFOg20G9FdMcKQV4kWknWc6MTJJhy5cAKNbYdQSvIYUwr27Id/siWb79nvp2a1Z2+qUHznEeAOVl5uCn7esGAN1d2qyLigD82OcQywMC6ViIN/OyUcjSNF+eY4tvq/BNZby2u8s9G7JeNIJFOgDzZ6pCizigsLYLCSMZKZBp9y1G6mNPWwqWQSSaIU3URVZ/rHTjNd7mbV94VuBDXSKwKdBt8TEBM/Xkz0BCK94J7N3bcUiGX78SCFeKMXJlJp+8vfJSWm6f5xH7BYnTTdkxQSCQJpccKKV8zJDh09ipT3WbZUPIJoNIqo+rtUlE43nfOozHROMeKzxQgI8etEgL6jZQWQmJazN7BHD0mGoigw6JDNSSesdMgaDTQ63ZJ35Vbi3t3xvAxXbJSyu++R0G4PIpBKpsHG2CLVadg9SQ4KGxU8sZPgH6yMx5FKsNFP5iQZL/FgHGly5qKxFHwzk5joe4T7vQ74oymQyEXi9sSFzw6Xyw9XaOPaBlwBREPROQGJCFKzo3B4k4gk5qJ27X8aLotHwgh4PPB6vQgGY2Q00n3kNkD3PDL3Pvim1KfvdFCzosazKTH7NrNEho7MI73P1DBNDl0KoVCcnr84+LlkxylF/+KREMI+L/xeD903D923MOh2PSNhOyIkKb0tRs121GWjZcSjMQSoD1mcP4JIxA/HdILu4+KUla4kelhkDch4A7hdYMkRdHRjoL8Hg5NuRGJpIBJHgpw5dva4T6bueUkOcSkQ2FkEqHkiSd+DyXgabHPsrDbbWroobCUEqJ+TJPq3Uvo64+V18gt2gcC+RIANSUWz5MEKj2FsYgJ3BuOIRe249o+/x2DXx3g4NIKO8Qj85Kx88lcfY2z4Y3x0pw+f35iAa3KcRqwm8Lv/z99iYGwaYV6KtYWIpcnbTNLod8iXWGIsUUoqQUZwCKFADHFyOlPknMTDdB4KIZ6IIRwMIxKOg6LJyWCjKITI0Je4NzCGdkcKCfbCKJqd2TR5qMlohJy1kGpAx279Ap91TWPUT+Vm6sffWPEQ3OEAwgn+5qI0zyT8PR/hzmQY7nk/L8O+68JgP8bGBnF3iOBIxZGevYZ7vS7c/fw+eu9cx0gW7iXBCUn0uiveenVGlNqaOnLJ7ekJZww+nwP/8N86MTv8e3z+5X1cfzQK9+wEvrnRi1g8Ae/9OxgdG4WdngnG+UnW7Tqh7kPW0Ii1VoKs4JkjGYsiGqRnLBxFgj0OamPRQBjRWIKeRyJ6vuKUK03PTjIWp1n/CDlCYQTomaUHj3yWFOUjBp5Np8EHPz27aT4n3gg5u7Eo5fE4MfnbX+H+jBfuxMIGy4jEEaFnPhpNIEkjCynuA/whKjsNhjpJzlg8FKFyY4jTcxyOp5CMR+k8jijdk3QqRs9+iLBOUVwScdIhFqFnnbBPRx/izs0u9HTTgBb1L25ytElTJEJ+RFivpBd+/zi6u7xIkixO2yxNj9hJhyk4Jzrwyd/9Cx599Qm6g1347GY3unumkab7sdkyRH6BQDYRkKhNKjRQwZsp8QqbbMoWsvYmAgrZnRodNYwsqb/3zYssASHEHGwEyMYhp4gNnwU4pKJkkEThj6TABo1nxoNIyE1GVgRBnolLROF2uBENuzFLxpHHR0aUZERRcTGOl9gRJiOJJnsWCNyaU4meYq1eBn9hPCkhGUbEM4wPPxvBwOPf435HN7653o7eL3+BW+Nh9H/xMToG2nHjYQfuX7+Bqam7+O3XYxgZHYTLP4WBviE8vvEYzpgTdz+5i96vPsaDng7cm/TBYfch7ZnCDFWOJi/xBLU0maShQTzqd2BqvBsj/R348u4YXDND8JKDuMjGfKLoLjpJhTE73ocHN27gy4d0/+Kz8Ax9g/apEEbTlSjZ0AsBK9RPWiH+gEczLNKys3Upmn2LY3omRIMNHkjeIYyNj+LOqBc+fww6owl6mlKXFBkwGHZsIwH1GeRKPHMf4xi6fx9d92+ga6gbv//iIWZnRjA5dQ83H3bj8d0O+Ifv4fZUAhP3vsZw54f4/PFd/O76fQx++VN8MjKGm9fuYKz7JnqHenG3fRDOrg9xq/cGfv3ZfTy+8xUGhtpxdyKG0PQU/OTo0VjPEy3S0SCi7R/i/nAv+px+jA4Oo//RdQzPjOHGVw8xcOtT6g86qD/oxMNf/RzDQ7/C50MBTA3dxeBQJ77smkLf3WsYnSXMbz3Gw09/hgf3Psb1gVHc+/IhPGEnXO4AzXI7MD09iseDLiA2A4djAu1f3yYnqwfTyRjCId6N6kmP8US/jZzEaOo8TTOjPFsbcvoQc0+j56vrcNNzmi6wgVrCRsSqeVLUWSWJUllyQFWh4p9AgBDgARQJEvgDcew9BMjMS9JMK9/HbCjP3xnSZjqrJUpkUdQSyeJSILDLEFhVHbWPpX+rMj0nkZ5MWTHBZM5HdaFEM3YAD8hjCw+Jvhl4xO8Zp45mARIRN7omE4hJZJw5ZtDXOQn39DQS+hhGu+0IhhNIBX3wDXRiaKgLw0k90hoNFDkOn8uJyaFJBJMB4u1H971BzMyGIRv0MNBMhKIoUAw6KGRESwvrp6QQ9EURGBmC02GHA3ro+aXwRUwLM+yuc1lL9bPkwpZjhp5G0Lw+N9zeABI006lVsqQr27RMWRK3r8TQNxx9IPMSTD5ZoXKWXBsMiCHgGMVEXIFE902r1UGr00Oj1UDede0tRbP4s3C7Q4jFIvB03cMoOXG9k8PoGLbD7ppFPOXB6MAg+gZmEXX0YtYziwlXCHFHH0bjBrin6PkdeoDh4W5022fgnnUi6B3GgCMIr9+lDi5NuWV6JjWEgwJpEQhp6inC8Ax3YniiD+0DQ+h4MADX7AxmfS6M9I1ReeT40Sy7u/8hXK529Lqi1A+MYsbVj/aRUTy83QfnDPF7g3DRtZvOvWTZ+CeGEKKhnbSGnGl6SNLU9wQ9XoBmvntp1n+4sx+OqRlQzAp3c4PRyQjC5NArJupvD9fCmnbAO+unQTgJiTTVf4Ni1WwSNyAJknoh/gkEsoMAPS6IhdP0XMUx1hNC1y3/rqLu23P6jPeHVB3d07Ft1697l2Gy8B4NPA4iRgP6jtEo+h8EN43NWG8YXmcc/DMX2WlhgJwtQUKOQGAvI8Df4UyL6iArSEZCCE6NYto5jYDBCllvBkJ++B1jmHG7EbTkQ0N8CmdMhhH22TFMBk+nqwBarZYcIE7YIZJAThoZc0bSW9IANItoyKtCY6UGGp0VOsUAq14HI1U8TDONSq4OCuksSVpoKK+UCpDR54SbRsQ9IQVKSoMcnQQNzwqadEjHqTNKJJFMY+6QFcBShDwj5Y9GkEzEoVh0kGXtXPoe+G8uqkbjqcu4eroaNp2CuLkWRYY4bNERDM/STOQm60Cwgr/YNylm/2YncOgDXu67GlByfj1KC4tQrfPBnaJ2vksQ4Rl/1n9ZddIapCVyfBQtrOkAZmjWzO4NkxMSRdJohlJQBPPIFxjTVMOiM6PMbIUtrwQ2mxXW3CoU0POpodnkaNCNUDyGsKYKFVYF1sJi5BYXIddEs5UpBQaTTEZCDPFkCgSNqoqk0UJTXAuj3wGPawJ2tx9edxzhQAw55YVIUt+gIUfITAM2slYGCYEU8sLn8dHgjx/xeID4EwiQvqbCQphMxbAaS1BSUoQCSwxpnQGylERa0UPRW2GTY0i5+zEy5UUgEEGcZr3CNDCSCvuRWhEgVdW1/0slkSCH3lpYgqbTTbBIYeTUt0Dr9SMxPQMqbu2ylnDKigRFA0iLHGOIQyCwaQSS9FyG/ElMj0cx0hNeG3WHMMK0lJ/jmJbGb/S6e04f1s3vScDvTmDNOmbKJH2Gu0jOvKz15ad6krP7JA/JWrbembJWCYc5L8tiPZhW4X1S3lKeJzJILzq3D0Woz0nDQ47YBJ2vmE8tN/Rc7GYmojQIniRbKWNEbbp5gXrvzQsREgQCex0BXmaTfOKdzNeGHJ+kZwbOex/hzqMHcFa3wljcCI1zHPa7n+BBfz88LafIuMlFjl4Lo+yGe/w2Pv7oI/wmeBQ6vQUWMgzmpW17kE4mEJzoRN/tHkQVHfIaK6Elp1SR8nG4PkGj8Z24a/fDlVOPlrpCeG/fQffgLEIRHQrJWLToptHR2YHRsAVlVQmEQiO4frcXDwacSNi0CI6Mwzk9C3cwjHCYKYJIXIKWZkpya4uh0SQwda8dnZMRKEiD7CTs6oMcX41GA71mXkvZgPr6Nly43IjSSiMGuv3zCRsMJMrHRIH4LI8A2/vJRFodDeXzp1wSZEmB2ayFTDNCWo2CnIoa1B45izN5WmjJ+JZ1OmpzGijYzmNxWSmamk/x0pzU4nj1KuKCc/wxzbKNYjl7oVUAABAASURBVDz/GCzhHBQaAKMSQzJlApI5KPHcRLKuGilbMXRaHYw6DTlJZhioUjqaJbfW1iKviByqSBI66KExG2AyauiZ05ETogWxQGeLY2bADqfTA7/6XNKzGQwhSrNlkeJcQFeJChqMaq6X4Ve0SGjK0FASR8Q3hAc9YxgP6IGSJuTMDmN8eAJOjwlleZU41iwjqJER15igoYEivV5PuMvQ6o10b3KgiU7A652BOySR7jQgRg6gwWaBZJLIwVKQoHjFN4Ek3dh1mTArMGusVI/6ZtRVlyJXa4JiOoGWoy/iSlUAJToHvJsYg+F3O0lN6rXSEIdAIFsISBJgylFQUKFD89lcnH2ncE105u0iMD3Dv1J8Ru7bJD9DmbiVQuI7/WYBzlJYe8SK3AIdCul775kyV8rP8ZT3zFtc5pycdeVV8xfh9Jucn4iuuc5M65dD+VU9GLdCwq5wTTgvKudJXVjGHB25kg+9SUFFsxnHXspbWeZbxM/lUx0WyVxy3XQ6F0WVBhjMcraaGLInKWsqCUECge1HQFYkKBrqcbHg0BTi0IUX8eP/4U/xzus/wb99qwrVZW04+8Z7+OFf/im+9cb38O/fLEZ+7at461IrPvjBe3jtz/53/C9/8W/xv/zoOKoLTTv6gEmKlkauz+EE6f7elRN4+1ItDl+5jGJZQfGL38PrL38Pf/L+S3j9rYsoa3gP/+7P3sQbf/K/4kevXcD33jiOC3/w5/iDqz/A/+V/fR9X/+BP8Nbr38aPXjmJKxcOQdf0AX749ik0pnrR+/uf4qf//FP8/Jcf4/MuHQ6fbkXN0Zdx9MI7+NO/+AFe/PH/Fd89ZkOZBbv7sLairr4JF5pJTVkHFL+G80eK0NDYgrqWM3j7nI0SNvEh+5ANRUkmGRKR+DyDAOOTosEVduwWJ+phs5XhL/7sBAqb3sTR5kq0lFtRUFSHqy8dgTqQcO4CGmrqULk447ZeydyP0Gy2eo+XlmwuRXnjC3j16tv4o++8gDM//Au8/tKP8efffRfvXKqBEk/CnbyIY/UG5B99F2eOn8U755tQdfXHeKNExqkrL6K67W2cP/smvv/dV3DihQuorXoX37vcgCNHzqCi9hgunSpA3qUf4d2L+VAGb+PGr36KX//q1/j42mOMlL+KFy7+Ib7/4gm8Rs/42Xd+gnfPn8dLRwpRe+X7uPLKd/H+qSY0ludCLn0XH7x/Be/+yf8Z33v3W/j+xQacfP9P8e4LV/Dy0TKcee9NHL34Eo7m5ePIq++g1HAIl199DRcvnsHpQw249MoFaI/+MT54/RX84C9+grdefhcvNx3Faz++qDqq0lJslrum5yWVApi4XSxlqaf7XUP320oJ2lwbil9/G4dMZlQefQVlzSdQQI8wJW3oI0kSJIkI0obyL5tJRAoE5hGQZBmKRqZ+a42kIz4mLYULieOYFsZt5lyvqDopJEMme4jUhJbO10Usg2mjenHeTJksgylzvZ4wI4fzM60nb4Z3iQwNYULdArQGug+ryeS0TN6MrGVCtjlZHrJ4sHmRRXFClEBg7yFAtgONyEKlxdrL0NDov9Fsgp5Go030kCqKBloaoTaaTDQqboBZL0NW9NDTiLrBaKBRHCvMlGY2aqHQ7AF26lBMMOY14rsvlqOiJIf00xIp4PrwQy/rSFcio0EHvV6n1sFk0pP+Fhjp2qDXQmcwwaAzwmIxQGdkDAwwcjzVVdLMnRfUHMHh81dx9ZWreOnKRZypsyLfqoOi1UGr08NkMlJeKwzUoe0kHGu6DTRTpygaUPWIXQJkPbT0xatoNFA0WuipDpQgPluIABsRGp0Mg0nB4i87CbKsUHvSQtbooaGZOg05UBynoxvGvLJWB0VRdnSmjvXAsoeWRuaP4fCxVhTQc8HPndZogp6eLxNNr+l1OpjzS3HkvXfRnGOCmZ4vrVZL6RooxKOXQc8T1Y/qrtXqYaA8Wh1dK3RO9ddQ+1QULXTURmWdiZ7bEtQcJgfrxau4/OJlXDh/FFW5BlgMRkrTQq/XgWfYuFwdt3HqC3R6A4oamtD66ltokA3Iob7BYLLAQPEGnQZa6g9Ufq1C53podSRDlqHR6yFLGugo1Om09MwodK4DNFQWlWOkPkBPMvQaLfRGHVbGCIsPCXTP52i5PNzH8P2WOBfpIVP5GmJUtHrIVFZW+htVOBcgSCCwfQgsLYma9fLPDbVPTlvK/+Sa0pGhJ5ErnBCfKotCjUaChvoSifrYFbiXj6a8LINJLXd5rpVj5/Nn8rIcppUzrJCyQA7nZ1qBc+Xo5WRQHOumyuPzlXJTmsqzUvp8fCqRVpdeppLzEVkI5CzIECIEAnsaAXr++DlVaU9XZKHyshaKPgcN5QbV8VyYlM1znTkPeUXlKC8vR1lpCYqsZNSt94sgmwoJWXsbAfomlOlbSSajAnS+tyuzUHsZuSV5sBXkQLswOnMu0XNjzEFxTSksGiULjqke5rxCFJaWo7S0FMVF+TBrJXK+sOqhs+bAVlUDG5AFHUhINj5SNoQIGQIBgcBaEZAkSR1QoQDi2DoEJBp5UmnjfdwzysnPxIgIgcABRICX9zDttaqnaX6R3//g5Wo847hQf0mSodUAomPG7jr4RjHtLq12hTbp1NzIZSycBLfrXaFUlpSQFRkrjnzTsyopGtDgOLL4/b5uzSXyqBWa5VLWnXMLM4hnZQvBFaJ3EwKJkAdetxOzvjASKdYshWQ8hlg0ilgsgUSSHoZ0EjG/U92VORCJI5lKUTzxplOg7pMtArXvpGiOJIoiHkvRjBDm4pOqYIrfjk8SyWQMwWCKyt5geakEUvEIwgnWf60yCKdkAOFoEnHKt9Zc281H3T5k6mwlOXslZ1FU9pQSknYBAgdIBXr8Qf0hEZ/tvYpzR86bvOxFp3Tvob15jcV9WhlDxiYRT4GduidbN67MLlIEAgIBgcCeQuCJrbGMuRGYGYF9tA8jk3ZMTUzBn/BgZtoN96wPoUgE0UgMYecophzjmJwhB9DngT/gwaQzjLR/HA5vFMGQD4GAF07eKYgLi4xhzOGFO5BAnGQE3G7wHkLLFL8AxzS4LyYPcUFc5pTSUklyJOecTB58S5MHmSJnUc1DbGlKT1FcOk06R90YG4sgkZjLx/FssxAbeWlJcvpSallp0jWl5iPN0jH4vH6EwjHVoYuTs+uOALzJEpeTIgFcVprLYKePr1WB8//I8UV4DNPuMHxhLjcFzkeSgVQAfn8QoVBcLXc+x9oDEkKqYnls1i6GOVlOihx1Dvk6GyScumygKGTsaQR4ZFymGS2Zl3ztsZpINK6v0BS+Ti+Dgh3RXhS6PgTUUTlpfXkOCresSNAbFVjydSvPah0UMEQ95xAQz8ocDuL/nkeAHZFELA0mNuaXVsg16UQ4MIWIvx9f/N3f46H3Mb66O46xkQDYkYm6pzH8m7/CnVAOFFMOclPDGB+6g998PYxk51/j5/ft6B16hM6Ou/j4vpO8oCjSg7/DL289xoMJH7xTkxi4dxMuKni117iSlJhMkN+SIsYln3QyjkSYZPln4fYlEYnGEYuEEAqEEY0nkSbHLBr2IxSMIBLzIBAcR1enF3GVL4BwMEx5kkiSM5aMBMgpjSJG+ZI0GxcN+skpjSEZs+PG9fvo77cjEooiGvQhSM5PMhZFJBBEOExhPI5oKIRI0IMgzVjGKf2JqmlS3t+BYXsALm8SiUgYQX8QEapYKtaO+3c60dUzCxo/fJJlTSfs0NFNTNDMJ/mTa8qyGlOM5ERDKWoPywC9WsZV0uRV0kSSQEAgIBAQCAgEsoWAkCMQWD8CZEitP5PIIRDYfQjw+AQPHssKIPEFlhyyHnpTOepqqvHqmTi6R9NwdF3HnS++xPVHHZjQ+vE4eRYvVBShvtgCk1GnvvuaIB/GOQU4JzrgHOjDxPgYJkLkHCZl9A4XojowCG3ajuklxa10qZB+igZQByCx8EhjemQSN3/9W0wO/RS/ejCMLz77HO0PvsTDvk588vNPMNv9N/jlnUF88+kneHjrK9xyU/4UzQ0O/xSf3u3Btc+uof3rf8Rve+7hp/9wC+PDnZj2T8E+48DI/bt49LO/x1euAFzRFM3ikdPonMBUxz10kRP5zU9/gY6uz/H723fw67//FR78/P+OX4+M4JPffIPBITvCVNTSTzIwDbf9Hh52f4H/8tM+eP0h8Osq5HsuZX3+Nd0zSZKg4UF05fnsz+PgwXidQYYky89jXXN69iStuUjBKBDYZQjQgzrRH8H1X8/i2s+c66IviT9D6827iP+nVC4TyVsUz9ccz8TnS6j9ug++2QR67gTwzQb0X1rWRuqyXJ7l4paWxddr5WNepvXyc56FdPPDWcyMxzDUEVrXfV4og883okf3bT+NYtLoJ42CZmPpxi57irKiTopGW4PeBPrvenH/ExfufuTcM/Tg01m4JqNwT0UxcN/3fL1/t3fqtv33wYnH12bhdcYxS3j23PI8H88stpU+an+uyQjikeyNoGflARFC9jYCZGuwwyQrEhny0jJ1kSleC0UmZy2lwGQGrNXHcej0WRxvqUAuZUmkddBrFWg1MmRJgkRSkikZDq8Fh/QOjMX08EQ0OCwNYTzchXvDCciBCcw6PRhyEvOaPhJINCBhyZFGIh5FyOehGbIQpU1ieNiJkQEvEjQTZ7TlIDQyAY3FjMIak6o/+WL0vZeGl5xBGPTIrzbDqnPB1d+NkaLDsJbUIt8QRsAxgoHecYSiPszGdJA0RmLXwWLUwmJKI5wcR487B3pTI8rJmTWGnTTLp0FueTVydOzORZHAs0fEOQr7aD96nVF4fF6kFA20ejN0Wj008rP8q8aoA0xp1SnMxpLJVCoNdcZPWrXUdSWut0rrEi6YBQJ7AQH14ZQlaPTKukmhPDLvVqdbf96F5SlaGQuvF54rJJtpYVzmXNHJ4NE0eYP6Z+RkQpm+LBQqL3O9lpD5Od9CXoXlEC2My8Y5l8PlrVXWIj0MCmTCWaIvVJl680UyWNd11ntRfmoHz7vmMtNp+laQII5VEOD2bLLKyM1X1kzWXAU5ecqa+Vm21aYgh4jP103LlMXl6/QStPRMmqzKc3Vh/nWXuwwm1lz5mXpYN4DHarqwrixzNZ5spHE5ufPY8v3RaiXwaLYl5/l4ZqP8jAwztT++j5DEw7rKo7o7kvaaFtSkJPq+BoXPqB51YGr4Lm4+6sY9fw1aChQYkl74PeSYOFyYpVmvBtsY7nd04cHthxiesMOdjpMzE8F4ugyHKzTIzatGnqkY1alp9Pf1IFzdjIpjTdDGk/ANDCLg7MKd69fwsGsU3kDkGRVWj5DIkYwjmfJjdDgNo96AXGMa6VQUQZoV1OUVwWzLIyfSB48zglBMA4s2hYTbjgg5eqlQED5XCIGYFjk5OmgDDhoEs8PlHIfD44EjkEAs4UMoQmkxLwIBH3yxNAwGEyTJglw9OX80q+eJkQ5aG3Rd7eeIAAAQAElEQVSwICc3jxw/QKOkQN+umDsIXK0OQbcbLsbI5UY4EUE46EMUeqTjHsTCHoRJ9hz/Gv+TWEBCNrsFSQZhiqwdJC5rsoQggcCeRCBFhratSIf641Y0ncpZNzWesqJxA/ma1pXHuqxe5Q0mGMwKSmqNG9Z/oR6NJ63rrkvjyRxwvkVy1ogJ48a0MO9q51wOl7caz7Np1ifY1R2zwJqnQWGF/kkc869Hhwz/evOU1BnpS0cCd+KQ9uSjsuVKS4SL0aKgus2E1nNWHL6Y81w6dCEHbeeJl8K18Gd4Dl2wgvNmrtcacp4MLczTRvrmFmphI6ppNa2qt5qf6sbhQhkbOWcZTJm8fH6I8OAwE7fpkLDNukyq/zN6cTlEHN98yqI+q4xp7RHzqngyfzapltqfrUgLjZYa5Ja3elHAQUGATA0k42ma7UqBVyUsrbc51wQtOSfBcBKRwuNoyilCpS2BVIKcE08ESSkHrU1WBINBeMhRCcT10BNPQ5URlro2lNe34Fh9I9oa6lFQUgFDPBct546h8fxlNJQVocqShsVmRNA5Q7NWIfVdtqU6PO9ao9fAnGOi7zIjUjEr6uorUN9cgdyCfOQR5TafRDEPniYs0BnKUV+Wh/ISGeamIyigGTYlboRsbUFz8xEcMbiRDnnIiVNgyCtFeXMDCiurUW6woKrQpA7oRBUK86pQZarEyWYL9Log0kYTbGp9G5FPX6j5xSXQpiPwTQ1jdHQYY+MTsEdLYNIB5twC2Erq0VxZgsYKGz3ThcjLpTqYkuScPnUDn1fvJ+kSoGgkULFPojZ6IpNzr9Ags6RsVMKz+eRno0SMQOBgISBLEj3oktqB8CYN6yWjRQODSVE3eFhv3gy/gWToV5DBTpvBrFlWvpbXdsuku1GG3kBk3JweG6kL68f5MnXhkPXleD7PJnE565HLvKyLqgPN1OkMGsjUibKxpsbN48V8K+G/kG8z51qdDEmGOFZBQKK2rKEvTJ1OgWH+3jwPc372zDkaqPdwjXlYpomeOaNFAZ+vh7g8LovDxflkcNuS6B5rdNKqcjmv0Ux1XOGZXyx3dR1NVg0W1oNlmwgPlq9fBx6r8XJ9WSbLXo1vs2lcDhPL0dHzyljKMqhvllbFk/mzSVqaec+W4QZxCAQWIBCLpGmWKEWO2rMORenxN3H5vb/ED999H99+sRE52la88N4HeP8P/xBvXbmA082VyD32Pbz/2hW8/NZVHDl2Fafqz+GDS8146aUjsJaeR3NdGVqPN6L83Pu4+sLbuFSsh01XjrYjbXjxvTdw8p1/hx++/z28er4VRXnmBZotPE2DHVDy3BZG0rkEk6UINa1ncY70k6NJFDWcxsmLr+HS4WYcqcuHUnAeF184jZffvopTJy7icHkjLn9wDsXlL+DiuTN45e2XcPrcSzhUdgSvfPsVnHzhMlpbXsSFkxfw1jtXcf7dP8bLtQUk/zKOH2tFRU0tLPWncLFQj9YXX8fps+/jlTMnceXlI2h6/T00UQfRdPwUcuUwZrrv4sF9okcd6PE24fipZlx86wpOvPgBXj/zGv74u2dRbG3AkTPncehYA3LIbqJK7dhHkgDu4yQKkaVDzpKcAy5GVF8gIBAQCKwNAXW577Pf52vLLLh2LQJ8S3kUPs4v+Cf4atequicU46XK/PtaMcJzQ5sa7IlaCiUPEgJsvBstMow0EKOhAdndWnd+3pjU76olSppzc1DR2AqL9Rzef7kVtRXWJRw7c5lbcwrHr3yAd8kJfuftd3ClNQ82GjTbGW12rlTh1O0c9qLkg4iAqPOBR4BH5g48CPsQAB5spUFjyIoMmWYc92EVt7VKkiRBq5Vplk6GrGxr0aIwgcDWISAB1LSxmw9+3pik5TwERQPFZEFOjgVGLZ3vkspIpKxMSiuKAibugwnq3Qzzlugmb4lUIVQgIBDYHgTSvEwira7Rp9PtKVOUsnkE1vBts/lChITtRkBSJJDNA7IvII7NIyDRczI350knmxe3ZgnJRErtU5d772nNQgSjQGAJAvwdnYimwbP5u7ttSeBnD9KSCvAlJUiyAo1GgRi7YkB2F8m7Sx2hjUBgZxDgzpZpUekUkc5sOUsJqXgK6VSSKA11G1qyNpLxJEBxyWQa0ZAPvlk7plx+xBJpUHbKtT0fiXtfaR1lJQMIR+OIBKNIhEOIriNriiofCUTA2KjZEhGkogEwFOr1Xv1HNyyViCMWiSBCFIslwfeV68l1TtCt3qtV2/t60/NE7Y5uCeg20SM39yymkklEwqm5uJAbbocDDqcXQTLK1TqnogjMOuF2+xDgzCSDsszxJykfPbf8MKfDdM9JMG9gHw954JmZgn3Gh0gCKq8qaw3/yN5RDZ31PIprEPs8ln2dvjNYzpU6939fwysqtwMIiHa1A6AfkCKFU3dAbrSo5uoIkD0HNt4XcSWDCIZCmA2kyIiMYHpkCkHPJNz+ALyhJI22BTE1MIlQYBKT5MiNj04STzfGpqcwOjCKQDiKLfcDyIqUJAmKVmK3DkuPNDkpSXJM+f2UNBu05Jnwbp8Ij2F6NgjnhBuBaQfclDGNFFKcPs/Pxm6KHVaydMl/JQ76EFDJeByeWR85PFQ7kpnyTyHqGoaXPENKJqY9+kn4EPC54XAGEQoFEA3Y4fRE4Z6ehd/lhI8M/KzUjMFkyoqwfSaEGhA1KWpbafDfk9qlEvS8BTDoiCOaCGOWHDf3jBN+7wx6emdpQCGF6OQIJsdGMDAyjomRMczGg5gcHodjYhIujx9BGrxIhKdhd6eJPw7v1Cxmp72IhPzwDzzGiD+OMDXp4Mwk7MM9GJ50YKR3ArFYdm58mirGz1eSnUm+/1TX5Pzzxs8kO6gcDYpXefnZIw80QfwEiLpTGyWRl5lCOhOfpnOSmyQnNkV8qVgUYbsdbhqwianMGQTpIU664ZzxIxCIqbKIXU1M0/POZbMuT3SjlHQiQXwpUDJd7dBHAqh7w3YfikaCRiuDZ163u+ytLU9I30kEJGrPGj21Lb0MmWb1d1IXUfb+REDen9UStRIIrA8BmZ6EZzrZKBl3Djvax+JIxBy4/eHX5Kx9ge7xMfRNRRH0TuCbn30B+/gX+Kp9ADcfTMHrdECnc+Luv/wTRqecoEmE9SmSLW4y9lKJKHxeHwKhGCLRCBmvdO4LIhCMIOnvxfi0D+OD03CNj2IqnUQs6kfQ74ffH0LEH0TM74U/GESYZijJbpzTLEVYRH2Y8vmRoBm6WCiI0FQXvOP3MRMme3OOa2/+Dw9hYnwA9wcjiBJeae91dAzY8eDGYwx0PIRDtbg3VzX6TmebfXNC9nFu9kOS1N6ioRSoCT+taSqCgHcaH37thMc7jAcPetHx4CHG+m/jpx92wE1Tav7BSQRTMbh9Dgz87ld44BvAb375AFMRLYx5NpgTM9RWb+DzBwE4XHY8/OYeHtzvxdTsGLo+/ytc6/NjNpyGx+GGzz2DlDyLr/7mNwh5/U/12PBZGhF+ttwk2xeAj2bIk/EwQj4vvPS8hQIhxII+BGiGPx4MIMK/z0TP2KzHRwMoHoSCfnh9YfBzHIuEafDBTzj4EI4E4PME4XcHEAyGaFbShckPP8J9mmV0k6wn6qYjQPQhvvmyD4PDbnquY2DnLkV4+UluwOVBgHWjASs/6RaPhKgv8MLnDVKZCXKwn0gSJwIBgcAmEOB+LZlMIx5LqbtgxshI2FlKIkqjWQt1SJBuSeo/kkQL47fnPEm4ZGgnMcrowOGcHvFISv1eStB3FJ9vFg/GOUVtIZsdLJmym2idIqtAYJ8gkAV7HZB00OqLUFLWhPcvJ3neCyGypbATR9yHsOMu/uG+Ex1DLvTc+gaPb3+G9pFufPgvX2CKjMin8w9pREMePPjtP6Fn9DG+/uYOrv/6v+HBN3+Hf+7xIrTwBzoTHvidPfjs/jSCE9fw9c1HuPF4Ar6QdydqmfUy/VPkLHz9IX59YxQBmmeNj32EnrACe+55NOk3Xxy3M4l7XWnzsvajBIlw4cEV/kkAPn9SR40RGl0OymZuITp8ExGzGZFkCbTjbtRVjOEuzaZ7EgHMOsYwRLPPjqAE28xdpI68iMKqJpTmmGA2ahCndtr38X/A3/2X/4Jf3uvHUMCFkOLGoPUMkg/HQVPwAMnxO0cxPDKKcUMFErL2iRobP4nh8afXcPPzj3Gz4x7+7u+v0WBQNwZHr+FXv7+Lax/dhLvzGn4zlEDfR79C+/X/ir/58nP8/35xDe3/8n/gP3cP4Nf/+Cl6bv4Wtx8/wO++7sT0zf+CX93+Lf7ff3uN8v8CDztu4KOhNOLxKHhm/lld44gn0kim3RgZ6MHtL24h6LuNn3/+GL/+Lz/H7W8+x1f37+If/uYjPP7ob3FtbBzf/O4b9N/rpGfhWWkiRiAgEFgfAuk0aCAniemRENq/nMWX/zyVXfonkse0DrnXiP/aP06Bw4w+XTfcmBkNY2ogtDn9WDZRRu5zQ+K99o+OOV3o/MsMraM+C8tQ68Qy1pOf+DnftX8iPQgXVYf5/Hc/ciIcSGDooZ8G+Wc2hw3J7PjGjenRCHgQc30taWVueeWkLUsRggUCuwoB6mfVKSbucDetmKQAkhaJiAY6jQSFLrETBxvB5jLUuL/E0OR93OqZwmBfEMlwHPlVZTBqNHj68PtpZopmqB4G4bYHYCCD2ZJTDrOmFLVNRbAYZchkbKvV0BqgsRSgQEki0D+ClNWE3Jpy5FnNavJe/2cpaUTrhTfx5oVGFOgUOJM2pN3TMMz2waM2lM3VkGFU21kWZG1Ok12amwBSnTotnSzy6hQYFAVnbGP48mYQYZ0PEf002ocmqS1P4vFjL80w65BjjsNUZECqsBX1GkCjaKDICpGkLuPTGMyoOvs+Xn/nHVxqqUSp3w5/fx8G4rmIDN3DWNCDWdkIk0ZGkSEEue0YoNNnBax40gitqQJleQWo8nSgr+fG/5+9/3COK8vvfMHPvektvPceoAPoTbHI8q6rjboltVrmSSNptG82Jt7GRGxsbOxG7F+xuy82Yt/uvHkzI81oprvV6lZ3V5vyLFbRO3jvPRKJ9Pb9ToIgARAAARI0IO9l/vLce87Pfu89J8/vnESSm2NLjC1GiLksmIo8xDq/oX0hl+x4klKHC09WEXluK/bsOnLdEJ8cZHq0j8lYFJ+pnEpbHGt2AZ7CXHKcNvSQFYfDiUPpk/HnnuMKS5sdm92D01pAmd1EUXyUa7eGSFd7SdizsHkqKfM4yJu9zdc3x1mcmEIcwJKVi4WX64hGkkRCSRKrF7ReLgiMaJ8QAnaXTk6hldr9Lg69krW7dFb0KdqB3oOns9h/wivkEV+8QllUNTvJFh/zSqyZ60f2U3xpFdqu/MEzXvad9LD/tJeDSm6FdhDPalsZ20rHTuQVv/LjhId9gsvBM1n3MGg64pExVKewwkbTUYXX/bbVdrd7Xt3iIrvAgsWms1vH7mna4xFhrAAAEABJREFULY8MPQYCzwIBjcykj9WH2UbMN8PM7c+5032bqewyzJ4i0rNjTNz6gs6hPmYL67GbrJiVXGyOhdHLXLjwGb+frcZkceB8VrMhlTmkkmCJsbiUxpRKYDFH8cfTmLLysdochBcWiYSniaTCzMw6yHPFCMpkMWZxYrbn4jB7yMqyY5bJoZoTog7djK7iMoHdayXqn2NWJn9z/ohq3fNkcXjlA7eCiqIsbCYdT0EjjTU55Dr8dA8EdyU+edR2Rc8LqSQFSdlNikflRD3D94LUsNjNlLflMJ8oIzcwhduWIlJ7lgP7DpHdd4tQMIKeXUlVcTbVXj+9+j684xfoa/+Kz652cadnlrTJgruohsqqSkqz7cQWEizMujhyrJmz+5aY8kWY9NskiaqgpKyexnA71nSMXTmiQRbnxhmdm2XekkNMdhnjkaD0QaG0E+y5FIz/ntn8KsxODx6rFYfDhd1mxWb34rSZxC8HJlOapD9MPOXF69awuYVHyGaxSPKVxuaMMDMyz2IgRvye4zqYXBCewCeyOHTsWWmuXDFTX+rArYcFh1HGfEuEXQVUZ6cFzxgRWcTRHPbl8e2erhf/RJdVLEX3xr1nHrLhwIuAgHqeTBYNp8dMfpmN8kbHM6eKJgeVLU4qJZErb3Bm/MkrteH0mnBlmzPXT83PpmU/KqWsuOvLU7O96l5UiH2Fh8KlXM5XfCiqsmG26uQUWSmpsT82NuoZUM+Cbtq9p1vfPVWGJgOBvYmAJm4rkmLty5KNRyZLBc4YyZSV0v315BQ2Uuhxk2NPoEnyU9HWhDenjrqSPGqr88jKz0VLJEmXHiLL5WIXF2DW+vbQKw3dZCW3to2G8nra9jfQfKCOgsJCCvK8WNzVFGQ7yS/Jwl1QSaGlnCOnmimrKqegIIeckkK8xaXkSmIYmR1gdEh2M/p6GBydYSFqp7qmCG/dQYqzPHhc+ehZNWTZYEMc2SOHJRevN4fibPFXk1HWUUVTXQ0H2hoorSzBqr77Lk2P81qTpzyOohdUVuGTTqVR5foQNasde30rBw4fpD63kOqSKhqOn6ah6SQnKqzk1ZSTV9xEY0kFLbXZxN0tNBSAwyzJSTRBLO3ALLtRNUUaNklWCiqLKWxooaDsAK8cquHI2f0Ue93k5kkfqTkoSd0+jhYlsZu3v62q/j4iIUlpaiORdIpUMo7udJJ38CgVla3sq66jtb6Ectlp0xJ27IEgOXUFWCr2U1JUTH1ZDt7qfdS6NIpV32xso7a+hf0VxRRJ/8zKq6W5KpuCgiK8smNXoSZjdVXkECYwNsxgdw893f30D0wxHy2guMSOS3YK0lbxxWVhKVUtuk24TElSiTimLHn+D5/k2MnD1FZUUFKSi9djw7T+Zjyla/UcKHpK5u6ZMcvE22LVMJn39IiGcTx/CKSToOlgsenYHE+AdqjT7jJJkmnC4TFhcy77Y5HERTdpmIRsO9T3OPx2se8UPxzi04ovj6PvkWXv+qF8UT6t6LHa9cy9s0m5Uvc4pcmMfNbJ512KXTv0XdNkKDIQeNEQ0LOobDrEa9/+gGOH3+aDIzLZy62i4chpzr3/AScPn+fDIzl4Co9ypKWSU6+eoe3tv+YP3v0ef3C+ngKvHZ1ndJhsWLIqOX7oDG9Lsnb07Bn2n3idky2NHKzyYPMe4HBbHQdOHaeq+RSvym5U3Ssfcrz1GEfrS6jZV01+y36qVFI31c1gbwddXR30Dk6zGM/m+IkGHEUnOHL8JGff/jaNR96j1A2axt49HJUyUS6nuUxC0MyQdYymymyZCFdQVN7MsUYJUJoe9/UsJqmP6/NTk5fnxyQTabvTJM+SXKw2rNnAeoA3ztVR1fYKNXXNnCg3YbHncPhb59j3+lkaSkuoKKyk5PBrnC700vr2h5w7+xrvnN7P4dYWWcA4zKlGHbfdQ92RQ5z97qscPbWfLFkA0Sve5HRzEaeO1lDR0Ei+JPj177yPzbW9+67yOOkustMoH9QPZHUaruJKqluOc+bYST544wD73v1QbL3NH7x5irOHi7HKLjj55zhU5SCn4TT7m5o5e6icomNvczpPo+XoIYprTnJg/wneevMIzW37KS0+xVuHy6ivb6awtI62liy8h9/iXGseLv8EI+0ddLR30t0zyWykjAOviPy+UrJtFplQZnPgdCPZVgfZIlu37wSvHj/Gm+cPUnD8O7x+vJUzByspLfCgrb4PT/E8JTgqTDf+G8En54imaWi6xjMLHON4ERFQY39SLQ6qwWI3fx1jl8GSNEMGsV1Waqh7AIGkJPgJWQRU5QONj1ih70DOYDUQMBB4yRDQzVYK97/L2Te/wwcffIe3zh6nrcL+kqFghPu0EFATabVC/LTs7aYdSQEwy+6Oza5lVrhZc1g58GorrUcayFpTv3JhloSzlGM/+oAmtxMXj3MoT4qoP3GON773Hb7zvQ94750TNGbp2E3LenV3HeWNr/H909nYrfkcefsU+/ZV4Vlufj7eZeKrEjo1CZZNzufDJ8MLA4HHQECTrqnGCDXO8RyvGKj+liGM40kiYLFomM36rprYXW276pqhbO8isMc8l4E2JdvfavKwxzw33N2DCGhq1JVnbg+6brj8GAiYbCZMVtPGGnQzJosdpwXUBtHGTLtXa7KIL+LPikaTZHuqbuX6uSg1MMukR30NUt8Etiflp9oZVLuE6qvAT8qGoddA4HlGQNZUjN26p3CD1NhmlnF/t0zpu6XI0GMgsGcRkNFLraDpT2M2tWdBekKOv2xqZaL6soW8o3jTadTfpe1IZo8wa5rcfHlt7K40SLb/1IagjDl5u+uMpsm5vO5ePjdFxq2MX5m3p+eXmJNHUZ7Fp2fSsPQSICBzjVRccqWUnGwQbmR+lLGhfvrHfUQSwkeCWDiE+v9jg6EI0bjIpeMEJ/sZGp1hWv1ybiJJVP1KaypBUvSmZIstJavUy1/pE34ChINJYlHkeU6RjCc3sLy2SvU7XWUH0g/Wtuz0Kk48HmRmVnx7uNmNlSejJMJ+FiLivwpnY661tYIBsVl8SzFCEvfaxse7Ugs9ccFbIH48RXelFda7uWmrbttd1UZhIPDyIqA6lqKXF4GXI3K1Av9yRLqHo9ykI+7hiAzX9xgCmsyy1GMoefYe89xw93lHQOUlasFgo88i3/g4s5ODTE0Ncf2zrxkODdPeNc3URIBYPEHU72fm6md0zIXxR1Okw5NMT/XzTfssqZEv+WbAz8T0CKOjg9zoD0gWJBnk9FW+6hihfyZMyOdjordX0jxp2gIolbBkFteUs+v5JGFKJaKEI2GhFMmkUEKSt2gc9eeCij0VjxKPJUgkg4TD03R3BYnHUyi55XrFJcqTMSLRhOhIk04mSEjmGRM+kov0dg8xOblIPCK6gn78MfE5lSQhduKSmKoENimYJGNhYgnRLeqU1gypX6MJ9DI8FWLOn5JENr6sWxJLxZZKxIiHw6I7RiojsIM3GRjkJSPEDmQ2YU0KYIlEGglrE46dVxtJ3c4xMyReNAQ0CC0lmRmJMDUY3lPkm5IBTwb3xZkY03vQ/6eK91A4g1E4kGRpPnH/Pg88nXuu7hHyiaI+0FX5onWj3YonIR/qs+NRxvrCjPU+HRrtedDO6Crb6lzRVv6M90cy44gaS+YmYvd830i30vMwfYrnYaR0r6bV/Eq/otV1T+tc+aRsqVKROt8pTQ5GiARTGUxnRuV5WHU/HqILFbcixbdSqvPtknr+IrK7sVvPtKHHQCCDgMw1MjtgKxeZ8v7b0kJIEpAYdtMS8+1fcn16mKtXuui4NcLUnI/F8Bxdlzvwm7LJyvbg1eeYnxrgsiR1oe4v+fz2IP297XR13uFC94wkS0kW+7pp7+hgaG6eOd8Ck/19LInJlNCmr7ufUw8mnmnC/iUm+/qZmemgY3SJkeFxZiZHmZiaZbh/nIivX3YaZxgZGJFkdIiRxXlGh4IkFwYZHp9heHCUqbFBRhZmGegeZW52jqVIiEDAz4IktRM9fUwEZ7nZPsjY+ALhRT/+yTGmolEm+gaZmhwWPVP09wwz1XOd/tkZBvonWfCHkZztbkhyFhllWrb3JgdHmBjooH96moGeCUKBCcYmphnpGWB+ZIiQsEq4d+UeXqiEzmzR0HYhe0pJUpdUSd2WN+PhPq3m2AW3Vqszzg0E9iYCcxNRui4t0vHVwo7pzhcLtF9Y2LFcxpbI3f58ng4pM7RD+8MdAZn0JBjpDNL9jY+Mzq10KDtbtO80lvYvF9bGflf/nS/nUfRQf5Qvd2Xu8a6/VjwrpNoUrVxvVgrPnfW+CW/f1UWW5uJMS4KXsSd8Cn91/xRl6oTvoaXIZe6XKrfDLzxjPWrlNIUsdO7NTvIUvFYrxMHFJN3Xlrj6ex+Xf7PwxOnSRwtcEjuqXLGXuZa6e9e/Fh5FwrtSt75U/s5NxJibjNF9NZDxW+nM6Fonl6kT/apcr2e71yu6vxa/vv7VPJc+ms/YXJHfiW7Fq2hFdnWp6hWtrtvq/JLEusKfOVfX4uOKjGpTtHK9Uankbny2iG82jsK089ISSkbRRvwb1Sne1bQRz2Z13VeWMnZlA+IpPPWGiWeHwNO3rJlAN2lo2ga2dStWRyGV5SW8ciDJwBSSePTSe6ebrqFRZs0hOpIHOFqSS2WeE4fNgqgjkYCZKZ3wdBcqiRkfn8IfGWdJdszu9GdRujQA8SnGZeNuA6sPVOlmMEnioj/wffA0c2NTXP/d50wO/Y7ftw/z2ScXuX3tMu0DfVz4+DILHT+T+gluXb1M951rXJ0X9ak4yf6PuCD8165ep+/ar/ld53V+/mtJDqfG8IdmmJyaoP/qTdo/+iVfz0XwxTURTJPwzTLX10l3YIYLv/ySvoFbXLvdyaf//Am3P/pPfDYzx9efXWdkdJqISKx/zdy5wM2Lv+aLoUku/+qi7IR+w8Xb/SJzjZEbV/AJdutltryWDDCVSpNZnN2S8eGNmuCbIRXqw9m3xaFvi8tgMhB4gRFIJVMUVVg5+lY2J97P3Rm9l8vhN7I59k7OzuTu2jku8kffzEGVJz7YxLbwnFB0V2a1j43HPDi8Zsob7Rk/VrdteL6Zjbu6j6hY3s7ZdizH383lhKK78isxHH0rR/Dcpp71Pq2/XtEt5bF372Il5xvGt1IvOo6JD8dX3xfBsO21LHJLrFQ0OzIxKtzV/VMxnBSZLXWu6Fal4l0hdb0NqjvkznwQ6OpTeBcH8Reqa8oHptVhovagl4Ov5nDofO4Tp9bXcmkTUuWKvVax2ya0cr3/lWz2n93anwPSnpVvwZNrpfqAO+O30rlet9K5ol+V6vpRaEX3AfFt32nx75W1/in/t6tf8SnayA9Vr2ijto3qVvxSbQcFw5Yz4ptgo64VKV2K1PlmpHSomLy5FnIKbdS3eVEyijaTWV2v+FbiXylXtz/svKbVQ06xDbUi/0L1LyOYPYFAPK4T9FsoLtAoauxRwK0AABAASURBVHubt77/bb51roUydKzESZBe87XBRMrEmD+Ls945BslmMeHmvLmPvuBVvuoLkfBPMDHup2ec7R2yc6QWH2U43oA/RVqStHhE+qZ7gtHxEEO9caxps8xDqgkP+CkqK6DpVCnFJR6SMwh/mjmpzynMofFkGWUFMaJdXUy3vkZhQxsV3jjByUE6uydJOzVCKSdWmwuXw0ZOjouCIqdEPEx3vIa8wldok6S2wh4irlfS2LKfmmJNEtzEqp26VW4nsvB6amhorKEqLwSmFKlYUnjtpG1eLKZVvFud3m1TCV1oKUVC/X3j3bpHLUxmDfVDUCbTo2p4UE5/sMqoMRB4uRDQZdXM5TGTW2glr3iHVGKlpNpOYZlt57JiK7/USrHIqzJPrjcksZGnaIN2b44Zm00jr0TZV7RD/9fpVL4Ulm9fT0GZlXyh9X4XVdpRtL7+ca8LSm1sidWqeAorbRSsuy85co9tDh11v5UvSldprYONYlDtu0kemaDqu/zzxS9aT1Wr2Fa7jlue6yy5V1lFVp4HyiuzkyfPXvZW/hRYUb5b1fOVbXlqfueX2ymsdKB8fB6wWu1DrvTHAvEvV7BbXb+dc48kyCbZLTBZpb+q52Er7He5zSX3z2rT0XWMw0Bg9xCQLCklO0PJRCqT6DygONBL5zc/5e9/8Sk/8x/iWIEJfegzPv+Xv+cff3mJmyNwqvQOP/3lJ/zs7/+Fb252M5qMENcWGbJU0dCUy4HKJhryysmK++i8OEDOu2/Q9sfvUWw1kbxzidn+j/mH//Xf89Pf3mR8JvCAC5kKHTRFrD80dFOURHKem9cTWC2l7Ksyk50bYSYJcXsWRYdqCff1c+2TUUam0hQWpIiP95BqKmFpdIxbnwzRN+2m/EAN+Td/Scfnv+NaeweDS1EWdRvBwDTBJROWxRHGJsYZkF07TXOgaw20ZQ0yPPArvpmYZ8ZchRvxRzqprpE50pl39SYVNifzo5MszS9KQqj6spAmHGYL1tAwM0uL9MfdkiQr/u2TLsYcLn1XFnzU39IlJTlUCTS7dOi7pMdQ8+gIGJLPGAFNBgZNQwYrsMgEYqekJnIWmQDsVG6FPyP/CHaVvPo/TtQgs2xfeyT/lZ4Vyviyk1g24VUTIkUrenet3MTeRvoz9tfxqzpdX3uvMzE/Iv4b2d2sziyrcuo5ywzg8tnyjB/759K8pmlk7o8kvyaLLh+czwdl+pc8S2Z5Tsyb+GWyaugmHZPcZ5NFe2q+Z3yTRFiVm/n2zOoFL+WXokfxQZMJlG6Gp/0smOT5U7blowHjMBB4WggU7jvOoTPv8MrRo5w8cZAyZwMnzx/n1PljHGioo76ilMqj5zl6sJHmAw2UVbfSXH2ID89UcexcG4U1JzncXEPb0SbKj7zO0eZTvNpSQnnlAQ4dbOCVV1tpOfdtXmltZV9tER6XdcPQtC0efJszi+Kqehr3FxL2pShrlOTz7Ctiq5aW2nwc1Wc5drBefDhMU9MRWquqOfVOIwUNr3DkQCNHjrXSeOgsh+sP8/a5Ruobaykp2c/BA4d5/T3heevbnC3P4/jJgzQ0VJBTXIq7ppWTeTkcExxa9rXRtr+R4+fbaH7zLepNJuoPHsCV8jF67Uu+/PxLLly8wrVZtTtXzNF3jtFw+Aj1bhd1J0+S5ymVncQa6iudlLuXln8dcyefxxpoModgFw6lR5dNBU107oK6jIpdci2jy3gzENi7CEinktdz7v+D7qVlDUp9HSARk7OdDEwPqnopajRtL97ll+LWvBBBqg/pLeZDL0SMTzMI1V0VPU2bypb6gYgVUtcGGQjsCgLy8aPGCE0WK9jgwc6qaKGx9SwnWg9yuLEAh6mI+rZW2k4e42BTDdXF2TgqDktSU0+zJGllFQ1UFVRzpKFQEqhS7FnVFBd4KaksILv2IM0N+2nwmnGasygtK6axrYWq1nOcaDu8nNQ5N07qNo9Vw+XNpbqlTewfoL4km7LaOqrqmqgvK6Qs34Xurqa+vpKWQ41UVdZSll1Aw5EqvNm11NdKvfhdXdtAaXYp+w43UVVfR0lxHXVVNRw81EDdoRO0iJ7axjoqK4rIyc/DXlhBvcdMSWML1TUH2VddTlNLKUX7D1AkOBZVVpCdlY1dEjyT2YTJbMXkqKChvpD6tgaKq6spstkoaqjH7aqiqqaB/ZIY11QVI+thoPFMDvUYqEVM9N0zv4uqds8pQ5OBwNNGQJOeoMmKydO2uxv21B/sJhNGUrcbWD4NHfIZ9OTNGBYMBAwEHh0BWSBTSR1SProSQ9JA4EEE1FxDl9n8Xv0csLud5FdW4fE2c/ZIOcX5Dp6Hw10kieGhU5w6fUp2OY9xqNKN2yYTuzXOSfZmyaO4IIuSuhayq9vIE/eldg3Xwy6e5/u3PuKHxWK0Gwi8RAioROlB2hyA1bzClU6RSiZJJqWUzEtNEtaS4tl61pBOJUgmlA7RLewPvjQ0TcNslXKL3pxOiQ9C9+VFX8an+zWbnaVT4qO8NmvfqP5+nMt/JL0Rz3Ldih/bMKDwFF/E7WXRvfauIfdK8NhGqBjHhghseO+l8v7ztvw8bSj80lcKNhv0n+3BIg9tpv/J8yvjSAbv7QnuSS5NJt26rqPKPRmA4fTzi4DqSjJmPb8OPsQzkxmTw4nX68QqfUR/CPvz2GyyO3G4HDhtpufRvcfyaS/ej8cK2BA2ENguAql4jEhwCZ/PJ7SIz6+uw8TjceIysUkkEsuq5Bq5TsaiRAL3eROxBcb7+ujpGWUqFCUoehaFfEJLAcUbI764RFy0yDiP5H8ZSokuZUOqCYx30N3VRc/YApG75lT9CkmeIBMPMMkuo7ZS+UCZwDe3wPyMj/sqwiwuBAkGYg9wr65QCZ1/xk88prxc3bL1edi3kIk3Gk+wOL0oyW1qE4Ewfl+QwNLD9AtC0UmmZwL4lpKb6DKqX1wE0tLFkoRCcVKJuPSTVOY/uk2nksQiIcKLPvxCi0LBoPTR+w/6iwvJjiJT/S/EgvT5SORhfW0DxakIicgkE7404akZgqHghj8fvoGkUfXiIGBE8pgIqFwuFkkRC6dQP5DxmOoMcQOBBxAwkroHIDEqXjYE0qQzP0+biKqJz+ropSU0yvzoNb7oTqHmQqOffkpX11Wu93Vz8Z+/ZFRG6c5f/Jybg0PcGR5i4PZN5iQpS6bj9Hx+hanFedLZdszJNKlYjLkLX9E3M8tsOsLsQCeX//mX3I5AJN3Hxc+vc/1qL7Pjg1z48ZeMReOMDIwTDk4wMdzBV7/8cs3PGK94mknmMm8rNXdL8S0RDBCJLTLc2Uf3zT5mJblMqNX6WJigZIlqkhwLhQmHZNIm4acTUWJRaQtHCUVipOIhZgMBqZNzlbRGIiK3nFQlIkEifj9h4Y2J7F2rmWJ+dIzJkSEWYsvySUl8k7EI4UhU+EVXVM5l4p2SMih+BEf7mbp1iU+HpF75l9Fy9012CNKxAIGZ21zqHKdvMkxSsAwHxWdhSXR9xc3OQTrm4iTTSdLxMEvBOAnBXJqfn5fkpfLK7NY9P049X56oRYRELE00KPdRnoP73sVYCszyTz/rwjd8gS+/uc2V9jFZbJnk8pU+YrEE/pvXGRkdYUo9L/cFn5sz9cyqvhaVPpBQ/UV24aPS72Ky8JFIJkhEo5lFl7QsFiUlnoT0t2imf8RB+mQ0nkI2/SHDGyEg/SYt50mRj4YTxKNC/nmmPv4tt+f8LK5+/mUsICaLJ+EkkUhSbEWISzIsKtToJ5PMiPTxKMHxEcYuXuBGMCGLSIlMfVTGoWTcT9zXSedokpmOXqbm55kTZxIyRiRk/Egk40RFWUJ8REapVCpOeClMXAJNxJNiLyz6Q6IzSToxzdXLtxgYnJbFogRJiVHFklI+rrtbqkpuJ+LkupYne5kS7BSp5/HJWjK0v0wIaPI5bbHqqB8O0s28wIcR2rNCwEjqnhXyht3nBgEZZ9GlJ2iy27XaKU1GXYspgZkQixEnNpuZyMwUi4sjzMwP0H+rnc6pCfputNM94GNUEpnRjq/45spV+v06cf8o49MLTPrT2K0WrA4HJr+fhEkZW5QJzSgjS0G6OoJE54aZ6eqmr7ebrtE+Oi4PMySreT6ZGKVlqpeQhMg3vrDava3PEyGiC/180jVP/9gi88MjTA920jncw2+/nmBpppPBsTFuXG6n/euv6Z/o5+NP7zDd9SnfdHTzzY0Oxm59wVcDQ3zTPcti/yWu37rNJ990MXrrS+5M3+HL22N0XrxMb28fQ9G17kSDIcKLUyzMj3Cla4bYwOd8dquHi199Q+eVz/m8b4SrH19lauo2fWOzTI7NE5yfZCSQQOZT95Wlllia7+frz7uYHu9nfN6Pb2GBwGwffYM3+ejCOIujw8z6FpkPzeObHeDq10PMjV3idv80kzv+n0Xvm34iZ5msTjSrh04K4/UgApp0D5NZW5f8pojHIwwN+yU3mSIy3cfA0DDXRxeYnQthttkxhUPy7KRI2myoLvag5mdZk2Dkzh16bl+lZ1gWcL5uxzcvO/jy/F9r76PzVjdLo7e4MZNk6s4VRns+4ULnLT69cpuhb37Fl9JXr31zi/H+6wyM9HOra4j5no+5MXCV31+4Q+eNbxga6eL2eISALKbMR2LEVifFqRhJfwcDY376r1+k6/YXXBka4fbFW8x3fCILUj30zgWYn13CPzHOnCRj8aUp5qbbxVa30BSpmJ/FEET8S5mFoonhbtovfELfzE0++u0tGQ8/pXuon+u9UwzeucS4b5wbV7vo+PJX3LlzgasDI7Rf7iIgi0wTU/P4/VNMjA5y45tuFmfnSEqSuOYOqb4ipBI7nnJWl0ykZaEvhWwEr3HJuDAQeBwE1LOckGfLPx+XBeAQNz5b3JKuP6T9YfJr2j/1cUPROp0b2RhsD+KbjjM7EdvSvzX61+ld33Z9A9vreVZfb+TX6vbdOr/+6db3YLWdrstLstCVYqwvTMc3S4+NzcCdIL6ZOMm4DHSP82CtkpWPz1VXe+DUcNFAYPcR0NAloTPJRJJVh2Yyy4qaFbvdhs1qx2EzoesayKQkxRJhC0xeusqi04ZvSSe8IFtP0jfTMnLrJguF9VXkZpkIzc0zPB7GanfgsIoumYCm/dMEliaYzXYxfHmA4PAUujWEz7/ASP8kWk6CUV9aVr+jhENJzM4cShuqEOurPNziVJa3k7Elhvo6aB+cY9YfF+Y4kaif9o5xovFZVHI01DnKcO84wXiU4UtXmBj8htsTswzPLojfPVzqm2d0PEB04pYkhxP0yKQwMdFBx0wv1yRZG+gYYGJymvnlzTuxsfqVICY7fVMTfpLjl7kz5mOwf4hZmQx2LESZuNOOPzrFXObrl0l0k+Arya++WkV4lsBkJ5dG0qiVfLXSGV+YZGboDreGBvjq+rjsKCbQLWb06DQLwzcleZxkanKIyfmQ7CqmVmt75ufKf3k8eMpz1GfnZN0sAAAQAElEQVQe93Yd0KR/maQfmm3yFCiwNhH0uiWJSwSZmRhjOmHCJH3KJn3LKqVZniGTvongM6tOMjUwxtTEDP7AIqPXLjM6eJ2e8W6u9wwzNDohk4VJemSxo6djRBK8awxPjtE1Mkdw4BodQY2x/n5mei7T19/O7aEJ5icHmJ7u4mbfDFPTI7LYNMHgnI6m65gtqrw/WqRJktbnmZ8PM93RyeToABOyaz/d08mSf4zxwQ76R2eYDmmYBDyzRSMy0cnImNI/TM/QPGuPCIvTEwzJQtRieoIr18bkulsWuwYlARziluykTs9NMSpjyVj7TcbHhpkIiu3+XoKiKK2bxQ4kwnNMD3XT3TUqY1JibbdQ7gtpQtsf+ET5LrwyJjNvu6DMUGEgsAoBNT+IRlIszsWZGY9tTWMPad9MXuSmhVbrnxqJMSm0um5G8Qit5/XLB3oklCISTG7t3xb2M7pX2sXG5FCM6dHYg/qkbQ3vKpkN61fad1JuZWO1ns347vLMTydQCz5Bf5K5qfiDsdzlW4PxFnWLc0li8ixk5gSrnpHHOdUfR9iQNRB4jhHYmWtpYVckxUNf/gDYbOgtTdivtOM+UY/JYiEdsOAtaqK1rZUyewRX1REO1TtxRke4cGVuldooMyMLTIxH0bNl927iiiRTi2gNWehON0ykaHzLLpO2hOxKRIgEkrgLimk+d3D7cxuzDZOzgJroLcam55lJePAUVFFdXkKJLYotNx+PJKp2zSq+Z+F05VCuLxLTEmgi68zKwpKbKytIXgptGjZdfMjOpqSsjJI8L5G4zHhCS4TSdtJWF27LqvDkVJPdxaTJStqeR7E9jUlLkpVdSEF+Ifl5eeTmlVOSKzDm5+OWZNdlNqMm47oko6kU9yd34QCpgI9IYQV2ZxYW3UR4dpJJ2XkcCWiymh5Es5rRZSJK0E9YJpJjiQhzwXzyc1x43Wbx5vl4qcmppmlIiM+HQ8+jF/LpJi9SartWnWzio17QRGleHhVMMZ6A5CZ8z1W1JomoNVeedxcFqRkmBm4zNBdhMRwn7XFjKizAPvAZg1SSZXFR4ckiL7+U3NwssnJqKMyxYYouElILQok4QWsNVV4T3sISckqKyXW7sSfMOJxm1EOWFPykK6EOzWTCnFuMx2zBmvLgdpVRWlZIQXYCU0UjrqVp/NPTzMqOu9VuIiX6F4a7GJWdu/mwTGSSUcFYIxYJS9+MEU8kiaWdWD3FFBYX4PHkkl9QRI4rTSrkk0WVBCFfmOzSYtzOErI9Yq+0gHxPjKTFjlVc1DUXWZKcF2f5udk+RjQmN1I5u4qku6DpqkJTb0+N1KKCRRbxTLLA8NSMGoZeeAQ0eYytdh1PjoXSehf1R7K2pIajqt27imf1uWrbhI56WZZV7d6MfG2blzqhNTbv6Vc8ihR/FsW1Djy5FrLyrRnZNTJrfL4vU39k1bnSq+ger5faVg91h72iT9GynYyM4lN0j3e5LeP/vfp1Mut46+9db8Yn9Rnby7rv8Yv+BsFq5bpOYlC0fC0y9/Quy1Xuc2ORBcf8cjvVBzwSi6pfzbf6XLWtptVty+cldc7Ms2C2yIOxS0+/vkt6DDUGAnsaATWJVCswDwahOpt2L5nSNDlfTGNO5OKuP0x1TTkNrWW4NEk+Zm4z3vER/+nf/2/8Lz+5yqVPfs1Xn39Fx/gCyXw3GSUiT3qYgZiXePZb/Ouzp/ir/X1cHYVITi2lrfWUtxTSVp6LNrogMvlUNDTRWFdKtpntH4kYqeAsU95imYgl0aJxNE18R0hKMqW8R+aZG7omO15fctl7mCKT+Dnax62vbnOn00/VoVwsVhOazKw0bVk2c2624vB3MxSMMRez45RJuFqBXCFbco5gYJ7BhWUZ7slqYlRDAzQt844m/7CnJFFcZPxaN2PBBNFEmoyurAL03CLsF3/M9cvtTC76mQ+mCAqPx+pnac5H0B5jdmSUcb+ZaGE9jcEpkF2ctFlHU8keDzueTns6DalUGslLUSFjHA8goBL6eDSFWiFWeK1m0ORCU28CnirdZbXUHjrBYXlk1WeipmnSQoZ4Ho/QJBP9F7nc30GH6yC2OTNZpiBp2fkPhOyQzKZ84bdEaqpJuLNAxbNCoC5loagcT04OlnlZzIhKvA4hNS5ogJBuTmJ2LTJwc4SpuSARATHTj9JIMgas6FMlGpo8j8nREfxeMyHZ4SMSIJWeo/vrPvrG4tIHw+jJRQKyqxfULUz39JPURpnyLTEzm0LTRAdCmVLUU0xBVjEt1REmEwkCaQdpzYJJ8QCapgFW7MFhxmQH/saoT3bUnRRrfnTS8k+an6eX4PY8uWP48mIgYJWFE5U05RZbeTjZVvGsPt9KdjXf8nlhpR1F6+3lldhQlFtsu2fHnW3B5tCxuUz36nI39NW2qn31+TrfxEZxjYP8MsWjaKV99flK3Ublar7V5+t5V7etOhf7uaWrrtfEcr9e4aBoOdb79cvXVrIKLOiy0OPwmDPny/Wr+VafP9w3T44Zi01nNwc+0fZidBIjCgOBx0FAN2lsuCrrrCGv6jTvtIHNAnXf+Q5t3/kLzu4/ygcNXvZ/91vUeg7wnuyivfeXf8Zbf/3/4N/9zV/xf/jBMU6+8T5n3v1r/uRb7/PDEzkyGJjJe+tNWoqP88GxVs6fr0Z355L99r/lj/78j3m3volzjfUcO/eqrL6f5Y/fKeaVb5+nuroaNzs8zA5sBU188Pq3+evvnuNP/tWb4s9JqrPLeP9bbbjdbRw9XkFjWwV51Ud547UP+bs/OiK7H07yKuo59PZ3ePc7P+Dd8iK+9d4hCs78Oa8cPczbR8vwtr7Bt8rLaT5xntf3mcgLXefCxx/xk//+k2X6ootg2QkOn3mftxrKePfD4zhO/B3fPlrN+ddP03LmXd6t8dD2nQ8p8x7n1JEqqTtM5eF3+PM3K7H1/IrPf7ms6xefDTDMYf7s3/4J57//P/Gvv3OcH/zxG7zyfcH1zR/wf/+3b1B99Du89doZ8e0Q+5vP8Ed/+13OvfYmB8pzyLHvEDeD/ZkioOtkPuQcbhOavtoVO9nZpfztX7eR3/guBxrKaSzzkFdQw2vnD2CVrZ+s46eora6hjCd4PI5qVwkl9Wd48/z7/OkfnOHYD/+Wt8//GX/zgw94/5UqTPEkC8kzHKqxk3PwQ463HueDkw2Un/9z3inSOXL+HJUt73Pi2Lv84Adv0nbmNNUVH/CDs/Uc2H+c8upWXjmcR+4rP+LDMzmYB77h63/+CT//55/z0e+u0bd4iCMnyjj5o29x8NSrHMzNY//b36Ls4Hu8fuaH/ODcEV555QDlr3yfPzrTyKs/+AvefuMv+MvvfJsffOt1CorP8ed/2ET9G3/CK4fO8N3zbZz58G1KbW38xZ+0UXHwLRrqGzh3ppmjH/4lH55+hfMHizj63Q85ePw0BwuK2H/+bYrMeRx78wPOnDzHycPHOPvd93n/T7+N1+NE5/k4YuEk0VCSxC7+rcvzEZnhhYGAgcDzgkBmAXOXx5nnZQx9XjA2/HgJEVCLsbKgzYZfi9OtmK0uvA7QNbBlZePMzsPtcJJlM+HIzsJmcuB1C+Xl4s0roTA/j4IcJy5PFm6vTLKyvOTIiheahtnrwW5xkeV04HFb0XQzJm8hObk5eG123HYbTrcbk9lNjteCO8uNzWaVle4d3hiZEetmO1niQ1626MrziD8u8dVCVpZMnnQnTmcO9W37aHvlMGXCp3y2VL/G0f2NnKjLxpstZBV+Cd4syafb6cTrFF+cuWS7q2ipK6G69ST7Wk9x6uA+Dh85vEz1xRQX5UkcXjziu1fZc+VLzFbcHjd2t1diNeHMysJicuESnXa3E6vTS0Guh8LqQ+w7tKzrYHMdtcU55Bbm4skuJD/LRU6OB7fcgxxPDiWFHmzOLLwel/jmwGGX9vxssePBITuMkqtjHHsIAU1T3QRNdTa0VY5rmEwW8vOdmG1euc9W6Uc6ZrNN+pEDTdMwuVzYrDbZB+I5PMzUtu2n5WALJR4vudInnTn5eN255MsYkiXjhzO7gIa33qMx24nbkYXT4STLJfF4cpGhQPqTG6vdi8vlJSfbI9cuSWazyHHbcAivxerA7TRjcueJXCHldS00ST86dEj6k/SjAuHJ8lhw5WbhcLlxmM04vFlYHF7BMEf0iF23A6s7W8Yrm/QxsSu286Sf5mR5MFvc5MoqiU3q3A4X2R4HbhnbLJqT3FwnVtFjV2OY2y59W/ngxuOw4JT4VuzZJXazZsbpyZI43LicLrGThVd8Muk6z8thtuiYrTq6iUc+DEEDAQMBA4GtEDCZNSxqnJFyK76dtD0/o+hOvDZ4DQR2EQFtRde9k5WKF720klWUT0lVIfaVUHMbqJAEqtS9UrFBqZnA7CEvz0tOWS3F5XXUVVZQU1uzTCXZkgRbNhB8eJVKcp0FVZRXLeuqKiukwCP2Hi66dzgyqwh7x92n6qmsrshLFlgUSE/V8q4YU75v/FUaE3nlheQX5WycdEqiY3VlU9pYTbbVjPmxvXHiLSilVHYuq6qrqCgvIsuqsScXOZ7Bo6DLJEtNuPQ9CRjGsbcQMLzdSwjIeKT+VGfDTYAdxqF0qD852M3/OkXfoQ8Gu4HAC4mALPSj6IUMbougdJOOLqvS91h0C2aTCfM2RgaTrMrbbRYs22G+Z8A4kc8EA4SHILCcHO09pJTf6oNaletD1KWf6NLf1tdnrmWhRDNZsJpAwzhWENh7T8CK50ZpILBzBNTfXCtCDSAy209JB0jFE6SSKalKkIwFWJybYzEYI6b+jl1WkFKJKNGAD18gRjyVRMmrMUgERE5kM24kSCaSQnKheMLCP+8jEI6KjBiR6tUv9Xe4Yl6pWF39COcp8SdOOJx6dF3pJKlEjGiCR9dBSvxIoP4vTRXbIwSyLCJQKflU5m/+l6se5z0p9zARF9+S29XycL5tTN0ersTgMBDYywhIP5UOLwNGam9Gocb/DO1N9186rzOLB8bMfeP7LuDIi8wOiTrZmOu5rVUrrmpSJXOt59bHveaYGttkdN5rbhv+GghsjIBMOFRi8OAYkSbgDxEMRCT5ihPz+wipHxuamiawtCRJTYDwwgBdtzsZHB5j2h8mGAoSWhhncmyQ/oklQnG5DsWISBKVjEUJzUwTkiQumZhjwednbjFJKh4mMnKHnt4+Bscm8QdCkvKsdVUlG8lECjWerW1RVyqAlMyZFEnPlA6q4lG80qIYSEtWmc7UR4hGfYyNx0hkEqGUtKWFMmwinBI9d68z/KnltnRCEsEIsViCdDxCIuRjLgLqF30zdhSvqMjYkOxTLh+EU9qVsgyP6EvGQ8zOhkVXgEg0TkzFJ4LLPi+/K5GHkvpc2qXPb5NZI/M1bykfanebDEZSt02gXnS2lzk+1T916QmyWL7nYEjLUKYGrURUBiV57bkADIcNBF4gBEwmDZNFQ5PxBON4LATUctbajgAAEABJREFUuBaPpYlFU8i89LF0GcIGAs8DApJDIBtrQuqZXv+BnaL7crskbX3MzUwy9Nufcjs0w6Vf/zNXb7UzFpqTHbkRBmK1uCd/xsXb/Xzx+2/o+OYCN0zllGepnf5+OrqG6ekLEJycoOPHf09HJEJw7As+v/INv+maJRmKsnirj2ixh+nrF5i6eVUSv7XomCXJMFt09MzfNq9tU50xGQuyKLuDi4Fk5r83SUQjhIMREnd3nJIRSZzCMUmclgiFRrhzy0dcdqSS0aAknJKsxUWnJH5IohWQXce4JFhJASYmSWo4miQdn+CrL6/Q3TNBRPyNhZaQPJV0KkE0KEmpJGVx2b2MR6LEZdcxLMmfXIrSdS9JCCPhCCHZkUxGwyxFUsRu/ZbLHf10TIeIS+KbkN0yyaJFdxp1f9ZpWHupkfkmRebv4Ew89mESnC3yeWHaBV0rzhgfPStIGOVLi0BKVnqGOkN8/pM5Pv6vM9ui3/+XGX7799P87h+mt8W/ovej/zS1Yxll57f/eWM7Nz/3s7SQoOfqkvg/i/Jrxdb6UrX9fof+rtfxu7+f5qP/OLWjmFd0ZOwLbivX60vVrmJdX79r1/84w+c/m2NqJEbfzeCWMTwuThv5fPuCP/NrepkJ6vrP85e2960LXD5VQ0sJOr/2celXM3z9i+3RxZ9PZ3gv/vM0ijaV+/kMX/3TNF9LuZ7n4s+muShtF/95ezbXy1/+1Syz41HmxqJ0fb3I16v13PVvvcxW1xfFxzW+iI6Lm8UnvBvFdE+/tG8W91cqbmnP8Ep5UexkzreJveJdo0PJiR5lT9FFOVc8O6Xrv58nOB9ncSZGx0UfD8grfLfSLW0KLyWX8U/xK9+2QV3y/M3JvUwYv365roMal4+DgCZJgckKandGkwWgtbp0qrx+zOYxri0u0REsoibUAQU2phZNzA6GJBkMsTDez8iwfJakZ5jRnYTMdZwtzyYnx4VNkoPAwNdc/ug/8t9+8Us+7Y8RkR2ykXEX9rkpshP9jJOQvGyeidFBhufi+GMWSd7WeoKkLspXKVh7pJkZGefKr3/DxNA/86sbI3z56Rd03LrArd5OPv6XT5jv/kd+eW2Arz/5hNtXL3B5IU0qIVnc0M/59HoPFz69wJ2v/4nf9t7g5z++zNhQFzNLU0zOTjF84xq3fv7fuTi/xEwwQULkInMTTHZcp2tpXsbUX0rS+hlfXL3Gr3/8a27+y/+Tj4aH+fg33zAwPIVs5i27m4rB3Od8drGDGzeH8E10MDF9g0tdIcLBoOx6JogHBpgcuc7vby4SuflPLC7OI+tHy/Jbvcs9fBCXrQQe0rbL+vSHmDOaDQReeATUJFs369jc5m2T1WHCbDVh91i2L+MyC5YaFod52zLKJ5OsmJms+oYyVvFDlw8Hq9OUabd7ttAt9i07tK3sryaz3YSmb+zLar6Nzu2Cr6KN2lSdikHFahM/1fVuk1X0WgUvk+Bl3gTPFZv2HdzXFZmHlWabTkpWBTWNl+TYeZhq8VbB48k2kZNvJqdgu2TJ8HpyTHiU7CZy2aLT5dXJkvIB3UWWTH12vtjeRP4BmVV8SrfVpqFWXl1ZoqPQnPEpI1O47F/mfJXMVtdZuSYU3eMRHR6JTcV4r26bupRvm8Wt2u7pE59zC3bmq5LP6M6TmO/6o/B1enWy717f07+D66w8GcvsGjbBVMX9gA7xNUfRZjqlLVcwU3JuuR9Zq/xTdVuRW3C2im2jr+68DxsSWyOg6aDJDpimBjpWHxrZpVbS4XHG2vtYymsm2t7OginJ5LwsGI2OETXpWF1OFoLZFHhlfPCYSOkOsuxmGXdM6KLU6i2luOYAzXW1VHiSmJK99IxFiIiOpH+SzildchIrbusCcW8hSWchVtYf6eVdqwcWH9PEImF801ME/XOE4mP09I4z0DNDOBRGMlJCg33EzFZc+RomPcr8nPqWZQr/0AARTcch/dCaGmW8t50eRzX27CK81hBLU8P0yS7j0uIUUxEzaZMNq8WCQ3ay7OYoS4lxOiZMaOYSsrU06blRfLMhzHlFWBKLstkWknSVzJFOJvB3txOwmLEU5OPN9WKzWyAoeOhWrA4bFk8OmpyHRjro7Pdndhx1LSP+1N5kDRPZU+CB778+hgf6Y8gaogYCLwYCmob6j0DLGpxUNLu2Ry1uqva5qWzZJv9dvVX7PVTePd+urUplR2gj/vxyuwxQJnJLbZQ37syXjfQ9rK5Sxb3fvT2M1sepsFK0vv7etcLTTfm9692Pp6zeiVM+DLMLrVvHsKWfj+ZXXqkdlYBrunSbp/zhIRb3xktwsdpNlFTbqdnvou7g9qj+0DJf/SE3da1Cm8kJX33bxu0ZHW2iZyv5zfRKvfLXLcmAohLxv05sbdf/DflULOt1iG/1Qg/wKz5F4scDbapO2jaKu1baHtAnvBvqEN4N64Vf6c5gv8IjdQ2C83K9YLpSv1m5QX1Vs1P6qhlPjoWyOseDz4LY2NCf1bru8tS3ig93zx8qI/IlNXbcWWb0pz3L2xu91PDyURGQJCkpu7/q78I2UmHJL8eWduCcn8Fba6Z72EF2bjV1WWEssVGGY1aceWWUVOZjSsozmgpiSYxy5XYP/bc7mApGSGWVUVrbyv6mBqo9sis3epuAMwtPbQVuSf6mu2dJaS6yC8soLzDjtSVI3v3a5IpPKtFIpSRxEn9X6pZLDU2LkxK7E6Pgsus4zCli0RiRlJwXFGJ3uMXXCJFIknjaglNPk/RL0mexQTxKNBInljbjsoCWDEty6CewOMnMwjyTixFiyQChqE3iChKOhAinNJxOp9i1YLekiEaDxMQ33epGvCcnr4AsF5hNKVb/LIJM60glQkQCS4RiaRIODw6Ez6ETD4vehAuzxU5R7CaX47XEdQeyti8cT++lkjr1LKhyt6zqu6XI0GMgsFcRUDs3DpdJVnMsZOVbt0U5RVbyymzb4l3RmV1gpaTWQW6JbUdyBZK4KVrRs7p0ycRDff/d6THjzdvaf5XI7NT2alvqPE+Sx+Iax478V3LbIYVpQYWdbMFpO/w75cmWe+vJs2CRHTO73O+dyj8uv7pXulnDODZHQJNJtNohcWdbyJHEWz0TO6GCchuFQpvJ5BZbKa6yk1diZSOefOmbecKzUdtD62RXyCrPls1hwpNr3lD/Q3XIuLLCky+r9vkyxqxcq1LFVrCuTtU/jDaLO1fsKSxU+8N0bNaudBRXrsVUYZjB+VGxFL+y8i2osc0qkzDvY+JZJP7ly9i1WQzr611eM2bZIYAHZrWbP7xGy1NBYC8bUU+T+maQ+nvRDeOwV5JXeJCW2iLqKkME8k/SWn+Ktw6WUlPuJqAVUFKUR+uxCszpLLItZvI8Ibp7hxntHWAubMbmceJ2mzHb7bhLKnAs6FTub6HptfPU1dZQGF+S3asycvMP01pioVTko6uzIeWYOKq+NbGRnxb1LReniaWA7ComcqirKaCyNherx4M7O4ecpkN44xECsxpJ8qgqdpHrjGBvbMaVThKeTcuOYzX1zS00RgcIyg7drC9MyplNdoUknrmiw+Sg0A2pdAx/0oLZU0yhrYq2mjTJ+CiLmglrSROFJWV40PCIXbPwBucnmZ6aZGZ+nri02yQpjEyMMzcfkqTNTX6BDVNeLrZEHMJxtFSCfPMMs6UHSFud6GzjuIvNbgwNmphTyaeEIGe789pWDLtjytBiIGAgYCDwbBFQK5BpGZSfmRfP0vYzC/rlMaySUl0+VdWH9csT9ZOJVE0oY7EU0XBKdhKebsdRP84SjYjdxNO1+2SQNLQ+LwioCbzFpqGbZJBgo8NE0b79tL75IfvcLXzv2wcoKHBhrz1Nw/E/4b0DJzm/z4Sj+CxnjzVx5MxZWs7+EX/+vTc5970P2Jd/lBP7KqhvcOEqLmP/j/6Go+f+lHNVxVQ4C6mqPcC7PzhB0Wtv0eR0Ubr/PHn1bXgta31R3yhRixqqXNsCDncBVc0nOPtmLTHZWctvOMXJ8x/yRtt+DtcXYCo8x2uvn+b977/HqROv0VbRwpt/epaSitd57dUzfPD9dzj96ru0lh/hgx99wMnX3+Tg/rc4f/I83/vBu5z7w/+R9+sLefWtNzl+9CBVdfV4G0/xWpGdg299hzNn/5gPzpzgnfePsO87f8Q+k4l9x0/hTfsYufw7Pvnkd3z2xVdcWjzI0TPnefO9V9jXcpS6nGbxqwBnwxu8cuoopxqycWEhlqzl2L5s3A7T+lAfvE6DGpeSMi7sxjxCk8dAYazKB409Wo2ofDRBQ8pAwEDAQGCvIZCZcGvP0Gv1oaBWRaV8hl4Ypg0E9gQCahKsiN1cyubhh82uY3fqmC3GFAnj2DUEVCIQU4sFmZ9q3IsfAhrOLC9l9c2yG3iCD19vprrUs2v4PI6i7KojtJ77Hh9++D0+eP9bnGvOIdtp2kKlCXtRNZVvfJdXckx4zFuwrjTJ3EHTNEyyi7+biRi7eBgj1qOAacgYCBgI7EkEtKc8OXwAJA3kMwHj2AQBmfWorycl4qnMiugmXEb1S4CApmmYrTrqK6266ekGrGma9FMN5IVxGAjsEgLqcVLPtK6rM0W7pHiX1SQTKeKxNKnkg4mnbrZi9WThzcomx2XD8rT/EG2TWHWzDZvdhdMl5HTikLEjA/Mm/EhWZrbZcWW5cJi07X31EjnktmlCcvZcvoyk7rm8LYZTTxOBNOnM13uSsqW+xm4qStA3y8ToJPOhJCk1viXjxKNhQqEwkUgM9ffF6cQiC5MTTM8usiST0WRsuT6ZSqG26mV2Cup7f3eVpyJRkvE4KZnApmUGq/5IWU7vtj6lIh4gHIsTVQE8JZOGmWUE1GO0fGa8r0dAYaP6jKY+jdd8cEofjYWZ6e1jbDrAkjy4qv+on8qOhkLSH0NE4knpxzEi/nlmxsaZlT6r+mJKVsVT0v/SQpnHXfU56cyZPhdPkAxHCIsjYoGUjAHqb0nk8iV7RQmFYwSDahv5+QldlxmKSug0bc3D8MQdTMhzoL6CmZCJ7RM3Zhh4eRCQx/hZPM87BVjTNFTf0zRxmHWH1GkmMxaLGV2dr2veO5camqax6TdhefJHSpLmRDwtnzu7Z0uGzN1TZmgyEHihEFDJ2vwsg0PTzI/e4tbwErODI8zPzjAXiRCR5C4ZH6e/d4zJqTkCMjkMLCwy232b2WSAkd5BZuZ8+ETHbH8PszJjTRJjrrebifFJFiWxigfGGJoBmY8+GnQyM1WTYDU4iPq1OmR2mkgkSIjyVGYSmyYlGWRKEspEcEH8lQmwTF7SMslNxBKSZCrxFEmRSSaSd69VnUG7isADNyqj3XhTCAg28kjLc6pOVMUKJYhGl+i+NcXsWA/dfWOMjI4RXByjfywsyUiYqPSnyZExhvtHWQgECYbjhIbaGZ/3MTM9ydxYPwO+KOnpm/RMhZiTTC46N8Z07y16AikS6TkmJpbw+RIrRt2aeXIAABAASURBVHdernd7lYa09D21mJNY6Vuqf6qk8m7SmZJ+l0mpJPlMqzrhT0hdTPilE5OQPiyvzAKR4o3JanpadKSEN6EWk6RMRcIE+vuZDEWJZJjvOiCgKhmVCKflPC1tKbGTiscyetPpBWZnfExNRkinEoi6TKkWplKKL5kgpirvqnvRi2WMQJUveqxGfAYC6xHQZefKZJakx8gQ1kOzq9dp9XkhiV1KxuPdUmzcst1C0tCzZxGQoQvT3UFsTRBxH0FJiBZiVkxTX/KbrwfpvXSJ/sEuBpYCMmkMkp6/xJc3fARNLrJz3KRmphj87DcMJie49umXdHQP0NvTSfunn3A7kiKemGXgxkVud8qOw8I04fmbXB5Ads3WWN7RhRoYkpKcyYbjfbl0gmQswPjkAguzUzJRXWJh3o9/aox5fxC/+OmT3cal4BJLC7NSFyAQSRBYnGfJN8/8gvAuhu7rM852BQFZGNwVPS+yEvUBp3ZJ1HN9P05JKhJReqezccVG6L56gxtXLzM2fosLt+aZWogQDw3T1d5H52AYR3ExWaY0wVu/587IBF09t0TmUz7vniN45x/5zc1JBufDLIx3cOfyZ1zpD0nfHKSza0YSu3v/he198zs5kw/qB9nTLM3OMT85xdz8AlMzfmKRgPS9GabmFpkXiizOMhtJy5gwy9L8BJOyeDQ6OSvJ6Bgzi4tMTfkILvkIBPzMzcpi0ewEC/5ZxifmmZucYdHnY3ZWdH/yGXfml1iUycKKH2m1cDM/zoIkuks+P6GlRenvYfxzs0yNz8nO5yST03NMDs8R808y4k8T908wu7jA5JyfhZl50T+HX+1+7uIEZMW/rcoN4dxKYBfa1I9EWO0aFqsxRdoFOA0VqxGQlZtELEV4KUFgIf7EaWk+LuOJ0A5sRYIJ4tEUcZmzrPdxSfQonevrV1+rdkWr67Y6V7yKFM+KflWq64eRktuM96Ftgs1q/Rn+dXWqfaU+tJggLeNqVMbBoJyrto1I+aNkNmpbXRcTfNX4pmna6ifksc6NEeux4DOEX3QE1Pe0nYU1lB37kKaFTtLRbjrvfMbnn3/FtcEQ3Bkk+2gz+bU15LpdOG0KEbXSP05UdhFGxwboHxlhbCLA6EiSxNxtokUOZkN2ZvtEXrE/DslgoOsy+bDpyOl9Tckg4flO/uFnPXRe+TFfXL3Cr3/7Fbd++f/l4+Egwzcu0z89zZ1b17nx+W+4LruJvZM+bnz6Kzq6vuHKrZt8/cWN+/qMs11BIDOA66Jq98ZwUfbivNQzrCbULo8J9VyvjkzTTZid2eQ2vM+xrBR56WE6Fybp/uwn/Pj3PYz3XCOeV4ij+SQVWR6yPJZ7OvyxIGPTE4x2DtEzNsbs0JAkL134pN+MUgdX+0jLrtlqe490romUIinWvmLc+t1nfP3Jb/i6/Sr/8A+fMTHSQf/wZ/z84yt8/tHXLLR/yi8H4nT/5hfc/uo/8J+++IT//88+485P/mf+fWc/v/jH39F58VdcunWNX395h6mL/yu/uPRL/uf//BmfffQzbtz5io8G08RjMdYs8ChHogG4/TO+6F/g8mdX6b52gS7/CB2dPfzu//djbo5OsqD4FnqZu/kz/v3NNIs3f8zHV3/Df/7tDT7/7RWmhn7JZ7f9ktjJrFTxPiXaEM4nbDsZT6Mo9ZQT2F0Py1D4XCGgFqrU36rNT0TpuLjIV/8088Tpwk+muPDTKb766TTbtdf5zSIzoxGmZIHsQRmlR/Rt4fuFnygeRduL74L4pihj66czfPlj0S9l5noLO6r9S4nv4qY802wWt7L3pdhVOlZI+a1o5XqlXOad4trv54kEkgzdCXDtN/OstD9QKr2KNvVrGZcuwdk3HSMt/3brQdV3S5Ghx0BgryKgJtpJmackZQVm4xjipNLzzJsLsel1HDr6Pu9/+C7nG9xYLMiHv8yhMn+sc1c6KRcz43CwGXyL6LIbZj7WQmpwgfEvbzEeDjLhG5NBsw+Zat0VegKFrmMpKKb4QBtOk4WkH5wlrRxpyqehogCXfYqxsIm51H7OVBXRUjbM0HCUKSGnzUlhdRnGYSDwNBFQk56ETKiDS0k2n1Av4dfcoGVRmV/Owff/FX/9/eM0luVi05AOKf1PivsvP0vpYrR0Afu0r/jc/n1q9CjOgWuMDo4zIh/SkaGv6ZJkKKAGAx7tUKJqdTumfoJf7ZyvV2PJxZ3fTF1ROfujnXR3XuDGeFR251LoBR4s1UXoHV/SEaygyOSgOSefsrJaSovyKSjeT2WRHWbHmB8fYF5Lseg+wP4sMwWV1RTVVlGck4UrasWlfihAElqT+f7Hu2a3YTnWSqL/S8ZlHEgJfjlT3ZIgzmKOp4iLr4qkWPua62VqcZiOhJXFSCVVJXZs1vt61zK/OFfqq2eKdFkwe3GiMiJ51ghoMj5ZrBruHBMVjXaaT7ifLB1303BYbBz30HLCs7Et4Wk+7ma1L6U1djzZZrILLQ/ItGR0eR+oXy1ff8RF41H3ljyr+ZVvijJ+iD/7T3vF323IK95TXjJyG2DZeNhF0yZ+7DvpYb/Qaj+aJbYMrdPVKBg2trmpO+jCYjdRUGqj7pBr0/hULC3rda/TqeyW1zvw5Jgxm+XB2KWH88UfnXcJKEPNi42A6lJqwF0fZWCqj84v/oXf/uoWjqZa7N4EMyPtXP/yay7dHGaq4RCpW5/Q+82v+fzaHW4MLIJKDifCmEqaZVAso7Qsl4JaL9Hxa1yfrqSm/CRv1dkoso9xVWZYo5d+wu9+/RN6h0Z29YdL0qkEoZkehjv6CSV1bAWF6BanJHNmmZipXYw8sq0JbIlubvR0cmfITY5LJsTmqEyCTaRt7vVwGNePi0BaFgCEdnFh7nE9eu7kdemI6o/XpVjjW0p2m3x3fs1vf/pPqCRDK67CGfQxfvsLLn7+EVcW8onKYkqg/Rf88uIVPvp8QHaV4qTTM8R1G253DW3lWTgqTlKhLTI2HCGsl/HGq7W8ejDI7YEkY7e/4fKn/8ynFy4x5tswzVnj04MXGmrLXN1i1h8RH3Pj3XRPjDJqKyU9HkJPBImFlwgmJGEz51I8+VsWSqrRnF4cZjNWqyRjFrMsHjmwWXScRVnY7BbSvpAsJjlwuDTMKmFTZDJjlgfL4grKruU08/4Isme37IVuRfPspyY2h7fYAdkONPVVa10nGF7EH9YJLywSjgQIuNyY+29ys32Q+YQHl9mGJ+wjKsm21W6+t/u5rPjFfNc0DU3XQF4Yh4HAbiIgs26nx0xhhZ2qZueTpRYntZKIVO9zUSXnG9pT9YpW+VJYaZPE04xKOB6QUbyKVvGv56k74KJmv9jcgme1TPU+J4oyPsp5pnyIjYy84lmhDWzViB/Vm/mxgVz1fvFDKKN7lb4awVDhWFprR9bH8eZZKJHz9Xz3rjfQfa9tld6CCisOt4ndHGd0nvhhGDAQeL4R0MQ9Td40Td7k/N7Lkku+7HQ1VuWTnVfDwaZCCltaKC2totzrwZOVjaXwAE3l+RRly+THYSenqJDSY2cpzTsoO1/lNB/YR11LK/UlFRxqLqC89RgN1U0caG6iseUgRfmNHGrIIj9XJmtWy272bdGloZvtWB0V1FSVse9gBUU1dbg0Hb2ogbLccg7WVNDYXC6JnhunrZiWI6007W+hqryYwhwXL9qRlknvM41JPWIbzvifqVfPjXHVBXVZtbTY5KNJYXXPMzM2exaHjpVQUFxMdX0lZTWN5OfXc6gxi1y1S5VVTVVlGXXl2XidDjweO57mE9QWV3OguoSG1hbKG09yoq6QxtZGyvYfpa5hH4dbamg6cZw6bxX7W8qorM6X3S4nFtMaB+55stmJ4pa8CpP4r28kq5sxWxxkFxZTf1LsHXiFw02tnG2ro7mqQBI8K6awiaL6XOy1R6iuqORgXQG5zcfZ79WoaqqjqOk4TS1tnBCfK2tqyCvcz1HZeS8rqyQnv5SGGifulgNUeVOEh/voviHJ2Y073GkfYSqSQ0XTIfa1VFBcVkZ26T7OnGjmwGvHqMmrkZ3OQiqaa/CWtXG23kFuwxkO7n+F1w8f5ExrLZWVFeS5TJjl1mAcBgIGAjtGIC1jfzySQv0NvNWu45bdsCdNXklAPDnmHdlyus1YZAy2yK78o/j3KDZX7Hh2ERNPriWTmK7oflipcFK0ns+ba84kcs67fxZgd8m985pYz7fTa/XftaiHKCVr6arcDdJ3Q4mhw0BgVxB4hkrUZFLRGhes+VQ0tPLGe29w9vyrtBTYyG88zqETb/POq6c5fqSRfL2AA2fOcejoGY4019F6qIaKs29SUXOcA3lu6uoqKCpvpNxTxclTRzhzuoacHIckgw0UN5zjROMx3nr/Dc6df4OKkmKspjUePPqFZsZsz6Vx336ZzJ7lYEMV+2WCWFrfiEcC1UtbqMrLlUlgLXWHXqGtvoV9lV6qW0/Ssu+wTIJLKc+38cId8qH6zGLSyCTa8oZxbIKAejblU8kkmYO2BigLTm8Rr/7he7z+wfucPVBFVWEp+dLP3vv2G7zxxhu0VRfTfPAgh06f45VDkrAcraDoyGuSrBziSG0pdfsrsJUdoLVQp+LYEdrOnWBffZksZmRjKT/LK3X1nH/vHK998DbHWvdTKKvp7PBQyZzZDGqTZ62oTnZFjfhwlGMHDnHuZAN1Z1+jdf8Z3jrVxpGWAqxmG/aq1zhU7iC7qo36mlqONhaTd+AMbdkatfubyC9vpaH+IKdP76OmuZ7C/FZOtxRJwlVDXmElzbVuSepOc6wpj6xkAP/kFFOT08zM+mQ3MI13/0nqy8soyy8lr/4Erx9v4fSHb3KotIHWfbU0HjlAcfEh3jjbxOE3/4hXW49x/mgLR84cpl7wyXfqyK3hZTjUL1+mUy9DpEaMTxMBldApShl/r/k0Yd81W7ImjtmiocrHVZqS8SWVTJPexWdBPj4f1y1D3kBg7yOg5vpqFW3vR3I3ApMTW1Yt7x/PpyDLcrfyxSkeNRJN0x5V9PHl5CGT4ZuMC8/QjccP5ElqEIQEJzXhkeJJGnrKui00n9xHy8FqPBtaNuPKL6b1u29Q53Tg3JBnu5WaMOZT3XaSM+++zdvvvs5r59qo9ejI4ru07Z2XSqoU8Qx22NXquZp87x20DE+fdwTU2G93m3DKgpHaBXve/TX8e7IIqOTQIoOy+nbHblkykrrdQtLQs3cR0ED90lk8JssmezeKdZ5raLoJhw3U3yetazQuDQSeSwTUBD4eTRFaSu7W6uVzE6fJZsK02Va8bsFkseOU9RdNe25cfqaOqNXrSCiF+tGcROzpp/hqoqUmXc8UBMO4gYCBwAuLgPqveyKhJLs5vukvLFpGYAYC20VA5gvqA9xi2YPdQbYX1X8onJCEVE4fiNiYHz4AiVHxnCOgmzRMZuCle3i1ly9kNj80XcPm0HG4TJgs2uaMu9aygaJnZHYDT4yqFx6BNLFGlPlkAAAQAElEQVRYknhcFpfVh3kiQUJO40tB4tEYyWSI8MIQnVeu0TnswxdJkpJ/8dA8c4Od3B5cZCkazcgnE7K3nRRd4TBx0ZUmSCQcIxyS+niE2EQnd653MjDpY0nZe2LYxiSmAJNTCfFfJlqPYicRIRHyMReSxfdHVPEoZp+GjNqttdn1XR3f9KfhuGHDQOB5R0Ctjmt7sTfIpEP5rssEyJgRPu9PmeHfwxDIPMuS1FlsOur8YfxG+wuOgBrfdNDkH8ZhIPC8IPCofkhSkpRdZ7UIq/6Waq2aNIPtQwz2juFfmGfimwv0hhdp//ICXT2DTId9RBaH6Z51kBz9nOs949y42sngrRu0R2zYtTSaNs7g4DQjI2HCc3MM/v53DMYkmZu5xdX2Di72+0mGIyzd6WbenGDs9g1munuIpNd6suVVOklKEsNgOEgwnCKRFIrHiUXiyGlGNBkLE4vGpS1IKDRBZ/uSJJvpjJyqj0vSiSSbJCOEIwnhk7ZkXJLXCFG1QJ2Y586tXoljnlgkSizoZ0lkUipRjUiiKAoSqbTscImNSJBoIkXygRiSGdl4LE5oapLJazfoCCeJit1UTHQKLvFEgMhSD19fHGPOFxMdKZISS1QS4JVYMgE9oTc159Rk7rabn3UyXD4hbw21BgJ7BAH19zv+uTjjvSFGu4Lbp85l3hEpM7QT2bu8Ix0BhtoD27d5V27Fz9nRKDEZWH0zMSZ6w4+sR+kb7liOR51n4ll1rerWk+JZX6euVb0ida5oeIv4VvMp3q1I+TeyLv6t+B9o6w4y0R/KfLVvcSZ+D6uRu3Eq3YoekNvApvJb0XZ4V3jmxiOkEmnUVwyfwZ8I7ZHeCHH5UJ8djzHUEWLgTnBb1H97Hd/667t6HuC7W5+xs4FM/611elfzrz5XskKBhQRLQpNDkXt+b6hDeDM2V+vY4jzjt8goXZnzLXi3o1fp6bsRoPd6gAHRu6WMalf0EJsZv1b4VKlotYxcK7tb2lrhF96RbtVXl/Ec6wuzIpuxo/iE56G+C1/fzeDDYxS+1X6p+xf0J6SvPjBT3DP9yHB07yGQnhtlfnaIbknIujrGSQYHGZ8YoGtwjompRWKhOcbnU4RGbjM8NcadgRnGJsI4cwopzrVjM/kY7b7D9a++4dI3V7j4+S0mJKmZHp1mrKeb8elRfJK0RCbGmE+EGO0fZnZ8BsmXtglWmsD8IkN32pmevM61gQV6u/uZGOljeHyCrjv9hCSBvDM4RV9nLyNDPfQv+pmaCJGcaad7aIKezj7G+tvpmh3nzrVBZiYnWQwt4fcvMjs0xPDNWwwuzdMhye30jF92J334RocYlV3HodsdjI320D0wSvv1LkZvfsGd6Sk67gwxOxe4H4dKEEdu0Dc2wtB8kIXJeeZ6+hiJJknEgyzOzzDcNUB/VxfToVHu3JllKRhjbmKE8WHxW3zquDNMPP74P0u5TWB3jc1I6nYNSkPRXkUgKUs8i5IUqcn3sCQg26Y7SyjegRt+FA3dWr5WdduhIZEfFJm+q36Gbi8xKKTK7ciu8EwPh4mGksyORiRJCTygQ9lY4d2qHLoToO/ash/Dcj5400+/xLWVzLD4v1G7klOxqDYVT/910Ss61fV6GhIdKqldX7/RtdKr9GXaRN+QrP4Nr9wvuR5WtHK9STnaHSS0mGBhKpq5d0Mi0ydxDik/doC/4h8WmXv2N7G3un1mOCKrgHeTur3aWZ6w37KISiSYYrQnTPe1AF1XHk6dlwN0XlpClYpflR1Sp85XU+elAB3fLNG1QZuq67y8lNHRKTYzJPztF/2ZutV6NjrvEPvtXy/hk8UC32ycke4wik/ZvHNR9Iouda1I+adsqfPtkOJXfquY7nztR9nZjtxWPErfrQt+bn25+ND4lP3t+Kt0KhwUv/J19T1Rvqj69XWqfj0t8yzRJwl1yJ/MJMmDHSE61P0RHNvlHipdK7bWy6++VnwKL1Wurn/Y+Yg8fyo5zyzAPOFn3lD/EiGggcmqYbbq6CZtXeA6lUVxzLLbdmtshgFTDUVTd4jnWZn0JZgZ8BGXZCWyNMfIpIbdHiTudBKzVnCkyIXbY8di0kksTsjiZTvtPQMMLaZJJvz0jVqxzs3iiQ3TJ4vAaSKSnI0yFbMR0r2s/3azWuhWz74aj9c6mcY3NUvHl5eYHvuKb/pH+OrLa7TfuEnf8DA3ZefQ1/kbLg3O09/bwUh/J3fmREMqQbz/M64PTNHT18tY12dc6LjJb76ZYdG/QCQ6x9TUOP3X7tB74VOuy66ZP6nLziOkgz78YwMMhqb5+pObjI5LDP2DXPn4Il1f/IIbgRDtVzuYnJ6TqMSWvNJiLzF6g+7uW9wenWNySS3OpDGZpTEyJjuAQ9z86ibtV+4wrkMqbUbXggzduS2J5g36R0e4eb2fWGz76a5o3vFLPQFa5m3HopsKSDibthkNzzUChnO7hoD096wCCzUHndS3ubZPR9wZ3qp9TqpanNTuUL7hsJsG0aHk61pd1B4QOrgD++JraY0Nm1OnuMpGzQEndSJfe+i+DmVjOzHVHXJS2ewgI3vYRY3oUX5tJat836g9g4X4otqUvoyeVmcGK1W3mhol/gaJY3XdRucKnyrln2BUL1ip64Y2932d4nO9oq10iVxVkw13lk5+qTUjWyd+Kb11glkGf6V/Kx132zJ+i+8b+bpZXXG1LfMhpRmj7qZdV00idLNGXrmd0noXZQ0Pp/JGFxXNblS5zO+krF5onWxpg3NZp/Av863SLXXlTcs6ykVOkeIvqnFSJnJlUrcVlUp7QZUD9ct2Do+ZvDK7yLkobXRSXOvIlCvyyk9la+V6O2VJrSsTX2mdE0XbkdmKp0TwUbGViN9l4uNWvOVNYluw2YpHtSm/FA5lGbyclK+5J0qHi4qWZYzLlN1NSOlQ975YsLe7zbiyLRkMK0VfqdItGJTJ/aqQa+XbVroU1pVis0xi2IpvfVt+mR2H2JaZ3qbPqtFgILDbCDiqskgtzrB4uROqmxi92M9MIsmcT3bWZMcuYLGSVVZGLF1CRY6L8ixJVNJRgrIbp75mmEylcVUf58S7f8qPvvMur1fFsUSv0TXpxx/wE/YtcKtPQyObsqIotvJydG8xVtYeyXiaeDRFSvStbVFXUp+Oy+KbmWzXDFPTIUYG45jlX2l9JbGxEPlFOdS0FZJf6CY1nyYlMcyPBsnK9VLTWkhRbpz4QD/zzSfJqWym2BUlMDlEd/8MKRuEkg6sFjsOmwWv10l+gZM0EwwmK8jOPcy+gmxKbFGSejl1jc1UFWrYrQlW9tU0swXH/uPkz46yODImu5VmnC7ZybTpEOiju2+Myakguq4Ttrlw2N3YzaOMT/oYHohjSmiU76vFbDHzJA+ZeqI+8yS4XTMjEe6aLkORgcCeRMAiK2d5RVYqZXKjEpKdUtNRD03HPNQdcmeSu53I10gSsf+UF1VmEguVTEmCuF0dhZV27E6TTCJtVDQ5qRX5WtG5Rn4b+pR95ceKrEqYmiWmnepR/EquvnUZC6Wv5YSX6v2uHWOjdK1QtSTOSo/CSCWJ1fudj6jPnZkk5hRaM/I14pfSq+JXuhWt2NztsrDCjsWuo+nSTTQh4/UAAvIZm/lhjPxSmyRgTsqkT+6U1ES+otn1gGyFTOwr9z1Yv5l+xV/b6skkU5vxrNRXir26Ng+eXAvuHDP5kpSqtgpJPmoPeVClun4UKhcMqqRPq7L6gIeqA+4HYtup3qr9bhqPemk47N1WfNvRXyk6FQ7lErPCbjsyG/EoWXX/imsc2F0mnB4TBSt4qnsodsobtvlsCF9Fs5Nt8wvWyieVlDvErq5hHAYCTw8B1z5yvftpzk1T0zLAV9HTnD30Pn97zEVV9hRfz1uxuUt5/S0vE2NmUjPT2MOX+f/8h1/xq//wE65NLbCQuu9uOp4kdLGLnCOtHPyz79BQV0b6huz+aVbsJa/zSs40VXoPsjF2X0jOzDInsspnlW5a3wE0dFOERHKO61fiknhVcLDWSn5+hOkERK1ZFB9pINTdw6VfDzE4nqS4OE1irJP0/nIWZTfv6kf9kmR6qGqrp+DyT7n9+19y6dYdBgJxFk12gkuTBJbMWBaHGB4bpXcmDDhkfaWZY9m9DPT9jC9kJ3PKXINHWjZ8JZPEh4aZzzIRkBQ2HVoikZrl9heDTA5PEZW4Inoc31JQkl2N+NRFesdzyc9yUFQYYSqRJoRLcq318W9o7ZEr1besQgHxNarSu0dWs0ZQX3NlXBgIvIwIaBq6GdRAZrHq7JTU4KdI/bjDTmUVf0ZW2bWJbUXqfJtkMi8POuqrEmY5z/iwQx3KB0UZP1Zkpcxcb9MPJb9CGTmRz1xLmbl+BD0Z+VVyGT2ib339Tq91Hflg4t59zuhVdpRuRer8CZDZoiGPGs/z8cx9E4DkhcmsY7Y8Ism9MytaLy916lnZtl7FL8/Dhro20i28ukwWNMkEVL/M2NmJjvU6V66VDiHlR6Z/q/OVtkcsFQ4ZXeKz0pvx9RF1rcgqnRldyj9Fj6pPySoSefUsaDqYVp4Hqb9nR9pXbG9aCv89n7bDf5dHA9T/U5fOLKPLhfEyEHgaCOgOSva3cuztdziUW8O73zpMZVkBRftOsO/Ed3it+SjnD9rIqz3NKUmKDp84xr4z7/DhG0c5+sZpanMOcmxfGfUNLlwlxez74Z/Rdvw7nG+soL64moamg6LzAIWvvUazN18WgU9SVN+MS+Y/q8PTNOkBy6/V1ZlzuyuXivoDHDtTRmA2SnHTUU6/8TavtjbR1lCAreIc58608tq75zhy+BWOVjfw+h8doaTuPK+ePMwb75zl6Om3OFp3lG9/7zRtJ47SUH+K08dO850fvMnZP/gL3qvN59XXT9PW2kBJdTXexuO8Vujh2DtvcOzEW7x+vJXX3z/C/m9/hxaTiZZjR/Ek5xm4+Bt+89Fv+O0nX3IpWk/joff44PR+Thyvp/TEG7y7v5iixjc5f/YVvvvH7/DG++9yIreBN797hqZqwevkGU699Q7n2lo4Uu/FInOqTNBP6E2NwTa7jknmBrtlQt8tRYYeA4G9ioCMXXvV9WW/JQA18UHK5Qrj/XlFQN0ilYDLEuDz6qLhl4HAdhB4oXkyc1rVWV/oKI3gnjYCao0gEYPMVxuTG+3OaDhzc8ivqCTXkk1tTS4OhwWTt4jsojqqcgspy9UwO4spLcymUBK3nNJammpLKa2tINeeT1Gum6xs2elyushtbKKwrJ5SjxO32YHHm0NlXQHO8jKyzWZcuSXYs/KQtY9tQqHhysqhquUQNQ2HaKsvoKK6kqKySsoLcijItqM5SigrK6KqroLiolLy3dmUNxbj9JRSVqrqyykuLZf6fKol2SwWX/JyyygrLqG2rpzSuhaqZMestKJMds1y8WR5seYUUqa+kVRRRUlJLdUlhVRW5ZNbU0uudNbcokKy84vJyy2ksFBRc+/chAAAEABJREFUEfll5VSUVlNTnEtRUTauogpqCt24cyspLymlrqFKfK+mxJ4tSWoFedkOcoqKJZYqiSWXwiwLJlmg2yYwj8RmMsm9lIRONz2S+IZC+oa1RqWBgIHAnkBAk0xOl0HNZFZne8Jlw8mNPssNVAwEDASeGwQ0mWzpQpquPTc+7V1HDM9XI5BOpUlJdiev1dV75tzmcpJbWoE3q56j+0ooyLE/F7478yqoaGylta2VQ4f201jixLn9bPW5iGE3nDCSut1A0dDxYiIgWyqJWJRwKEIskV7eXJE69X+lJJNJksnU3bo4sUiEqPp/WWTATqeW69d8dWfVCJ5Wcnd5kHp5PRZ+Sj6t7D6gRbKHZJRILEF8w1VBJSBxiS+JxKov4kt1WsUXj7Pyh8dS9WgvcS6t9Kjy0TTsqpREu6v6dqpM7giaSaSMuaKAsMOXPEPL/U71vSQpeW7T0h+lmkw/yqgThKVCXgiD9NH7vKmk9INIiEg8nalPqWf8HolcQnSKoJwta5LzuyeZIpWMyQp7iLD0c+lumbrn5S2VSJAUWtuLnxfvDD8MBAwEFAKajPsWu4bNbkItxKq6PUe6Cd1ux+22Y5FFDwlp90J4yTTJR9jy17x3ceDWXzIMjXANBLaPQDLI3NgQnTd7GPZJgqNmcpLkRQJL+Hx+lgIR4qItHZ1mpLOb3oFpZsJJ4uEwcZkQxtUkK9NrpcfKubBmXslAkHgkmvmPLtOpBJLzqDlppm2nb2oCKvNaYtH0gzrUH4Us9NE5PM3kYnQT1XFJRoPMz4TXyEcX/fjGJ/GLlHgv74/2SkejxCbG8cvkWWH1aFp2T0pBorQ90w+izE1TXhi0bQTkIU/Goywu+u5SgJDqR9If1X9CSzxBUvqaopTc5IQ8b+lokIB/UfgDhOQ5DAVmmOq5QedElMDSEsGlu7r8S9KXY6R8iwRFj+opKdGVWOmzqpTrqG+c8f5b3OqbJBBNsek6ybaD2j3GyPw8i7OzBHZPpaHJQMBAwEDAQOAJIhCNpAgHkiTk82S3zLwsSd1u4WXoeZkQiM7gi8QZ86VIXP/3/L9/PcL1jy7SPzTImOCQTgVIB77kH/9pgNmYhZw8F/HhEe78t3/gTnyCT37yO67f7qer/Q5X//lnXJGkMCZpUvuv/oVvLt1kcGmCwPgFProJSxFR+AgvlZxo0outNg21CnhPRTpBJDTPL3/diy4MbrtZks2oUIS4bL/Fg0uEJbZ4NEZMEky/JIVk/g+cMH5/kKmuLvq/+pyekJ+leIpktIvb12/x9aVJwol7VmQ3JClJaRJRI0lhWpLVOOlYWHY3o6I/SSIQZOHGLYZiMYkxSUp0pWRXMHFXSSLjh/ggPq3S+sROZZExo1vlVZmTp/2mITg9baN7x15a+kg8liIaTKDO13qu0q12Ln0zzuREhPDIbQYv/5rPJ0NMfPG/8HnnGIPdF+i59Sn/dNXPzGe/ozscYkmUpMZvM9l7g0vpanIcCcx6GpZuMzLUyfUhSMZCDH38/+KrjgGGlwJM9tzmwj/9nmFJ5u7803/ler8sjsz48E2OYjJP8Ov/7b8zOTVLQnRv/5UkHo0QCUakD6blPE5mAUjtpEv/iAUDhGXlQ9aDSIaDRGX3PxYPE/AN8i+/uMD0bBCVrCai0YwO6UYZ04lwhIlb1+ltv8lkpub+WyoeISYYRGISryxBzX7xCXd6+hmKPqUOd9+VHZ+lBYiE7KrGZWxKyXOxYwWPIZCUZzAhlEwo3B5DkSFqIGAgYCCwCQI2u47DbcJsk0ncJjw7rd49TTu1bPAbCDyXCKxyShKjtGbGlFVKQW0jjuFuAtN36Lhzka+u3KZjNATd3cRLinGXlZGb5cKWjhKamyaUnmBmqJf+wQF6+gcZ6BqjbyJF3NeDzxRmeDbO1OCSTCaX8ImaZGqV3R2eqmROW/81iFRcJoYL9I7PEAwlmW3/hjtff8qVgVmGL/2aaxMT3PjqOl03v6Z7qpcbHQsMffJruke/5pPrvVy7NSgr/7109g3x6W+uMzY9zrw/ILsecdbMr7RFxoaG6Lh2i+DCLT67EWRieIzpgS+5dvsqX3YGSARlgppepOObW/T19jE8NsylX35J18VfcXV8nBsXbzLe2b/DCfIOQbrLrqHdPXs2hWbMEbcGXm5P5pcOrTqanN9jlgvdbMLtTpFMWjFb7FgkSYkHJNGSpGhqRhYh+ocZHOhleKiHMVlcifnauf71J1ztnWAmlpTFCz9j7YNEdAu6zYVdFkLMJo2kpmOzjjOUzmK230dsZoywf4jxvh66J0YY6u5jYCTAzEJSkqoEusVEeCGEWpy4599DT9JMdVynu/0G3fOLjEzMM/jxf+RG7wg9Xbfo677KDek3Hb/7nBH/GCMz47RfusatK9cZj4eYmVkiJonfRI/wdl2he6ifrz6+xMilf+GKnHePzeObDwoiqx2JEPTPSsy36Pr8Y274kyzMzhEIhZA8aTXjc3muoaHL/TGZ5UzjqR7Kbob0p2rWMPaSIBDyJ5gcDDNwO/jUqP9mkD6h7dicGpGxw5fAPx/f0L/+W6LrRgBVbkffap6eqwG6ryw9oLdP5g691wMP1K+W3excyW03ttU6lEzPtQD927gPCr/hznBmV21uIsZw9+b3T8Wi9K62tdH59EhUFt+TaLs4zuyiqpekNxphvnAIpGWinZIl99RGq7K6CbPThau4CHs8jimlY3d6ycrJwmszYZr3Y8nPxe71YrdakPkeSDIoW3Ak8pz4p6YkOZollJvL4kCQhdu3mbOkmPQHJfGZQO09PB6gadSKdlJWtCWM+6o0DZn5YnHl4Laaifv9BJYWiCYX6bt0neHxSWbmAwRlJT+airI4HcLX287U/DDDM4vMLSbRTVasdgehiWFCiRhJsw2z1Fn0+2bQzOjBBYKy43Gra5g5S5qpYZlYD3fQOzbO4JjaglSehZkenmB2dpaFxVkGbnXS/vU1hsYmmBY/Qnd37lZpfv5PH8FDhYTMVR9B8uUQ0TQNXZ4vk3rI5Jx7h4YmfdGq+pjFRqY06wJlUhYZIkzFynD4e5kLxJkNu8gJThLTbDizcsjyunDmlZNX1kBzns78zRvMR+OkLFYsVivmZARt5g6DehkBeWb9Ez349DBRl535S5cJ5XkJRExEF4KZnbVgyELN0UO4PS70e/4tn6idHUXpBxZpIgwMB5meS+J0iE0thU/GhrgWYnZ8SBLHHibnF/AthokFBoV3mP6OQabHJlkwmTGZrFjMswz399PbOcy8b475xTn62kdk5zyN2WZGQbbsxd335AKzkpQOdPRJ3+tjMKiR0EwSs9Kn3WUyio0Q0CSZ1IU03cBpI3yMukdDQJMBo6Tagc2p45+Ly8JR+KnRWF+Ysd4QI92hNTYz9dI2voqCktDpspiiolxdv/p8rFd87xdaJbe6fbPzUfFhtGetnNI1JvXKl83ktqofU77s2I8woz0hwSTMcNdyuaUN0T87HsWdbSYaSTE7Gl2D42pZFcd2fAosxDP6iirtCupdIXnEdkWPocRAYE8joL7ek3pgIgbx4CLzo30M9A0TzS/HYcslL6eIgtwsPFqMSH4+yclR5seGGJmaY1r9L57qe1ETc+hNzdgx47WCu62CxOCg7IwFwJ5Lji1AammQoWCMpYlehmSHYWFxCSW6EyDTwqz8TkhCqpJTuVx+6WZ0u5f8/DIKvHYcnny8eUWU5cnEbilMZN5P2isJX3EpeW6JhTS6OcHSXBDdZMIhdTZ7IRWVFVRkJbHYrOh6Gi0ZzfxozLIR9e6lKMdKtiPOzW4z9Y26JLGTzMgEWP3dUTQcRjNFWAqY0NNxYmEfc+rvoiJxwoEwYeWHJwtTds4DE2Sl/UUkTc0TFb2IwT1mTGqBQj3PSdUR1jzQmymOSlK3wIJ+jDqHD6u3iJS9hurUND7NTXZJBbk2HZNmxZZbTE2lg5ELl5hZCtxdUElJEhVgunMSc3YJBY5Z6QMjjCYdmBuacPUNknWkDrNZJ+0LkEpq6CYPLa+24pFkUWfVkQaVzKWTUsr5qhYgQVB2GFMpCy5J6NTiCO4aSorcuM1JYrLIE4smMJeW4wmOMTM1z4JfVoVlCz+MFaceIRJfYEn67tJiTHYMwVtaSCxqljFGw24GzcTaIzrN3OwUY7NLJLQIobBJkj8T6WSchOxurmV+/q4UhOoRUM+DDE9P1cGkjKfJRErut/LiqZo2jL3ACOiySFDe4KCi0UFuiU0WncxPjdxZJlxesecxrbXplWtFWdJ2l/LLbVQ2OylvdK7lvdvuUrokuXGtk3Pebd+q9OSY8eTet5XhFT0ukXWLzsy1nO+kdItO5dNOZJyCg8JDyTrdD2KwXpc720ROoYX6wx6Kq+148y0bYqPkFG9G70PiyCuzUSU4l9U52K1D3y1Fhh4Dgb2KgKaB2aplaE0MsgsVmR9h4Ovf87vfDFJypBZ3aZrx3qt8+YuP+f2lEaYOnMTZfYGhy7/j82ud3BwNYXV6sC7Y8BY3UtbYRF1LNVVVLizBbnr0Ixxpfp0/OVpAU3GEW9Nx5m/9go8/+gW9Q2Oyk8bOD/FfxbBeUNN0HLIrYDJpmGRHwmL14HHlcbg1l7TFQSKz62HBabLgcJmweW0sjCyQkF0Ma5b463JiRcPqcGCWiawlsUgkMMLobJhwMEhIKBiMQL4HW1MdVnM5B2xhNN0rE1cXblOapC2EJSfM9JQDryNBJDhC78g0flsBh9rykCVLEhaxItsMGi/RYcwVN7zZKilKxFOS/KdQE/q1TOoJsWKzm+R51NDMNiw2Cw6TJHNZ1dRWNNFQ00JlYQF51iV8tlnaL/yOT3/zFTdv3WJg9BZXevqYclRiM4msbsUsq9Eyf6ffV8frZ47wrbeK8drt+Pz55NYepLq+ltrmCnJscWxiL6e0kabmGtGvI6KsOTQyY4jZpqGbWHe4qcv1YYq3801XJ3eGw5hsDkx6NuVluRSXeYlgI203yzgRx+VxYvFYkRySVEwnOzXB8FwOedLXikvNhMxOTPYiDlQEGR/rpXcqRCBuRYuFCYWkbyryLxLXLODNJq3F0GNg9aQIzC+yNKl+Ammdi8/ZpaaByQRmCUHTtafqXTySJBpKkVQPx1O1jGHtJUCg9qCbw69lP116I4ejb+Vw7O3cNXaPvJ6Doh35IzJH38zhsJQ7kpOYlf3j76zz4a5vGZ3Cs1OdSu6I6NiJnJI59rbgIZiceDeXh8pLrEdUzNvwT+k6Jnq340/pLiZ0quvo6s0gAwEDgQ0QcFZx+NwH/J/+r3/H3/ybv+TtOic157/Pt//03/J//td/wo9+8ArV5hre/6u/4tt/9Kf84I0TfPfDYxz+23/D4VPf5/3qXM6cOUhT61kOFbbx53/5bf7qr45TUeHFXn+alvP/ij87/z3+3f/t7/gf/83fcXhfA07LBn5sUaVJ0qXLhMciuxFqEnSf1YzNlh3PJJ8AABAASURBVMPb7x7MTATL9++jsa2VAm8BRW//a/747XN8eKaZurIWykuaefPdUjw1rZw5/yrl5gTeojwavvsHHLZaOPz2W1QUtHH85Ku8+VYTRfF2Pv7xT/mZ0E9//Alfd6Vw1x3lR3/YgtVSyJlvf8jr3/8bfvjhh/z194+TL3H+YF8+r6r6b/0P/NUPfsD/9H/5Hi1v/x0/fPs8H74iflTkSiT3vX+Rz9RXfV/k+B4nNl1HEjVddopNPDiRt4nqNk6fLqO0zI6j+jC1r/wF71Yc48N3Kshre4PmujpOHa+n+Q//Fa++9+/4t3/2P/J3/8O3Of/qOQ42vcZ33/kWf/tv3qWxMAu79xBVNYd5+0wV5/7obUocNqwV73D89R/xw/PHeKs2i+b3v0W1+wBvnD7I6989R+OR4+QAGjs9NCqPvcErb/+Q94+f4LUjhRx65z3KcnPJbzjL4dd+wB++epgzh+vIOfiHvP3a2/zwL/+ID77zIa8WlvPqH/8pp/bVcvjce6LjB7x3rJXTB0oofvNf863X3+NHf/1D3ni1Bfet3/Lzn/90me7YcVae4I//9Hu89cP/I99rMFNx4n3OnD5Jm4xNO43gZeK3ySKXw2PCYtVfprCNWPcUAoazBgIPImCMWA9iYtQYCCwjoJlkldiKw+nA4bBjNWmYLDZsdgdOubbbLJjkn9VulwRKSBIgm82MWe1sWWzCr2OxmDHJUrNZN2O324TM6JKEaSYLJosdu/A5M/odmM2mR5gskpHRtOWSVYemaVity/Z0sxmTkK7p6FYHNvHVajFh0k3oQnaXjfz6/RQUNnDiVCtHj9Thtdkwiw6z1So8ZonFgtWVjae4kRNvvcnrQm++dZxD9aXkmszYbSZAR31V02qzY7NZpc6CLnHazHfrrRKz6HU4bZju+mHL+KHxshwC98sS6s7jlOct8yRI+aCwajHLc6ijZ/qQGZM8W1Z59qxWE7rZislkknYTJnn+LFYnDumrDul3FosFs8mKTZ5lh9q9VvKaWfjNshAhMjYrurKpWzGLTrvwW00aJuE3CZ/VYsZqs2BSfYhHO3SzFYs8/1bRbZH+YBbduiaxmCxi04ZNbFjMJjSzDau0qfHCarNh0XUsKh5pM1usWKw2rBleHT3Th6wyrthw5JVS1HCa8+ffXKYjLdSX5mCT+K2Cg80EupK3iD2TjnFsjoCmaWiaBvLCOAwEDAQMBPYIAhuO7HvEd8NNAwEDgV1CQNNNWLPy8WblUSS7dLnZLklXefDQzJjtXvJLiikSKi7JI9tjx/ogp1GzGQJqoqhos3aj3kDgERDQzHZs3nzpv9I3i4RyPLhkkekRVBkiBgIGAgYCBgJ7EAEjqduDN+05ctlw5YVBQLIM3YLVZsFi1lGL1C9MaEYgeweBNJm/pXvw/6jbOyEYnhoIGAgYCBgIGAg8CwT0Z2HUsGkgYCDwsiFgxGsgsE0E7iZ2mexumyIGm4GAgYCBgIGAgcDLjoCR1L3sT4ARvyCQJpUk80tn6v97exgl4mkUPYxvpV3xKlLXK6U6X02qfjWpNnWtyi0pmc7MfVMJ8UloPa/SoWh9/Xauldx62o7cRjwrenbatp5/Rc9KudK+/nqlXpUrbeq/fVCkflVR/Uy6atspKV07lbnHf/deyQNnvDZFIA3yqaR2itU9Sglme4Xu/VcGKilNIWNK2qDHvH+ZxySD59PFcnmnWBnOeGC8GQgYCBgI7AkE5ONzT/hpOGkg8MQQUP+R5FBHiIv/Ms8X/zTzUPrsxzMo2g6v4vlc+D/9bzN8LrqV3Oc/fdDGx/91OqNT8X7236dRPJ/81xk++8mDvErnCrVfXMQ/H6f9az8XfzG3xnel4/f/ILrE/gr/TsrPxfbH/2UapUPRZ/99a1820638UHpUbBvxfPKP03z636bX+L4Rn6pTOCnez348zcf/ZeqezKfi22b+qThUu5L/SjCaHokyeCd4T1bVb4dUHMqGKrfDv56n/atFIgFZPXhiT/LeV5xKpQkvJZgcCDN4e4n+m0+YbizRJ7QbdgbvLKH+M9mAL8FIZ5DOrxefvP87wKf3qn+tPxJ3z/q6Hehbj1nX5UUeRV/f9aVlrMSf1ToVhiF/UjBNMN4XWuv7XT9X868+Vzp7ry3tSGa1/ER/mKAvmVkw2/u9yojAQMBA4GVBwEjqXpY7bcS5JQKarmGy6kKmh5NFRzfrD+ezLuvSRa9u1jDLtUX9H1u25XqTXK+QzWVGtemiWzPpGd2aSfn0IO+KjCp18UPTwSI6zUKqbjUhcSn7q+u2e678sYpfiB9Kt1l8367saj4la3Ob2Uxek3gVrZbZ7FzhZHWaBX8TSOArfFaHCYvQyvWa0mISfp1l/HV0iUfRGp5V92KzehWHsqHKzXi2qtflXqFhHFsgkF1gzfxnrPFIgsWpKAsTkSdK80r/+OY25rdoW++bbyqC063jcOnExP+Fyc31rsjOjoSZHwtvK8a50YjwRljYgU/zYxHmhJTMvPLnrqyqnxV9K348rFQ4KPub8c2NiF9jUTZrX12f0XPXj+V6iV98UzaUn8t1EZbmoniyTRlMo4E4c6NhFF4r7ZuVikfxrm5X8Wb0q/u9DYqH4xRVWak54NziaTWa9hAChqsGAi8FAvpLEaURpIHAFgiYZLLtzbdQUuukrMH1UCpvcqFoO7yKp7zRTUWLO6O3vHFj/RVKp7SVN93llfPKfW4241d6FeWV2bFKspVXaqOkbp3/oqNqv9KxbFvx75Qqml1U7fewHV+20r0S30Y8lYLNCj4bta+uW9GjykqJrfTu/VI4KVrNe+9csFVxKN5iucdOjxlvvjVzP+7x3NXzsOtNbWxDXt0rsyT4WzyKL32TN9dM7UEXDW1uqvc5qW55wqRs7N/Chmrfpg81+1zsO+ll/ykvzcc81B1yPdT/mv3CI3LbibNG+an8UbRNnxSGNYpfqDZjy7nsk1wrfbUHxP42dK3o2NRP8a1W4t2OPmVX+XVPl/iVwUp0rK5Xuvaf9rJP8Kw75KZG+Gq2gVWGT+KqUfpWYlPxCt2zuVK/SVnf6s48fzlF1pe+TxoAGAi8XAjs7Wj1ve2+4b2BwOMjYJKdG5fXTG6xDTXxfhgVVDgorHRsi1fpKqiwb5t/hTdfkrWiagf55fYt7XjzrFgkUXDnWB7wX+lQiarSqfx4FMroqFHx2h/qy6PoVzIqzqKq7eOpZAoEfxWb8k9db0UFgqG6X/mldnKL7FgdOq4sM1vJPIk2r9wrs0WDNMskhfFai4DFpstzbKVOJtVPg9TkXdFmtrZq21RGEtLGIx4UbcazUt9w2E298K9cb1UqPkVb8axvU/yKVP1KuXK+E9tKRvGrciNSbY1HthfLaj+ULoVxo+ClSnW9GSm5BrGxWftKvfJFkeJfqVt9vlL3sDJfFsrUZ8PaJ9S4MhAwEDAQeH4R0J9f1148z4yIDAQMBF5iBCSfU1+/VD/U8hKjYIRuIGAgYCBgIGAgYCDwBBAwkronAKqh0kDgMREwxF9EBGSHTiV0mhp1VYL3IsZoxGQgYCBgIGAgYCBgIPBMEFDTi2di2DBqIGAgYCDw0iGgEruURC2lvO/Cy1BhIGAgYCBgIGAgYCBgIABGUmc8BQYCgkDm/8RKrZ1pp5JxYpEQwWBAKEgwpK6jJJIJErLlkkwmRVJeqpTrVCJGLLzCmyAZX2J+Ypzx8RkWojEiGT2qPUA4IryRBIlgiISoUJaXfYC06FrRHZ4fYmx0mPHZALG75oT9/ksJylVaJQpSPp2XMprANzMvcUR5qqafToBPzIqmPTHVhmIDga0RMFoNBAwEDAQMBF5oBIyk7oW+vUZw20YgM9nOvN0XSSVJhKbwTffSMRolGEkx13GHyYkBRmYm6L/ZxYIkYJM3rzI2O8P43DTTw32SwEWJxONMd3cxLXxLkhzG40ni4TC+znbG5+fwxSMsTo4xeFVkJauLp6fp7xliZGiKJd8MvVe78CWSzIwMMj87zNjYIL23ezK/sXHfQTm76/LGyYIkX6k4sZgkj5J4piWepPIjmiSdTpKIxUnIdUpiUG1xSTSTktimU/PMz4wzOOhDmkmL/8s6RJ94kFY6wwv03+5jZt5PTNxY/UoloqI3QVKS3FBgjq7OISKSwIqZ1Wwv7/nde/byAmBEbiBgIPA8I2D4ZiBgILA3ETCSur153wyvdxkBXSba+vreoOmYkj6i/kF6pixowjDfcUMSrHb6xrq59dk39AeX6Pn8EzoGJ+gbGWK44xL9kxP4oimme9qZ8vkIm6zYRNak60R7u5mT5C5EkMBcD523btI5FSMa7qP72k3a27sYGevl2u+uMSKJ0PTMAqnkEgHfOD1X2yWl2iRw8X9tS1J2CoNMDk8yPzcvCekCC/MzjPRNsxCOSqI6KtdTTE3PMjM5K7uI88I3zODEAn7/KFMTg3R0TBGJzjE1Nsv87BjTomdySvRI26Rvkp72IWZ9QeL3DKukL07Yv8D82BgzU2OMzk1w7VoPwXACyRfvcb6sJwohTd0rRS8rCEbcBgIGAgYCBgIvAgJGDM8ZAuunsc+Ze4Y7BgJPHoG0pEpqsr3ekm6WZMzhwO124XB4cDstmEzSZVKLkjBNSfIzS19PBxO+AOOTCfwz8/jGb3P10kX6/Ra8uSkW/UsMjwdJYcbh8YoOF06PB1tqlrQ+w2JBAcOXZomOTcLiFDOzQ3TJrtzcQoTRUJpoIkVSZE1Wse/2su0jFSEWGOa3v+9kTHb7FkP9dHbe4tN/uc6U+H/j89/S3XeL67c7uPb1NWYnbtM78gW/+KSTgVGf7OSlScUCxH2X+fiTXoa6v+Rm9x0+/6qD2599Sk8wyLwkrvE1372Ui/QC0yPD9H3xMTevXaE9lJIdOz3jtpHHZGBYfksvF8a7gYCBgIGAgYCBgIGAgcBuILA829oNTbutw9BnIPC0EJAJdiqZlh0xOdmOzcAiOM3QVA8ffYrlWBO63QnRAkpb3uf7P/xTztVYqTz9J7z7aiUlqSE++t3IGs2+gQlGe4eZMMUZv/M1vuFZzM1OEikL0Y4wNR+YmZnWiC35mJ/wYc4qYv/7r6Cv0bLFRTRMan6cuabT5NQfpiwvj6LiAkpaGmj0DNLTG2d2NIpHEsy8PBvBnqvcnrUTTsTAYsJs9+CUVNQ6eIXORJDRcCHZ3hTOnBQjiQOcrS6j0m3GrnP/SCcgOkRX+yAzviXiZjMxJCF2OrFbNWSjEuOAlMBk4GAgYCBgIGAgYCBgIGAgsJsIrJ6S7aZeQ5eBwFND4LENacsa0unl8qHv/gR6IhtHbSvl+blUHSzHTojkTCczA1/y0S9+xk9/d5M7Vy/QfvMqfVOzhJz2+2pTowyHnUScr/CDo0f4Xk0Xt0aTRHOqKWiuobAql/2V2STHFkilsyksr6W6upQ8l/W+joedWe1o3jyyey8wfPlz2gfHmYrq6GYXFr2OprJp1pdmAAAGsklEQVQkaWuUxbROMG5hcTYqiZefcMBHMAqxiI9AYIxhZwul4QUs0QCYcsl1WMlPXOP312/SuxAllFzlSEoulsbxY2UpESEcChAPJLAt9TA44ycYlfZV7C/rqWZ6WSM34jYQMBAwEDAQMBAwEHhSCBhJ3ZNC1tC7ZxDQxFNd19BN6oy1h60IT34TByvBIpPxosMnJIl7TZKiZo7WltJw9iw1RU0cbirj4Ik26o68xsHaeuor8sgrKiO/9DAHmw9wojkLTCbcBw5RmlVGY1U9TQf2U11SSdOp8zQdeYV95Q20NtbTcvQwxYWtnGxw0Xj4MJXVteRJUmjR1rq25ZVux+qt4lRbJVWyq5bnraSiqJTGpmw0PZd9p89ysLWNlppy6uprqDj6NqdaTvHuK8qnGopLqtl3pIW8imOcf6WNg+JrVXEFdVXVHDhxjMrCOk6/fpg8fZ6xOxe5fOkiV67fpn2hisaDBzly/nUOHTzC0fICDhxrJS/LiXkjfLcMYtcbnwuFmrqPip4LbwwnDAQMBAwEDAQMBAwEXgQE9BchCCMGA4HHQ0BDTbQVPaDHkoMjq5K6IiQpgZzGFoobJdEqKKM+10ZBUzM51iLqKoupa22jtu0NTh4+ytGWMsqqm6ioO8r+hkb2lznQdB1nTR357nLqS4upqspBszqx155mnyRCdbkFVOblUVpZjc0lSVWth4qGGrKzc7A94NhDKjQzZlsuTa3N1DQ2UZpfRUV+PpWV4oe05de3UlfbJH4UUFFZQumB4zRVHOJ0WwNlBaXkF0rMLU0U5VXQ3NZCTX0DJXk5FBYVUbb/BPsrmzlxopnSPBcm9V88JBIkUhoJRwONjTW0HD5GY8M+mktkJ1MS2eIcFzaz/hCnjWYDgecFAcMPAwEDAQMBAwEDgb2FgDHL2lv3y/D2CSCQFp2KpDBeO0TAXdxEw6GznDp9lpPHj3OowoXTagwrO4TRYDcQMBDYqwgYfhsIGAgYCDwnCBizr+fkRhhuPFsEVFKn6Nl6YVg3EDAQMBAwEDAQMBB4EREwYjIQeNIIGEndk0bY0L8nEFAdQdsTnhpOGggYCBgIGAgYCBgIGAgYCLygCDxyWGou+8jChqCBwIuAgJHMvQh30YjBQMBAwEDAQMBAwEDAQODlRcBI6l62e2/E+wACyWSK0FIS30yMhcnotmh+IsrsWJTp4TDqfLty6/mU7NTQo+sILMRJxFIszsSZHokwNxbZlv/r/Vh/PTceZXY0siu6lO7p4QiK5gQzdb0bpLCbHAijfN2WvqkovtkosUgqc783k5kVDMd7Q491XzfSre5VMm58yfeBDmhUGAgYCBgIGAgYCBgIPDYCRlL32BAaCvY6AmaLRngpwURvmNGe0PaoK8hwR0AoyGi30Hbl1vOJnqE7AUal3LZtpaMrJHZDmaRL/f96s5KEjXQGGdmpHqVrPXWHGO0MovTtyCelR8kqUucrJPgM3VliuD2wO/7d1atiHbi1xJbYKZwUKRnxa7I/RFyS4KAvwWaxqbj7bzxEr9K3Q1qQpNJk2uu9xfDfQMBAwEDAQMBAwEDgeUTASOqex7ti+PRUEcgvteH2mogE4oT92yRJAiNC8XASVW5bbr3+QIJ4JElYyp3oCC7GCC3GM/8VQ36pHbMZUokU0WBi+zGs92XVdSQYJxpKPJqupfUYJsSvJDHBarf8U1hFxI7Cbqv7pnBSpPjDwh8NpcjOs2J36pvGpnxMxVM7vicZG6swXH+t65BfZsvcs6f6gD95Y4YFAwEDAQMBAwEDAQOBZ4yATDOesQeGeQOBZ4xA4xEP536Qz1t/Wsgbf1ywLXrzTwp4588LefvPROaHBduS2Uj3myL77l8UocqN2jere+tHhSgfFL3zFwV862+KeVfp+ZPCR/blni3x6U3Ro2zcq9smLm+I7AMyUvfeXxZl8FL+PtC+Xd3r+JSPH/yrYsFh85hVDIpWbL79owK5ZwW8JeVK3fryLcH2A8Fzp/dkvZ6Nrk+8l4PJhpHYYRwvJwJG1AYCBgIGAgYCTwoBI6l7UsgaevcMApr0At2ksZfJtMf938vY78h3XcM4DAQMBAwEDAQegoDRbCBgILBjBGQ6u2MZQ8BAwEDAQMBAwEDAQMBAwEDAQMBAwEDgmSJgGL+PgJHU3cfCODMQMBAwEDAQMBAwEDAQMBAwEDAQMBDYcwgYSd2Wt8xoNBAwEDAQMBAwEDAQMBAwEDAQMBAwEHi+ETCSuuf7/hje7RUEDD8NBAwEDAQMBAwEDAQMBAwEDASeEQL/OwAAAP//2KmprwAAAAZJREFUAwAegHC+5He3PwAAAABJRU5ErkJggg=="/>
          <p:cNvSpPr>
            <a:spLocks noChangeAspect="1" noChangeArrowheads="1"/>
          </p:cNvSpPr>
          <p:nvPr/>
        </p:nvSpPr>
        <p:spPr bwMode="auto">
          <a:xfrm>
            <a:off x="155575" y="-2201863"/>
            <a:ext cx="5619750" cy="459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361" y="1343203"/>
            <a:ext cx="3900645" cy="538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710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Modelado Físico y Reglas de Negocio (</a:t>
            </a:r>
            <a:r>
              <a:rPr lang="es-MX" dirty="0" err="1"/>
              <a:t>PostgreSQL</a:t>
            </a:r>
            <a:r>
              <a:rPr lang="es-MX" dirty="0"/>
              <a:t>)</a:t>
            </a:r>
            <a:endParaRPr lang="es-MX" sz="31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930400"/>
            <a:ext cx="9093683" cy="2328091"/>
          </a:xfrm>
        </p:spPr>
        <p:txBody>
          <a:bodyPr>
            <a:normAutofit/>
          </a:bodyPr>
          <a:lstStyle/>
          <a:p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Integridad (ACID): Uso intensivo de FOREIGN KEY y restricciones CHECK (ej.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price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&gt;= 0,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freight_value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&gt;= 0).</a:t>
            </a:r>
          </a:p>
          <a:p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Auditoría: Estandarización de campos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created_at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updated_at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is_active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con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Triggers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automáticos</a:t>
            </a:r>
            <a:r>
              <a:rPr lang="es-MX" altLang="es-MX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Optimización de Almacenamiento: Tipos exactos (ej. DECIMAL(10,2) para dinero).</a:t>
            </a:r>
          </a:p>
          <a:p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>
              <a:buNone/>
            </a:pPr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/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/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AutoShape 2" descr="data:image/png;base64,iVBORw0KGgoAAAANSUhEUgAAA3UAAALTCAYAAACxPCtnAAAQAElEQVR4Aez993clyZXnCX7dn1bQWmsEEBEIrVMrJjVZVWSRRbK7uqpnuqf7zMzO2d0/YH+fX3b3pz1nZkd311QVi6LISpJJpo7IzNAKWmvxBJ7W/t7c6wAiEQggAlpexzOYu4lr1z7+nrldM3dzNSubEBACQkAICAEhIASEgBAQAkJACBxYAipkEwLrIiCJhIAQEAJCQAgIASEgBISAENiPBMSo249nRXQSAgeZgOguBISAEBACQkAICAEhsKsExKjbVdxSmBAQAkJACCwREF8ICAEhIASEgBDYHgJi1G0PR5EiBISAEBACQkAI7AwBkSoEhIAQEAIvICBG3QsASbQQEAJCQAgIASEgBITAQSAgOgqBo0tAjLqje+6l5kJACAgBISAEhIAQEAJC4OgROIQ1FqPuEJ5UqZIQEAJCQAgIASEgBISAEBACR4eAGHU7c65FqhAQAkJACAgBISAEhIAQEAJCYFcIiFG3K5ilECGwFgEJFwJCQAgIASEgBISAEBACWyMgRt3W+EluISAEhMDuEJBShIAQEAJCQAgIASGwBgEx6tYAI8FCQAgIASEgBA4iAdFZCAgBISAEjh4BMeqO3jmXGgsBISAEhIAQEAJCQAgIASFwiAiIUXeITqZURQgIASEgBISAEBACQkAIbC8BkXYQCIhRdxDOkugoBISAEBACQkAICAEhIASEgBBYg8C+MOrW0E2ChYAQEAJCQAjoBDJaFiF/GuEtuNB8GgFPCuxvRc7yvEFfCgFvalN6BSlfyLe1Oi3pwnUKriKLmXHcUrr94LM+S241nbeiIzPlc7IVGevNy2zjEQ1aOqt/R+WfEBACQmAvCYhRt5f0peyNEpD0QkAIHEECWeozxyIZ9N4Oof9eGP33N+nuhfDw0wD67pKczcqgfH3LdOi5FcLjG4FN6fT48yC6bwU3lXclA65Tz+1VZJGuPcyN9F6ZZ6+OWR9mqOtM/LZTj84viOnNrZ3f9erTdzeMycE4okHtCP4qpcpCQAjsNwJi1O23MyL6CAEhsA0ERMRhIpCMZ+CbTmCsO4pwOItkStmUSyQVpFIA+5uV8SQfyVraT21Sn6X82+Wnlum0JPNJXVeJW0qzms/52K0Wty1hyaXzgE2dy23RYQvnjdkEfBqGHkfgmabKHKYfnNRFCAiBA0lAjLoDedpEaSEgBITAESJAM3U8W2e2G1Baa0NFk2NTrrLFiYYzuahqdX6VfxOyKpupfHaUt6bNibqOnE3Jqz/pAuffbH2W5+O6VZMuy8N4v6rFgepjVN9FfTlsPY7ryG49aTeahvVhffk8bFf9l3SoO0FM26m+dG6WwnbEb7SjsNIKi80AVTlCv0WpqhAQAvuWgLpvNRPFhIAQEAJCQAgsElCo42w0KbA6jbDnbM45co1wFZjA/mZlrMznyDPBlW/alE5Oysf5V8rczDHXaS1ZHLcZmTuVh/V54ojfdpbDTJ3bLHNJv5W+1WGA0axAUSGbEBACQmDPCUhTtOenQBQQAkJACAgBISAEhIAQOCQEpBpCYE8IiFG3J9ilUCEgBISAEBACQkAICAEhIASOLoHtrbkYddvLU6QJASEgBISAENhBAllks+SeU8Lz4ynvC/KvKprzkHsqjo6zTwXIgRAQAkJACOwVATHq9or8LpQrRQgBISAEhMAhIqBFEZwdw/jgAKaCKWTiKaQzWWSyGtJpDfFECtnELIYf92B8zgdfJIJI0I/goovEEgjNjmJydAhDM2GkFtGk00Amwy5Dcjg0hXg4iBDlC0fiiATm4R2+jQedw5jzJ5DUNMTmpzA92IX+2RRSmph2iyjFEwJCQAjsGQEx6vYMvRQsBPYNAVFECAiB/U4gG0HPvR70D85CczhhTCYQuH8TE6EAgrFhTIw9xgdfjqPvkxsIWcjIMhqgaBnEPXNw37+NoVQK872fom96DlNhL6Kz9/DBXS8SqX7c/vwRBgdGMTcxhIeffA53dgD3H8zA445BI2svGgpjdmQYiiuO3i++wMAXv0fv5DB6kjmwGlJQlP0OT/QTAkJACBx+AmLUHf5zLDUUAkJACGwTARGzZwQSPszFTAibSpCfnw+XCUjOTiGYiJNh5kcw4MbYTAApTw9GfAkkNAUWswXGbBaZeQ8i1ixmJ+Yo3AhXUT7sxjQ8PT00GzeA8e4eDI/1Y2h8EH0PhjCZ8mHo8X103e/H+FwA4XQcIe8UwtFpDI+7Me8n53NjfDIImIx7hkQKFgJCQAgIga8IqF/typ4QEAJCQAgIASGwLwkkg8jklcFSVIs8qxVWC83EPTVDpsJM4eVNlTAkQ3DPBhGKZWGx2GAj485sNSMYNcFhs6OkrAyunCLY5scQn5uFYgzD65nF9NQskpY0JgNZJONRRCMxxFMasoYssqkYEu4hhO1FMJW1oCQ3H3nxecyPT0DTNDyzSYAQEAJCQAjsKgEx6nYVtxQmBISAEBACQmATBAwWGFJRaJF5BCNRhKMJwJBGPBpDJBxHKp2BJbcIuSe+gzePhTA5PI7+ocBiQXypd8FlSSKVCiMQnEckGkJMzYc6k4TrRD60JMkPaKi+bMbceBbW8vPouNCB1uoC2DQjjJZ8VDozyKsogqXwGOpbTuNsSy6m3v8dkrEYsosliScENkpA0gsBIbA9BLil3x5JIkUICAEhIASEgBDYGQL2ChR6v8Dcvf8DP//wY/z2424YCmZx//oNfPDre5iaDaOkEpj68le4/vk9zKQ1ZBy2p3Rp7XBhdrgff/pPv8TdW7cQ67iEiNeJwopmFLc3oLKpGC2FOUiN0gzc/V/ij7/+H/GP73+Gu+MJqNYSMv5+hGPBh4gN/wE3Hn2CDx92oj9dBg2Gp8qRAyEgBITADhAQkS8gIEbdCwBJtBAQAkJACAiBPSegWFF/4U28+u5f4BtXL+OtV04g9+Rf4rvvvINvf/8v8NK1V3CxKg+lZ76O8y//NX7w6imcrrXDXFKKkisvo01V4ah4GVdfeRvf+d4P8NrXfojvnMpB9evvoK2kAZfbWtF+9hqKy17Bd199Cd//9/8af/aTf41vvHwRV0/VofXaaygyudD68ts4fvZNnG+7hndffws/+MlrcDqsUCCbEBACQkAI7CUBMeqW6IsvBISAEBACQmDfElBhyytCQXE5SgvyUVzogtFJ+8XFKC0rR35+AXKtJlhyS5BXUIWyAhdybAao/DxdXgGcigLVko/8giI9fSHJKXEaYC0sgsNsQ67DAUdOPsyWApJfgLKaapRXVaO0MA/5OTY4SIZZUeEoKIYrtwh5rgIUFxWhvKIARoMK2YSAEBACQmBvCUhLvLf8pfQDSEBUFgJCQAgIASEgBISAEBAC+4mAGHX76WyILkJACBwmAlIXISAEhIAQEAJCQAjsCgEx6nYFsxQiBISAEBACQmAtAhIuBISAEBACQmBrBMSo2xo/yS0EhIAQEAJCQAgIgd0hIKUIASEgBNYgIEbdGmAkWAgIASEgBPYPgXQqi9mxBO78wYMbv5pdv/sFpf3FDG6w/8vFffbZrUcOpbtO+a+Tf4Md7d9Y7jhsFTnXqbzP/onK5Xjav0771zkfp6UwfZ+PaX9BLunGccsdxV2nvDfY0b5eb/b5eHk6Or7Oshadvs/plqdZ2qe0urylY/J13Ug/XQ865nKuU7rrJI+dnn4teYvpOY+en/Lp/lI452O3dEy+Xt5iugX5i5woTpfDPudZTKPL42N2pJN+THGc9zr5T/JQPj5mp6eh9NeX0lPc8nRP7S+mW1faRTmf/3oOjz72YaIvimhI2z8/FNFECCwSEO/oERCj7uidc6mxEBACQuBAEdDSWcTCGqKBNOZGo5geiKzbTVHaqYEo2J9e2u9ff37OM035F/wIyWFZX7ml8NX9qK7nFJfbH9XzfpXuq2M9ntJ8FRd5kk8PG6RjdpRmtbRTetySvCjlZUd5KL2ef5nPadk9FT5I6cmx7OXhU3q9KY7yr4ybprBVna7L6mU/SU9lTVO6BZnRFVy+yrsQ/9XxQv4olufl/YXwlekWjqf0Oizu03mf7IuA3TTtTy/WYaGc6Jp6LKV7yif9vZNxhLwppBKZA/V7EmWFgBA4nAQ2adQdThhSKyEgBISAENh/BDQti1QyA7vLgNpWOxo7nOt2TaecWHKcb/k+H7/QLeVfLHMp/5K/Vn49/jTpSfmrW2yw5xhQUGJa0JvC9HjyOX8TyeZj3l/unoQvpuO4J2GUh4/ZLYXpMiit7i+L5zRLTk+7Io7T625ZOB83L8lif1nckqw1fUr/JI732S3Lz7KX9ND3OZ7dsjScn+PYb+Q4dhy/6HOc7jhsmdPDFtNwXq4D++zKaqyw2Q1w5hhRf9yxcC4or64L5VmeltM/1510oLLJRt9JIxRV3tK3/1oN0UgIHD0CYtQdvXO+uzWW0oSAEBAC20DAYFRQVGnGlW8V4s0flazf/ZjSruXWK2et/Evhq8mhuLfIsa6Xv16AsloLGjocX+nNcSvdSjlL8cvDnxe2FLfkL8+3tL9a3FIY+yvTcdiSW4pby99ouqX07K+UyWFLbilu+fHSPvtL8ezz8WqO4k69kouSajMqGq145c+L1z4XlJbP2/Pc639Zggtv5+vyTGYx6rbhJy4ihIAQ2CIBMeq2CFCyCwEhsD0ERIoQEAJCQAgIASEgBITA5giIUbc5bpJLCAgBISAE9oaAlCoEhIAQEAJCQAisICBG3QogcigEhIAQEAJCQAgcBgJSByEgBITA0SEgRt3ROddSUyEgBITA4SSQ1pDJZpHNZpDRMkilskCKw6CH6QutpDLQUgloiCEwNYnZWT8CMUpzOIlsolYacUsiGkk9yZsMhZGMRkE0n4Qd1p1MOomYZxQTMz4EoinwiqtZ+i7x9wqpJLKZ7KocjgKbw3rOn6qXHAiBQ0BAjLpDcBKlCkJACAiBw0wgSwZbJsMG2rO1zGoaEhNT8McTiKX8mJ/3YHAsjPj4BHzpFJJJL9weLwaHvPAO9MKbncNQ/ySmRkYwSmmGp0LPCt3lkCxVLpNOI011zCwaqBkOo7plyFBNJ9Pg44TXi4BvHn6NTYksMlQ/NlgzbHDo6TNIk/GazaShh+vJsmSQpJHicDrOUtoMy2VHx0+qmkkiEYvBH0zpQayHb2iIDOAZpPWQw/0vnYhhru8hJmcnMTw0jsmBUfjcM3CnAhgdnEMsngJ9DVeFsBzjqgkkUAgIgUNDYD9XRIy6/Xx2RDchIASEgBAA2TVIJzPkP9t9ziSTmL/5JUYCfvijQxgZeow/XJ+E9/MbGIrFEQ51o6u3F3/8Uy/6//Bb9Gtj6PFYoAWnMNVzBx9+3A+ypfaMciYZRzwchD8YQjCaRsTtRjSRQDQcRsQ3h1DEB7cviHA8Cd+DRxh43IOBaAKZRAi+eT/8Xj/VMYBAKATvXAhhjxvzgRDmvbQfjiCWjCI8H4Cf+AQjSYT9AYTJMAxHEkgTTvosCPgoRwAAEABJREFU1D0VRSwShjeUghYJIkgyRu4+wAwZdgtm3kKyw/o/SXwn+iZgsQfQffMWvvztn9D18Avcn+vGHz4dw3woAaxY5JLsaBppeCYYsgkBISAE9oKAGHV7QX3NMiVCCAgBISAEdpqA0epCbu1LOF5agbOZHsSpwCfGDe3v5ifSfweP7nyG34/6MdznRdd//js8HhvD47t38PDv///44vrf4RcDQ+iaScAfIYOLZvIQmUa06x/wv1yfw53f/hKf3/gH/KePPsb/8n98iOlP/3v8fz4YwO/+7g+4f+s9XB++h9/982N4R36Bf/58HJ/88uf44sPf4eZsGsllPQAtOozpiS7cvjOJ2d//z/jdwDD6ZhOIRXeTxh6XxUabyQ6ryQm7akRsfBq9v7+Jwm+ega3AiWW4wLN20ZCGZCJLs6h7rLcULwSEgBAgAsvbKDqUjxAQAgeCgCgpBI4QAZWuVCazCkXlXvc2VFxRoKgpJKnjHlHyYNwGkZsVMUmzhqlUIc43l6OpngyHbBoaTQFpmoasMwfmmiYU3f8Ug3NhRGCB3WGBktXgH5tHUUM5Gs/kw2EzIpWwwlpciqoCSpNbgdLCXOREZ+Ed78GDhIa5YBkqS5xwFdWgsLwGzVUO2EhphRx/VFcubC47DLEw7o660FJZgcYKGyiIow+/I+6IeTA1EkbluRNoOVMIp9WPeG4phm/MIBFMPsWAudkcKvgdddv1tYRsQkAICIEtEFC3kFeyCgEhIASEwD4ncBjUy1Il+Lk68p75qGoWjsIA+h504/ang3D7YihrtMFeMI9Hnz/E7evDCCfSKKiwP8kbHrmNOx/+HvcmfQjXHtONOu6kP0mwiztOWwKZpAf9A2PoJUPNmq9ifnYI/YPTmHBnkEkkEbcl4fcnkMnGEYsE4Z6LIVOcj+T4OIaHokimssjJNcJotcFqNpGhYYXNYobJlQ+zzQlXdB6xhAKbg8LsTpitdjhtBhiW1VMxmmAw2WBXDSixz2N8bBTjcxFityzRYd5VjIC5ACXlFaipLUNhfhFy8uvRfLIDpxN3EYuHEdWWAaAvjMGogAccVt6WCdmEgBAQAntAQN2DMqVIISAEhIAQEALbQkAxGmBvakKx3Q6HpRglJVU42ZIHR0szSs1mWG0VqCovw8kT5SjrOIsytRyNtTnIzbUhr6QYlU1VT91Wty1KbUBIUVURymuKYKU8qsGAko5TKM/PR1lVNcqaj6PCVY66sxfRXuFEaV058ouLUezIhavpDJpyjLC7alBa3oqOxkocbyqCWnEepyqsKG+sQEF9B5rrOvDSiUpUVVeiNN+CsuoyFJbkQYm4MdHdjV5y3d2DZMBloNpL0dJWhpazzci1mlHU1ITcqioYSbfD8FkYHAD41smV9TGRoVt+4iIaaipRSLOhDprRLG26gDN19TjXnk9G8GGhsLLmciwEhMBhIaAelopIPYSAEBACQuBwElAUBapBAXl4ZjNYYKh9FW++fAlvvvMGzp49hbbiXJgb38a3Xr+AV995G2dPtOJkUzkaX/8aGtUmvPLNr+HdH34fb109g45S8zMitzuAjQh2q8m1VrSiqeMK3jjdgvNkeJaefxPn6Pjdb7yG1777FtoaL+CVM6/j9Y4S1HacRBPNHJ1rqkF+yVm8/vJxXH37JRw/cQ3nmlrx8rkqGJq+iTeaHGg800zG4gmcqGrHtbcvU5pTqC+0o761HhW15TDF5jEzOIRhckOD45jxWmDPr0THpUrkXfg2Xjt7Gm997w20nDmGnSe0GpkdCCOrjmd8sxnaWSHe4nCg4eIFFNhsMFGcpbICxTQwUGexIe/MGygpyIXdQBHyASAQhIAQ2I8E1P2olOgkBISAEBACQuCwEOB3nmXYkHjWltijKjrgKmrB+W99E++S++a3XsOFtkqUWPdInd0uVtntAqU8IXBECUi1d5WAGHW7ilsKEwJCQAgIgaNGYOHZK7Ek9vq880yvoipQyUE2ISAEhMAhI3CQjbpDdiqkOkJACAgBIbAaAZ7lSiezyGj7ZqprNTXXDNONCbbp2K2ZSiJ2g4Ccgt2gLGUIASGwFwTEqNsL6lLmLhOQ4oSAEDjIBHSjiK5WiiJd8oN8HkV3ISAEhIAQ2DkCdJncOeEiWQgIASFwoAiIsvuSgKIo4IVSUqkM/O4UvNPJzbmpJDyTCXjJ34qMuXGWQe45enA5nG52LI75uRQSsQxiIQ16uVS+eyIB7xS558jQ064nnuR4yK07/ZLMRT1YT9b3SX4Kf7K/lHavfK7XouM6unX2Sayq3wv0DvnSSMQzSEQzmJ9ZQ8Y66+mjdAEPnVeSxzPJkE0ICAEhsMcExKjb4xMgxQsBISAEhMDzCfCKhVoqi0ggjZHOCPrvhjbl+ihfz60Q2N+0jDshdH0RRO/t8HN16L0dQufnQd2NdEXABoVnMqnn4fK7vwyi905YP96sLkv5WJe+F+izlHa5r+tBPLg+zEWPo/pxeD/5+jEx225fl79Oucyol3TpuxsG17Hzi+Ca50+XS2nX0ndyMIbwfBpsjA0+CG+N/b0wxvqiCPvTB/a24Of/6iRWCAiBg0ZAjLqDdsZEXyEgBITAESOgpYF4WAOvIhkOagj6N+dClC8U2FzeJ2VSftbhRXJCgQyi4QxSKSAaYT9Ls0TZJ7qHqB4vkvGkTNL7uftk7AbZvSjdinguP0a6RUhP3tfLoPo95a/Io8dtNWx+/eeAWYeDGej6UR0jNNvJ53FNPZb0X0VHrmuaBgdSySyY/5oyVsm7WtoInUNNfyH5c28LPmK/VqmuEBACe0VAjLq9Ii/lCgEhIASEwLoIGIyALceAnAIzjl3KQ8erBZtzrxXg9BuFOEX+ZmVw3nPvFOHU68/X4fQbBTj79kJZrRdykV9iRlm9TdebZZx9i2RsQY/l+p9+vRDsloetd39BF8r/ZqGuG+fjMPZ3ym1WPtfx7NtF6FiD24vk1p10IrfYjIJyM45fy39S303V85UCNJ/NRU6hCapRjDrItg0ERIQQ2BoBMeq2xk9yCwEhIASEwA4TUBRFf6bOQJ1nq8MAe45x086Ru/m8S+WuV8ZSOqvTAINJgcmiPNF7KW5J5l76rItjC0x3U3fWdbPlWWwL58FoUmFzbe17YKNBBqud5NF3UoFsQkAICIFdJLBGUeoa4RIsBISAEBACQkAICAEhIASEgBAQAgeAgBh1B+Ak7bKKUpwQEAJCQAgIgUNHgN9ymOV/21QzXvVyO+Vtk1oiRggIgSNKQIy6I3ripdpCYOsERIIQ2CcEqGe91FenXbDjfyvDstkMsshASyaRSqWhZbJ0vE/qcBDUyGjIENwlrptVOZOh80By9PzsZ9LI7Na5oPK4LL3srfwjCLxwD8ui3a1IkrxCQAgIgW0hIEbdtmAUIUJACAgBIbAmgZ2MoE46EmndQMuQ0aGlNcQT1M2msDTFZchgSKUoLJ5GKhZBCn5M9zzEQP8kpgNJ6IsXQrYXEuBlHuc9iCTTSBLeF6Z/ToLIfBjJaHIhhZZAdn4UvjDJTS8E7dR/fvZNURSoKu9haxuJMJpVGAwKlK1JktxCQAgIgW0hIEbdtmAUIUJACAgBIbAXBDI06zb/5WcY9s9jPtqP4aH7+P1nY/Dc+AiDsRjC4cfo6u3CH/7Yif7f/xP6tWF0TimIe3ow+OgzvPfx8J7P1mVSSTJyIojxcvukc4oMqFQqhVQyjlQmhVgoilQ6Cf+j+xh4TPWIkylKBms6HiIDNo00GbKZdArJOKWNpJBNxpBMaiBbFshqyNBxiMJ5ZlKjtKl4AqlEAunMsjOmpaCRHokUBaaiiCdJXiKFRIx8kpvNJBHzRxCh/GktSfLjiJAeqWd0TiJNM6JIRBGhvCmN5C0VQzojHUMgGkGc9IWWRiY4g8jg++iciyGYBJaS7pi/jRaYLmqLBu6O1VMECwEhcOQIiFF35E65VFgICAEhcIgIkAGRnPciSkZPSgsjEglgzhtD0udBhIyjdDqIYDiIOXcI4dkphLNRRLMOWHNqUaBkYXf30uwd2T57hCQxPYCxwce4PxvA9FQQ4599hDHPHMaG+jF643fo6/kIX0xMYtyXhH/Oi5Dfj3DUi8TEp/ioy4OB2zfQ2/MZPut8hI8+eQjP45/jvccTuPvZXQz330bv7ADu3x7C/MwN3Olzo+vmdfQ/uoUBXwopskqe2CTzPZgefYgvR4PIjv4OX/R8iX/59CHu37qJsdH7uDkewsjtbniCA+ju7UXvvVuk4w384a4XQx99gDGvm+rRi7G7H2Jw+jE+7fJhpucT9IzNYCK0CDdLU3HREfSMzmFuuh9Toz24+XAcPvcAgmwALrP/FnPsX4/ApZIZ/cXjbKvuX0UPrWZSMSEgBFYQEKNuBRA5FAJCQAgIgf1FIEu95oyWRWabOv2q0UJGXTnyHbnIR2THZ+oy6Sy4DiAjaiVZ75QbczM+JE0mGMhA9fV0kuEUgIcMUPdIL+Yis5jqpRk6dwzhlAqDUYWSCiE0fA8jMZVm+MbhIcO0c2QK/WNeGHx38HguDffYNAITDzE4/hhf9s3C656COxCHZ2oGfjKCk0YjnroLMTJBxtUo+t1RZN330DvZh/ujPsx6ZhGPTGNkNos4GW4xzyMMz/kw7Q8hGRrDg6EQZh4/gicUhGd6EnNdtzEyeAd3xuYwOzuNeZplJHttodpkRENNIhiIIjg+CPfMOCaTBpiMFK2Q2+EP2WFkhAGEeftKYr3ZbZ9EkSQEhMC2Ejg6wtSjU1WpqRAQAkJACBxEAtwJT6cWDaNnKpCF0UKGwrwf3rkQEok0+L1wRnMSfo+PDJUQ0loGFhtbDguZUxEPfLPDmCFrI+SsAsfsZL9cI4OU67BQ+tP/wwkTNM2KYocZdodKeipIxkMIkTEUN7hgKiiHc7obU94I4mQVGgyg+BSiMSDHaYazxAmL2Qyz0Q57YQlK8pxw5ZaguDAXLiWJRMgLdzoBf7QIpYVOOIuqkFdciapiKywAScTCZjDp+5lwAL5ABBpZ0Ka8YuSWlSE/Jwe2tAPFRVaY4vNIkUGYcebDZGAJgNlCOseCCIVj5BJIBLyIxd0Iqmw4u5BvWygCigFwliLPZoYxFqN6p2ApcJDuVipbWUy0cx6fA17YhM/Hli15UtdgUqhK5HZOZZEsBISAEFg3AXXdKSXhqgQkUAgIASEgBHaBgAK9A40Vm2LIIqcihJ5b93Dj/W64fQnUn3DBWe7H/Q+/xPU/DSCazKCiIRcGMn4MMCA2/Ak+/93PcWfcjWRLB4WsELrNhyazCtVAFeCpohWyKwqjMGgj+OzLh7jxaAr2Egv80z3o6Z/C6FQaGZ8XodoiZBIazWhFEQn6aGYvBmNLLcKPHuPu5z7EEkBJiYHiVVAlydhSoJLhpRbXIa+sAc2peSCbgGpRKdpIuqhQsho0fm5Pd2lojgIYDAZkhh7g864ppNMgY0vVw1TVCHqvt78AABAASURBVCPpr5pMUKuOwx6aQfjhDfQMTiNK031F1Q74p0jngWnMKEXIbWqAwx+BKaFAMWWQNaSRWiwnRQauQVXhqi6EQUlg/MvbeDQ2T7OwGTLssLObAijsVADkYytbFsQoszDztxU5klcICAEhsE0EuGnbJlEiRggIgecQkCghIAS2QoA60VkyCFaKUGiGytj2Y/zld7+Nv/zpT/HG62/iQmUxbB1/jb/9wTfwZz/9a7xx5SKunW7EyR/8LU4az+J7f/O3+Nl/+9/hx996Cy9VW1eK3PZjjW+/zFAFVpFsb7iIUy99Dz985QLeutKImjd/hjde/h5+9m/+Cn/+7/41LnZ8A9997af4wUs1aLv2Gk5dfR1vnG5HafXb+MF3X8K3/uovcPnKn+PNjov47pvHYDj1X+GHp/Jw6tVzqD/2Ci43XcO3f/IdXL76Bo6X5+D42VNoPFYL1dOD27/5Jd4j99vfvI9b4y64Wt/Gj3/8Lbz5N/9v/Ou3foj/4q1jOH/6NEqqz+O1szaUvPMujpVcxNuvvYuvf/8NnGytQq7JgqJXfoI3X/4ufvY3P8H3/xXp3Pg1/Osffw1X37yCWmUW07few2+5nPd+h9/eiaLxeBOq219D2/mv4yc//SEu/cX/C28ey0eJfRVA2xjEBp1KxqmB3JbFklFoMhlA9umWRYkAISAEhMB2EFC3Q4jIEAJCQAgIge0iIHJWElDoSmXk2S6VetLPRCpQzDnIcTmRk5MDu90Oq9EAxZKLPApz5eTCbrPBZjHD4sqDBVa4cvOQW1CAHKcDNpOyUuK2H7MhoSirl6OarLDYnXDZrXDYzDA5csl3ITc3B668XFgtToqjfZsJZpsdFnJ2iwUGowMulw3OHBdsNhfsFhulM1O985BDM3IWkmcy22Ez2yiNk9LYYTGqsFgtMJlz4cipQtOFSzhH7vyFU2iqrUAx8cjJccKeV4pcRw7yHGYq3wID6Wi3qjA6HDAbbHDYHXAUNaKi7hK+ca4Aztw8Yuxa0Dk3FzaTA7k5DtjsNkpXh9qWszjP5Zw7h/ONZSjOd8BkscNsdSIn1wWbqwgOswEGFTu6KSR9jdNAMRv/LMljf+O5JYcQEAJCYHsJ7HATur3KijQhIASEgBA4egQURQHPiJCHg7gpfKXdiZ7/pmEYyajKRWFVDSrJVVVVoCjXAathAwINLthzytBSaYHRuHblVFsecvkZPi6nsgpVhQ7duNxASZJUCAgBISAE1kGALzXrSCZJhIAQEAJCQAjsDQFeOZIXuMiufgfj3ii1gVJ5gQ7ouq9t/GxA3P5ISha2Qpa2yYgtP56GA7rxgiv6uT0A+ouKQkAIHH4CYtQd/nMsNRQCQkAIHGgC3HHW0kB2jefS9nvl+FnAg2qQ7ne2e6YfGenp5OJCKbS/Z3pIwUJgewmItANMQIy6A3zyRHUhIASEwFEgoBoUmMwK2McB3FSTAkW/2krv/wCevtVVVgCzzQCDCVBoH7IJASEgBPaYgLqr5R+hwsL+NHwzyW1z3ukkpofj8Ey+WCannR1NwDu1dtq5sQTYbaeOK2WxHjMj8efqsTKPh3TmfCvDN3rsHk/APZHQec0QNx/x24gM1pvzbyTPk7RU1hyVvZF68Op4R+jnIVUVAhsmwDNdsYiGmeEYJnsju+pGH4cx1hletczxnghGu5+NG+uOYORRSM8zN5xANKgh6Enpx8v153Tslodt5/74oh4TxGzkURjDD0MYXaMu6yl3hFl0bQ//MeLG8laWy7oyV/afiSPeXAeu11hXGOxWplnr2DO5cB7C/hSm+qP6uWAW7NbKs2Z4XxTusTgiwTS0dGbD32fJIASEgBDYbgJi1G030UV5U4Nx9N4Oo+9eBAMPo1t2gw8jGH4cweCjyAtlcdqhF6QdfEH8wDbpzHoMrEPnpfIGqZ7sBrZYPnNackOdxH8DOnDZQ4+jxDr6Qtac9hlHZellU12eiVtWr/4HEfTeDaP7VgjxqHQKFn864gmBZwho6SziZNClExl4J+OYGYntqpsbj9Eg2Oplzo7G4Ca3UqfZkShmRxd0dU/F6DeeRoiMiZXp5kajYLcyfLuOZ0m+ezyOWWLmnohRPWh/FX3XW557jGVEt4X/HPFheSvLZl1nSUf2V8bNUPgcOY5nn90zaaiuq4X5ZxNIRDXEwhr4nHKaOb0+sQ3Xh3XzTsWRinPbLVN1z/xoJUAICIFdJyBG3Q4h55m6aCQD1WyA2WHcunOaYMs1w0L+C+VRGmuOmco0kVu9bKvLBGvO2vEvLGO1OtlXlmWCjfSwONZfzkL91p9+LT0tVD/dEQvmZt6ADmaqmy3XBGbE+xt3lNf5fP4s02Q1IpNVwDN6moz0YpObZDsCBPj2Nn63mNmmorjSjLI6y666inoryhusq5ZZTrqUU/xKnThPZeNCnqIKM6wOA1x5xmdkcF52K/Nv1zHLrmhc4FVBdWCdWLfNymcZLHOz+ZfnK6+3gOUtD1vaZ65L+8t9Duc6sM96sFse/7z9/FJqmx0q7C4DSqsXmdC52xSPWgsKy82w2Q1Q1SPwI5QqCgEhsO8JSFO0Q6dIMQCuQhMqm+yoPubcFldz3IXqtvXJqmmndM9JW9PuArvt0k2Xs7I8Ot6Izk9kUD59fwvcuG41bQu8apjFBmXVEJ/1sl5N1xou8wX1qGx1oqTGDoNRAf/t0FdRxAqBA09ANSiw2FVwZ7zhpANtF1ybcFvIc3ETeSlP+6WFfI3H7cgtMKK4yry7ej/hlPOkXNaJ3aYZUr02nfeJPgtcdDmbkNd+merD+ZbcanJXCatqssGZa0QOXZtbzjoXmGxQhq4zyT52wYl6Oq/OPAP4+3ngf2RSASEgBA48AfXA10AqIASEgBAQAkJACAiBFxDQV1FNZaGls1h4xcQaGdYZzM95kqR1ppZkQkAICIGdJSBG3c7yFelCQAgIASEgBITAPiDAd9AYzQqMJgWgD7aykTWnP+dJRiIbd1sRJXkPLgHRXAjsJwJi1O2nsyG6CAEhIASEwKEjoGlZZDJkBRy6mh2sCukzdWmAz8d2aM7PeOq3z2/VQNwOZUSGEBAC+5nArugmRt2uYN5KIRloyTDCc6MYnwsjmtKQRRLpVALxaAbpRASxWATRKLkYhcUpjsIWjlNIc2ciFUXEP4fxCQ/CyQy0rIZU2APf3DSm52PQSGI27YdvehSTk7PwBBPQUkloGb5DRUM6zY4OllUjk8lQJ4XCaIgyq2mLaYFMgvImk6AYPTVFgZLoaTMZjfwUEqRrjFw8uZBPT0g60KUWyXgMHMf6x+IRxONBeIYHMDE9j0A0Bb1fxIpFoojTAUnEgi6gcrKkt0a+htj8NDxzc/CENIDKXdJjoaw05YmBVECayos/4RdHLJ5GmutAV/+sFkHYN4PpiVn4UySGuGWoTKo6suRrxGVBnvwXAkJgzwhwA0PtoUbtAruM/gMlAyqdhpZMUDsZRSQSIRdFLJbcGzVJHb2JY39vNNh4qXTdiSZSoCZx43lX5tBiSMSC8Pg18OlaGb3Z43TEC793DlO+FKL+KLXrS1ee1SXygju8qInKOyuSZKnN5+tplC4MkUiMrgUppHgBK1JYo2sCf6+eOn1kyPHiPSr5K0TJoRAQAkJgTwiIUbcn2NdfaGJ+Bp7RHgwHYoiQ0aYbadFJzEwP4cFoEJlkDMn5PkzMeDE3n0LY74d7tB9+MlZiyTRS/nG4yVgbngkgFvEjHM8iPjuE6ZkJTHhm4JsdwOORCJLBYUzPejEzMYq5ift4NDqEzvEYIjMDmPH4MBd9Wmf/SCemZybhCwWR9IxjmOJTmSS8g72YHB/HfCaBZGIGnQ8nEI4E4ZkgnSeGMR+dxVC/jzpYMaTIQKV+2DLBGtLJOMKTY3CTbE8iRBdWSt/ngX9uECPj0xibiyEdC8DX/TEG5mMIp+cxS7JH+t2IpVKYIwMwNNVJ6WYx4Y/rRqEWGaZjDU/6cwkfGck9+Lw/gEiU9AiOYm5uGhPuBGLhKNyP7mAuMo0RkjtJZc775jDe3Ym5xBR6u8eJfRDhcBC+ifEnxuuySsiuEBACu0ggq6UQG7yPcV8IYyNDmBzux3Q4gezMIEbno/BF3ZiensEotZcJMlKoj76L2i0UpVDPn91at/xladSJB9KoSYSWSuvGSYbCMloa+iAc6a3R4FRsehqemTm4U2S8UEUyZMymyfDI0CBTloxZjfZTNHDHTDRqXOkDkLGSJUYJCqdkdJhFhgxe3S23Ukg+6xCPJ5CgwcFUZB5hajRjlE9LppCi64mef6FKT/9PUzwpr1GC7KIcqgZIRYCO0zE36T2CB0PUfusDjUl9sJB2n5aTofqSrCRlTlJdODJDlcjQcUbnkQEb6inKmE17MT0+hbHReUTJ6PLOB+l6mNTZZSktTcfpdjTLWHJsy6kGgN1S2JKfjscx29sFbyhE18kk/LOk8/gg/KFxPBoIIhKnAcKlxOILASEgBPYhATHq9uFJ+UqlDPxk4Iz0DMBrq0Bpjg0Wo4KUZxQjPfdxa3AcceosqNEujM2G4QmrSATdGHt0HcPuGfhpiHV+vIcueqOYTtlQWmhChi6YPso74QkibDLAnBjC51+OIegbhJsMs7BvEoGxz3B9cAwPHw9gqPMeRue88CVVLN/cXTfQ03kfQ6MjCE504mEQiCfdmOi9i+6eQTKo/IgHH+PT9+5gYm4YvfcfouvhfYwEhnHv80EyjPw060idF2W5VIUutkYkJ8bI2JyBz6BRp2AOozMUHujG0Mggusb8SJDBNfTgD3g44EWA9sf7H+Pel700kxnE2MM78A5/jr7ZIGaSZljVABm2D9A5kaILNfQtHXJjrv8OPnrch/k0XagTI3B7ZjHmMyCbiGHikz9gfPYu7g/OYNJvgN2hIXz/j+jyDuDm5/fQ1TmOsfFZTPd36kbd8n6RXsA+/ieqCYGDSCBL1gHZLNQePKs9GzaBhx+gc9pLbdIjdN/6HI+GJxEbuouHNMUezHoxO+PByHACBoMK7tg/K2VnQ3h2aK1ytWgQoXkPZudDmA8lERgdhT8ahX9+Hn4aCPNSmzzupv1oEr6uHoz2DmI0FoMWmaV2yg/35Ay8nmlMu90YG3UjODVIg1h+MnjcJMNLsgI0sEe+b4oG/mLwkmHoJSPXF0ogRY0XffTKZ2mAMOafo7Z5HH1DHvgmJ+GjATm31ws3DdR5ScexSR94sJBMSj0PMilk4l7i64fXG0Q06EUw4MbEtA/zlN8bCWDO7YV3ahjjk4O4zcYRDyb6fZijQcR5XwjxBUkL/6lOHmqLR6c9mJ+Zwmw0i/mpMXhYhs8PPw2wuef9mJtwUznd6Bqco8G+OGyqH0NzQaQibvh885iZnUeQjDz62izIXcf/RCSEkZsfYYCuP25iPUf6jzz8HH0D93F7LI5oMounLldZtlezq34n11GcJBECQkAIbDsBddslisBtJJCEO1PJM+bNAAAQAElEQVSIoLkNr1XlID/frht1bo8dmjuGBvRiwpoLi8sJh90Fh8MOmyGC2Ow9fPb+P+PRtB89k2YYTPk41V4Gl53SqvMY95hgsxagtbkJRWWtKCEDJqzFEaBZwdlJL3yxEpSUn8el5C/x8WwuTLYCtBWtqFZuIc3iUSeh+xHcabq60ZholgyvRIERXjIg3V0eZL1TUHzTGJjtxcjUDKa9SUwH6MLc9wE++uABhvwhxGnUdEGyQp4JVocLTgfVh5zVaYfVqCHtn8DUyCTiNGJrccYRxxyGXReR6p1GNhCGwxlBKjWDmzdn9FsyldICJNzTCI1NIpIxkmYk+skni0DIDPeECWe125g3m5B1OqlM4mencu1GunArwEwnUq48mKo7UFech9MtMQxOZWG0+DE7O4WuHh+4Q/RE7KZ3mN2mM0tGIbBTBPaVXJpsoln8DLI0E/RcxZy5iIcjmP3yC0zSbFbaaIWd2hGXy6n/xl0u23Oz70VkuP8+Ou9/iQ8ngxgf8qHn5/+E7okJdD+4j8e//N9x68tf4Df9g+ieSdAgVppmojRQ44tI9y/wn2968PCPv8Gtm7/E3396A//5Hz7D3Of/X/z/Ph3GH3/+IR7e+T2+GL6HP/xLF7xjv8Xvb03i+m9/gzuf/Ql3PRrSy3oAmZgf/ulOPLj/Cf7uN10Y+vIWBmdGcPPWbXz+3u/RNdGF//PvPqEBwyCSS6CSfiQmPsAvPhzCQPc4AoOf4vHDT/APN8Yx/t7/hA97b+CXf7qHO7cGESHjNZ6IYPTDf8KXw8P44tO7eHTrMSaXZLE/9iGu3/4Sv/r0Eaau/wI/78vg3m/+V3xx7yHuPOhE55fv49OJOdz+x/fJoBvATCiAIA3STc0O4uP7c2RUPsbNO7fwm/cf4O7jKVBjjnVvWgxZ/2N8/qf3cGfQCzfNjnomZ3HzIy9Ov1wKZ675GVHxWAZpuhBsxHh8RogECAEhIAS2icCyJn2bJIqYbSSggOaOyKWRwuKW7KaZsylMzvmB0DRu9wN07VmMJM9cBFf1m/j+T/5LvN5WjnJzHFoqhkg2hHjiAf7pV2Pwz3gpYYJkppHJJhFNOWDIqnAWFAI0I2g2FKCjwYja07VoaexAgauQdKAsT31y0UDyyypMGLxHl2W6qk3f6cFUKIjp0Azc/V2IBhNwvlME/+0kXC4NrhYDgtESlF34K/zFj97Gmcoi5Dwlc5UD1QhTQS1McSfKC50osQYR7u3CcNKF2MRdjEd88NiaUFZUi4s53fiCDK+I8wpee+ctnMyLY+Lj32MUAHWD6D990qNw06xkz0QEruQoHg+lQIPFFLHiY3PxMCzBjekdyXQyCaMZUPLP4ViRGeXGUVAfAlvZuIOqUYdghdW5FZGSVwgcSgIqDf6YLCoUlQZcnltDJyrrynDyXA4efDiCRCz93NT7IXLc64SWKcPL7VVoa86F2aQ+UctQUApH8wlU3v8Yg7NhhBUrGalWqNTe+sfCqGqrwrGr5chz2aFknMitqkFtaR4KismvLEFhwgv/eB8e0dTabKgODZW5KKxsRmltM07UOWGjkhRy/DHklpHhW4lakwOv/fgK2loq4bRZAYML1txG1NYcx4XsEII0rBbkDORSoRh8D4eRf6YB1Wda4VRssCYUNJ6twYlXSmAc6kHYWQpzyymUFbqAlA/d3fOITLphyS9EXmU18knO8o/TmY/yxjqUtZWRkeiGZj+GhsY85BijmO73QQn4YT92HCW1TaipaSK9mlBdUoE6uwGm/EtoTg6h0BlClOr5FcnlJayxb3RCKXoZ3/nRX+MblxrQYAzCmvEipzGDT+9EyXh8chVZEKAANrsKo0mBokA2ISAEhMCeE9hQm7fn2h45BUwodQTh0jrxq99/hi9+/yc8+vIuIrmFqHj9VTS2NyJ2rxOpROIruyAdQsz7GF9++kd8cOMhEk4NscQcbr33ITq7ejBNfZzyJhuCngl8/luSd+c2YsfPwm6xwkozcjWNxSgtVdHf6YOBZrHMJgsM3KN6hr0BZkcFSqqa0djggDk7iE5/HWoqruLdlhxUmyfx5YQVpR3H4SwvQW1dAcocZkRHZuAf+ARfXP8X3OgcweR8Es/bFEWFyV6A6nPHYEpGMXxnChO+Yrz6yhm8fTGLYDiFaa8JlrxSlLUcQ3uBHdbwBCZpVLmbOg5TQSMMqTim7v4aH/7+7/HB+x9jNKih8LXXcfL1S8gOjyE5HwD1efDUVnAC+bFJhPv+Gb+/+wC/66vG8TID8hw2OMprUV1fj8Zc61NZNnVAnYEsnb3spjJLJiFwVAgo4I4zu+fXWIXJVoiiqmM42VGCHLNhlQEp7PqmaVlk1phlLMyJIpuYwK17vbjdPQtbgQLPZA8e08zX0GQS6WAQwQIVoUACyEYQDvgwPRMBakoQ6e7D43t+RBMa8vKpriYTTEbyDYt+fgmseUUoiXqQSKRhtBlhsFrJEDHDQsajuoxExtNJ7f4N/OKLSQxdf4zZVBoJNqKTIQRnB/C4/yH67Y3IM1jhWsxnsJnhrCmCv5vy3nyEKRphjBBz9/1+fHEnCUdNFXKik5jveYjh8QA0gwON1QYkNI2MQwPIgoUdT29R7yxGuwbR3R9GaUMOjHY7JctBKbXtJcTGHc4gZrXAajbDZjLDxM5ohEnRoI18gXF7A5LZHOTP9pP/tOznHtG1RjHa4crNg5PqZXIUIKfmNH2PLqFx/DriPNOYXSaB9pOJLDQtC7Kxl0XI7poEJEIICIEdJaDuqHQRvkUCKnKKylDd3ILyonzkFRXCVUhGVH0TWo+1obLhFM435cCa147qslwU5wA2uoBXHb+EutJylBXkoKS2BTX1rXRciYLik3jlfDVqO86guqYBVcUVKK1swdmOSpqlO446Mr4am2pRVd+MqnwnFNdJ1FfYkW8J0uzeIHof3sWjh/fIDSJdUAZnSS0KSupRe/IsjuU4UH/iFBrqWtDafAwtZ86juuks2opqcPJsG+qaTqG+rB1nmhpw8mIDyisqUGhNIkKdhR5d7gOSOwR3PAm1sgaFpRUogo0u2NVoO1GEsubjqKmuQW1tHRlvZ3Giuhz1py+hqfwYjlUXo6axEI7SBpy7cAJFxCDXWYia5ia0kh7FeSdwuq0CNVVlKCxpRE1tK062N6Gk/hLpU4jC4iYUF5eiuhAw2uyouPoaKova0VpTj4baShSX1KDy+GU059ejrbEAxdWlKK5tQvvxRqh0hhVym/lwB1WlTpMCZTPZJY8QODIEMtRxTsYz1IF+tsqq0QLniZfRUpqP5oZKlNJvMz+vEnWXr+B4sRU5xiKUlpWgtt72bOZdClEUBYqirFpaARk+tS0NqMpzoiDfgdILV9FUVYfjHcfRevES6kuaqc18FRca81F1rAHlNbWoKypGXuMFnKnNR0XdcdTVn8H51npcOFEGQ+1ruFJrR83xOpQ0nMXxhjN4/XIrmqg9rC60obqhmtr9QiihaQzeuYv75O7e6cSgOwVjeQs6Lp5He1UeXLXtqC/KQxkZgkaLEwVFpWi7cgbO0CTGH9/FXcr3aGAKk05qj2uKUV6Si1y6nlQ3tKOjthgFDRfQ0nQOF9tr6ZrQjJqGk3j9TAWar72KjuPtaG8sR4ElBm//giyW1zk5D3/GDHthFcrqO3C5wYbGk60oLChBSWUD8biCMy11aGkoRq6tEtWVRaiqdtGMWT5OdtTAml+KiqYOHG9vpuuNE9S8Yr2b2WZD9akO5FmtMFGm3Mo6ulZeRkNFI862lyPPbgK39xT15KNSgKKsfl6fJJIdISAENkxAMmyOADVJm8souXaHgDGXLm7Nl3Ht3HEcO3cade2X0VRWjnKrHU5XJc5dqKcL4AlUl+agyAXY8qkzc+E7ePnSK7hyqgkVFc2oazyFi9Q5aGy5itdOVaCgog0NLSdxgcLaTr+EcxVGWHNbUVmai+KiEjLUmnC6pQhqzgnUldmRZ0shFY/QCHEAwQC7CJwVNcgvLIbdng9HeTuacipwtqMaBQV2GAtqUdJOcqlTUmN0oKmhGvmlzSgtacW50ydx4Wtv4dKVV3CqvhC5hsQyuVEktQzMldUoLC1DIawwmirR0poDe045qusacepCmz5D6aBRVbXoLFqqWnG6qQSVVQ4YLQ5UtLUgl4y0uup2KusEOs4cR17BKVx55SVcuUplnnsJbQ1NqHeYoBgqcPJUHQor21BCHZaqQsBotaHi8quodBZTJ+Q4Wk9fw7kTZ3H1ShvyzTWor8lHIXWM7LkFKGmoe+Yij41sigKFex0KQB/IJgSEwOoEeCYko1Ec75C3/KPQTI2z/SU0l+ajqa4cpVVVcJjtsNScQEO+BS5TEUpLi1Fba1uebVf3Fzr/qxdpKalDTetpXDpWhxPNxSiiAaTjdPzSKxdx8Y0rNLN1AufbLuFSawEqWlpQ09KK4zUVyClox8VzTThz9SwZbGcprB7njpdBrX0Vl6muNW21KKb2v7m0EWevnqI0rWQ4WlFVX4WSilJY0nFE/AEEdBdCzFKFmo7X8OffeQUvv9SKisYTaC4qQnNdNRo6zqKjpQMvn62B05BENBRYyBfNIGE/hgvn2nH8dDMqa1qpjTyGy5dacfLaJdQVNqCjg9rhyy+Rfx6vdxQgr/0qTrW14lRTOUpyTEiFF2WRHkFjCUprm3Hu7Am0nz2H9lwFdceaUZifDxcZeuVtF3D5WC2O1RfBaa1EZUURqqpcdB3Kwwky6my153CstoIG7apR1lQL4+rIVw3VjbqTJ5Brsej5ckpLUFZXR8c2VJ09i/wcJ8zKsqy0bzSr4BtZFNpfFiO7QkAICIE9IaDuSal7WqgUvmEC5kIU13Xg3Muv49rLr5HrQG2+k+bRNizp6QyWEpQ3n8F5Xe4rJPcEKh1WWJ5OJUdCQAgccQIGowKrQwX7RxzFNlXfDkd+PTrefB2vknv9zcvoaCpD4TONrxPVrS04eekYcqlktl3yG87h9JXX8Trle+XqeZypscJM54eiN/yxFVSi7syCLJZ35ZXv4s0zbbhYsWFR68qQpVQ8LsCOdrf8YWOOmWxZkAgQAkJACGwDAXUbZIgIIXA4CUithIAQEAJHnIBqUmG0bmTOC5vfjFaYTSZYDJsX8dycZNXxs43snptOIoWAEBACB5CAGHUH8KSJykJACOwvAqLNzhLQ0lkkohmwv7MlifRDTYCm1VRVATvIJgSEgBA4ZATEqDtkJ1SqIwSEgBA4bARUulIZTQoU6pAf8LqJ+ntIIJsB+NnMrEZTdnuohxQtBISAENgJAnSp3AmxIjOdzCLiT2N+NgnfVGJbnGciDu9kQpfFvndiYZ/l874eRvGcbslxmB5P4e6xOHzkLx0vxS0cx5/I5uPljtOxWx62fJ/juLwnsqm+3sk4PONxkkluUW/WkcM4r5fCOI93UR8OY+elOq0WznFLjvNwGna8vxS+3OdwPZ7kcbi+f7mbUAAAEABJREFUv1gWx3E5HM5OP6Y49hfSESeqA8ex43Av6cv7azk9zTIZC3IS+rlaK8/8dAIBd1Kfgchs10Me8tMTAoeQABtzqlEBv9sxFtYQCabX7cLUDrPbSB49bSCN0DyVQ75+vFQmHQc8KSzJZD/M6Zbil3xKF2FHx7FIRn9JdSqeXb/elDdMjmWsqgfJfUqvVY45X9CXelIm66nL5LQkm+NZ/ovkrCde50CsWZ4ul8t4gdPzLGPHx5yX/ReWSfpzWcvTcd6VYcvjEzENaZr15ReGR5fpxkzWVeayPNGghniE5KVA38ud+NGJTCEgBITAxgiIUbcxXutOHaeLuJuMmpFHIQzcDW7d3SEZ5AaXy7oTWCaX9pfiyR9YckvpKW3/bZKx7HiAwpZ066f0T8leSsc+p2PH+6s4PR/lX5I1SPssT9eB0uv75A/cXdCR0+lhlI73n3JcDoezr+dZpvPi8eCiz/Kf7C+FLfmcn+UslUl1fyotx6+SVmfE+dgtxnO+NfVdTDPA8shxWtaLnb6/FL+KP3Q/iIneCLijxaPH6/5ySUIhcMQIsDHHHfE4dcqnh+MY74mt2412RzHWE113+iXZY1TGaFcEY71PlzVGskY6KZx8TsvHo4v7fLzkON9S+PRwggwrDX4yBpfiX+SzXN1R+aPdVB75L8qzMp7zjXR9VfcRZkGO07Fsnc0m5HL+lU6XRRy4zmOLZaxMs/J4SYelcJYxSszZXwpby9fLWab7GJ8vKpfD18rjmUzSIJqGKA0MTAzEnnwnxlhvyrtWvtXCx3qjmBlN6LIyNAN4xH6SUt39REB0EQKLBMSoWwSx3V4yriHgSWJuNIaZocjW3XCEZEUxQz7LmyV/dpSOF2XPjkQxO0LlUPgchS85Tqenp3jPRPSr/HQ8NRDByOMQJvvDmKPjJdmcfrlbkE15F8taHqfvL5b5JD8fk7y5sShmh6NgXVgPlsNhnIfD2HE4Hy85rpMeTvmXwp7xl+RTPWdo/5l40lMvi+LZ5zR6uYtpuUwuZykfp2F2s6Srm3XmshfT6mlon3WaIX+iN4zRzhB1BsLQ46gs9hdkRMFpOC073ue4tRzn8U7FabQ3TSO9cjvQdv8GRd7hIcDP0vGsSCKWxQgZKX33IlivG3wYwcCD9ad/Ivd+GIOPoui/F36qrP77UYz2xElmVA/vfxDFwMOF/Sd5F/XjtBw22h2jWT8NnqmknofDXuQGqBx2/SRr6HGM9IisO++SbNZ/uPMr3QaJRf/9BTms25Bev4XjpTyb9QeJwQCzIL253PXI0dmRDktpWQbXlf2lsLV81n95nM6JZDGz5eHL96eG4ggHNAS9KSwvg/MsP16eZ619Lo8NO/5eQpH2+/C0NlITIXBwCbzIqDu4Ndtjza1OA45fycF3/0MFfvT/rN6X7uq3C1FcZcYbPyzBX/y3VftSx/3G7vw7+ahuteHktZwt82Lmb/yoGK4CE1SDssffWCleCOxfAvw8nSPXCFeeCWfeKsTV75dswJVSWnYbyVOCa98v1d1V8q8+p7xrFMduZRoOY8fhp9/M19va2nYH6VKycfe9TeTR9Vqqw0L+a1SXa39WuvHySRbXY7vdNZLLbjNyOR+7jeQ9diUXhRUWlNbacPGbxVvicIXOScerBcgrMUOVZz33b+MhmgmBI0RAPUJ13dWqKtRHN5kV2BwqbGTg7UdntqowkDFhsW2Hjgbsxzput046M6MCI5/bLZ5XNvwtNgMU+RXu6m9TCjuABBQF9IFKvxWTRQX/DnfFUdu4HeWYrAp44MZAbcd2yNu0jG2qz6bLp2vOXuY1mVQ6DyCnbMt3yGRWoaiQTQgIASGwLwhIc7QvToMocRQJ8HNCfFvZkau7VFgIHDECGS2LrCyGtOdnPZOF/lqMbWl3SVYqmYF+bve8ZqKAEBACQoAGrASCEBACe0yAOgd7rIEULwT2JYFDo5T8xvfPqdzOc7GdsvYPIdFECAiBA0pAZup2+8TRaC2P2C5dC3i2BlkNmUwGmsZLI2eQjgURjsSQSFI4J8xmKEkC0VAE8ZQGjYcbWQ7rTj5lpVFgOqCdLAnRwJnSSEbCiETiSKQyegileOZD2UHinwmXgI0TyKQTSMTCCEeTdI7oXBJc/VyTD3J82pZLVVQFfDtWVh6yh2xCYCsEFtpRlkBtH/3W9ON0GhrvQ0M6EUMsEkE0oWHpd5il32syHkM0nqKfZxZ6O6hn5/2lNjMLLU3HHK6lkIpHEA5HkdAyINFc4LqcalCgKMq60u6fRBmquwaNZhn3j05rarKuCGpyYTAp4HYXW93odPKtwCqf263KkvxCQAgIgW0gIEbdNkB8nohnLvzUMdBSKST1joJGRkAKWjqAaDiGcCiLTDIK/9AtPOocxNhsCHonRIsh7h9H790ejHujiETT1ElJI0W9kKyWQDiWQZoNwkgUiWAIAQ6HH5OPH6Onewzj7ihSVB5WbKwbd374FhI2PlZEP+cwCzZCM0u9Iz0l9Xp0f/GfLnxxfzVvRfLVkiyErTvhQvId/s+cuGqrFROfn8Zk/yM8GJiBP5pCOp1EiozwFBnnWiqJJL/PaJXqKFBWEydhQkAIrIMA/yaT4Tg0NrS0NNLcvsbTyHi9CFBYEhEEpocw+KgH/ZN+xPRb5jSk/JOYHhvEwIQbKS1JbXGW2jVAS8SRIGMvhQyNzCQQmE8gycZg2A3fcCcePe7HVIDaWpK9DvUWkmz1J77YbmR54I4cabYgd83husXoZd6iiGUha+8upI0hGIzStSkBLvcQ2XZrV1xijgABqaIQOLwExKjbqXNLPf9kPEMdha8uv3pR88PoGx7G70dCSIU/xz+/P4qpux/io5tf4leP3dR5SGH40Qgs+UkMfPkF7n72L7g9dBf/+VdzyKktRI7VhHhPN8a6OzGUCiA98z7+4eMJjLoT8PZ8inuf/BKfTqWQzY6gb8oMNTyEubH7+OCuVy9+3f/IMASNSociZIykM8gkE0jQzF+UZ/1SM7jx6V10dU3SLCD1e2h2MBUM6AYoJaW0cTIug4hQxyfCHGj2KhZNkFGTQTaTQiqWQpQ6C5GIhlQayFDnKJ2gnWXKZUhQKhZHMhpCJJmlEXfqbFFHKxGNIpbKgqwlpONRhEhuPBpHOpFAbEkEjcpHKTxGxtQykduym0pkkUpkSOdnxfnn/PBNT8BomsZv/oefo7P7t/hyYAKff9qHwY/+gGlSm2zvZzNKiBAQAs8lwIZbhqwK9lcmTFO70P/eP6JnbgaesXsY6b6FPw1OY/D3/z0+HfDBHZ3DbCAODw1uOSKf4X/67TDGr/8drvdPYSBRgPJcDVGtC599PgOfL4m5ezfR88WnGNEiyPg/wy9+ewcDY35EZ30IuX2IFVsw/vP/HdNzc4jSb3qlPps5zqSofYyEEKW2LUltXIrbVBoISlFblswkqb2MUPuZhO/ebfQ+eIheauyy1EanYkHEyIBN0+BRho1ZbltDKWRpcDBBbSq3r8ikqU2OIkjhGjHUKC23ral4HNScP60uGcUatatBGpTKkM+yo+O9mHxwHX8aiiAUJj3YqCT9yIregEn5dDFyJASEgBDY9wQOoIJi1O3YSVOoc6+CV8fC8s3lQDqZRvxxP2K9Q4iU5GDCZ0NmegrW2DAm6aKaDMzAQyPLo7445qdCUOf9UNtbUFRSijyHGcb0NBl1n+G9X/wS//TedfS5w4glp+BFGmN+K6Kdk6CrOsJeD+ZGR6mjMo+kwbRcC32f7wbSbwE00deAD/RQ+pcOI+IZwD9/PI6xgXEE/NOY802j91E3bvzyTxiK+jEbjCJKHYjI7ARG7nyILz3zuP/+DQzc+wNuDTzC+7eGce8372Fs8Ld478EYbn/2BToffIgPervwL//rDQwGRnH3Xg/GKO3EVD8+u+ulgr/6zA/cxcOP/oE6EuP47He3MTMzhhnPJB7feohbv/kXDPb8Cv/j5wO4+bt/xpc3P8Z7NIt563efwDt5Ax89nETvvRsYoVmzvvmvZG7HnpFv3SHHq/CtlJeh6VKNDFTVbEIqmISSiCA+fgsDkzN4rLahmE4B3/6zlC9LM51p7lWR4bsUJr4QEALPEuDmSdV/PM9OeRnULKrK45j1x9BNhkcg4EZOziwGUIFAzxzSgSCSkQD8NOAyNzmOqNGA4SkFdlsO6moKkZdrozY1iOm77+HD3/8cv//sAR5PRHRjKdzjgUMZxlQqhCkytqKhWUzNzGBsLqnfbfGsNs/q/qKQ2HgXhnru4cvpACbH/Bh+/z0MzU5jiNrKgQ/+CZ0P38NH42MY9iYQ9IUQjUQQj7qRGHmf2lY3eq7/CY8e/QF/IIPvX35/E+77/zP+4c4oPn//c/R1f4ZH0z34ggaW5qf/iOudM7j/yfvovPMpurwppKkC2SUFoyOYGHqAj2+Owz9FzvcAfeOzmJ4hftEAAtEItKEP8GDSj97HnZgf6tIH25ayHzmfwEWCaRqIzYKa8iNXfamwEBAC+48A9eb3n1KHQiO6WKoGwGBcURtLAVyZFCyTj/HZYBrVFT5M+zUkPF4Yw5PociuAaoIpOoNMXi6M9lzkkLFgKi2C1WKDhQwwA8VbqEOSX1yE4gInzAYV2dkBuINxTEXMSAx0YopGU9NGE5L+DExZFQVlthWKLBzqnSXSU1k41P/zSG1kbgozZidMTgesmo+MzGE87pyAu28Ec1kFmtEMkzGN6Pw0Bu53Y8rtwTyNBCep0+PxzmBwxo+5sRnM9z2Ch0afs6YIkvFZjM2G4Q6YYbM44Yx6EBjvw/AsGbEmi1720r+4z4/AtBsxmx3xuQnE/AMYIgO1t3MM7oEBMjJ7MBw2IzY/h0gkDG88i+jUMLw9N9E9PoExTxDhaIpmBpckbo+vGhT9NRCr3jFJI+pJ6viFwka0XDuN0lwndb5imPcHkY7GwKyXcwYdKAr94x3IJgSEwFoEaFIKGvec+eeyIpFqMiCvtQqRyS6MzKQQjZpQFBzEkKEW8eFezAf9CCsGaCkDUr40qprykMxYYLNakJdrgclsglFRYXIUIK+gGPkuG+ymBGIxDx4/csNpnsA0tUfTXg0qUjAY5jHvaobZaINpFX2wwc0zE4LXG4PV6YDDoiA8Pgw/tWl+H7WP7mkEsnEEuu9gcC6KsGaAieqrpCIIjXTDq1hhNM0jHJzEyPQ8puYTsMUGMEZtUHQ+gPhMN0bHO3F73EdlhGnwT6O0USSSKRhtZlBz9kTbhHsC/rlJ+C0uuJx2mGwZpHgWMAEqw6ynN7sy8E2PYnjYjbn5NPTm64mEo7djMCpQVUCBbEJACAiBvSdAzdHeK3EoNaBRPJ6AIdvq6eopdhRYNRQ5/bgZqUZNtAdJsxmm0kLYjFmM9QaQMeWjpKgE5flm2PJsSBhMSA12Y2JyBEPTfgQiNjLSWnH2pSt46Vwj8i3A/JAH8ZiRZvPsKDKO4v4cXZBtxcgrLkc+XbUKSzMAABAASURBVKCtWboyY/Vt5QUpq2WQSaWgWrP8VAlSITd87hlMUscjm0ogQh0iI3Vu0mnqWMSpgxCNIUojyCgugdPhgjUWRiIaRNhRCGvGDIeagcFihEr1tJutcNXUo9xZgWMVQDQQweQcUEkdrae0ozIspiKUlpeiyJUCIhOYJcNxjkbjNV2HDFy5JcjPzaVR+ULk5uQjz5FBOhGjsn2ko4PKzAPhe0rsVg/4FjBNy2LN+44yBpjMOWh/+QSKcu1Q7FXIz7GjzjCCKX8Kae6YLiqhKAq4U/D8HgFkEwJHngC3pfqCJSvuZtfBqEag+Bhc/mGoRg1RJQ/psRCcFbWock5hLhKCJ+OCPb8CRQVFcGbiKMjTEPZ7MTY0QjNRk3AnTbBWncPJsy/jbEs1Ki3ziIdG0ZkuQ35ZCVTvPMJzQcCag9KyApQWWcggUrZl0CipKcikATPS0JQMLHYF8bAXXmpTg5oNRmc+rPPDZETFkKQWWQHVMZJCLGuEjdpWWMww0uyjhdpWW14BClx2OJzk57ngMCnUJkYQTsYQjOWiMN9OHMrgyi9BWYGFysST5idDhl5GS0KxZPnOSsBB5ZossNJAIgxAOqkhXXECDm8ngsksfJYKDsaR3RTAajfASIypKT+yGKTiQkAI7B8C6v5R5fBpwp0QjWapVtYst8yF+nMtKKk4DdtYFFUn2nD822+hpbUBubPTsJCxktv8JtoscbhsaXidhXA9fJ9GjW/iRifNoEUBs80Ki2KAYnIi36lhNl6K4orj+M7bLbh2KRcTIxZYHbmovXgMhcU0Mk0jq1jnZrTbYCsuQLrnMUYf9GB80o+U0YqcslwoNpUMPgtyEKYZshSSRhdajxUjRcaqarfAYnXCloqRtTaHQE4u8tvbYKRZyPHuMIIRC2pqLHA5DfroprUC8Gm5ZBDmot0ZRyQYRFB3ESQVI0wuF2x0tbQ5XTCkVDgcDjiLXYDNhIypAHlWA6wUZ7PZ4LSaYC8sROHpUyixWJELE/V1zDBasK1bms4nn9NnjHUqxWin8mta0d5Wh0KzCqPRjurqBly4fAytJwswNxUHG4V4smWR5d7qk2PZEQJbIHDYs/JYyrJBka+qawTUerSV0EBRaw4MNEAWyLbiG6+dxtfeKIERdiRTTpQ2V6PmfBviD0ZQXmVF0DOLzhs30dXThcEgtac2I/1mFZqRssOqZmGNhmC9+gOcuPIXOOUE8hFEOq8OJaVn8GrJADLZGGLaV1o8d490Xyu+rDhDhpMPXd1D6Br2wllVgERwGrOeEOajFhijCWSaamCFAqsdSFH7GglqsDQ3AWPDGOpNIaM4UFluQ47TAlgLkMtto8MGc2kjisub0W5JUnuowkJ1tDrsMJMhqGgJxEJBhHQXBvILYXLaEe1+jIHH/ZiNKlAtJphzLMiqGaSm3PCnquEKDsGSb0C2tBSyCQEhIASEwP4hoO4fVQ6bJs+5iuc0o7z9Hfy7t4tQ+faPcJVGhptcpWhoPoW/+jdXcf4730JlTgFaX3od5668iVfaL+J7/81/wLfe/XP8+I1jOP/uJdR1nESLKQ+mim/gZ++04c9/+hpOnm5GTk498k7+BP/28gV8/+tVqG5sRcOxU7h8rR7r3kw5yKk4g7/92Tt467uv4OTL38Xrr30Hf/uTd/HD//t/iTdLyvHGO+/glVfO4eSp02h6+2f4N29fxDuXm1BRXoeKlgu4eKYd55QZdNpfx6vvvoIf/GuS8eo3cKmyHV/7ehFsNgPigQicJQWoaCiEMv0IH/78F/g1uV/8/CMMmYpR/e3v4DQZbKfffQd1l36Md974Ov7633wXf/5f/9d48+q/x787n4Mzb38TZ85ewBtt5ThB+yXlX8Nf/tnX8O53XkZbaw0KDNjWzWRRYLKoUA3Pii1tacaxixdQQFEKORRcw8ljtTjRWo2c6iu40ubSb5/lKHYZ6hCykcj74oSAEFgHAf2HtXq6kpe/j7MdV/B6RyuufP0lFNGgl6Hhz/H66Tfw56804/S5GrgKz+DPf3QRFSe+ibe//h38+McU/8r38Up1B955swyFhWaUX3oJJ7/973Gx7Tv4qw4gx+rC8TdexZUf/hk6zpxHu82Fktf/BrXlpXCZVtdlZahGv/XVBoI4naPhIk69/D388NULeOtqE2rf/BnepLr87K9/gr/4d3+Niye/ge+99lP84OUatL30Gk5dfQNvnGpHSdXb+MH3Xsa3fvIXuHLlz/FmxyV8741WGE/9V/jLU7noeO086ltJ7+Zr+PZPv4PLlO94uQvHz3Wg8VgNVE83bv3zL/Aeud/88x9wa9yOnNav4Uc/fAuX3rqGxtyzuHKmFs0Xz6Lm1Nv4y9cbUW32IZpuRzldA+pKWXtxQkAICAEhsF8IqPtFkUOnB80wGYwKDKZVeiEUp6gGGA0KFIMBqkI+jcIqigqDUYVqMEBRKExVoaoUT77BaISBwg0qhRlUKORTCkAxwEjHej5VWcxngJHiDSxfUcBpVYrDujfKo6jgW3oMJFtVDWBnNBhgYD0UBarBAFUlXcgpBiOMBhUGKkPJq0BxaQXaaBS5+e1v41qhFfk0a2UwcnpyCqUzKODNWHgJZ0914FpHKRyl7XjpW9/Eu+S++a1ruHC8GkUGSk8JVYMBimqAgXxdJ9ZBpTKpPNVggEo6GBb3FcUATmcwqFAVBQrl386Poiigz6oiFUXRdVGwuCmkg6pAJacovI+nNlUF+NadpwLlQAgIgWcI8G9FH0yh39IzkYsBimqASgkNlEY1qNB/h4qBwgwwcBg5KCoMBpU8A/kLTlUNUPVwBYoCKCRDpTaNww0qHUOBqocZFnw6ViheURTaw7o2gwHg4ldNrKhQSQeDqsJAiRSSbaDjpbZOpX0+NlCcqqqUVqV0KhTFAIOB9g0GCjPAoPK+SgXRtWIxrUJhC3UzUBoVKumsUpiiuuAqaMGZr30Tb5F752uv4wwNPpXYDDCwPIMKRaH0qgJFT2+AQTVAgQ0tb76OtqY6FCur1uZIBWayfLcF8Jwh3IPOQ/QXAkLgABFQD5CuB05VhS566j4mzBciftcczxZt222ARits9hwUFOUjv6wI+WTUkm276rkz2PORm5eDXKcZBrMDecVFKNJdHnIcFphWzbW3gelkBux44YYta0JfEEWhL8mWBYkAIXC4CVDfeeHW5YP6c2G92e2b02SAwWSHq7AIBeQKC/PhsltgUp+jILdVRjtySwoorXVfts/P0V6P4rt3+fZ5fjRCD9jiP0Whk7rw2aIkyS4EDjoB0X8/EHheE74f9Du4OpDFpKUBNpj2bSVIR9aNO0zsb49ToRpNMJlNoMm554pUaVZSUemK+NxU+yuSF0nhW6m2l9n+qqNoIwT2GwH+vfFvb1sGU/Zb5Q6MPtRWq9SuU5tNnwOj9TOKUjWeCdtkAItit8nskk0ICAEhsK0EDoRRt6013kVhvCjGdo0I7qjaclVaN16VejMK/2qE2bqZSUIhsGUC9HtTaVYke0BvdNONUX0QjSqyZRgiYLMEVMJvMCpgB9mEgBAQAoeMAHdPD1mV9kl16OLBi2qYrYSYL+b70REq7mykk9RV2o/6bVynhYcbdjCf0azSLCTNRtJp1fuX21EWZBMCQuB5BHgwxWhWYOBeOWjbjt/dLsrIpLPgW/9I8x1vo7atXdpFPrulM1dJL4tPBB9s0XF2FiVOCAgBIbAfCHDXdD/ocfh0oNae3z2kJYB08vkuFaP4ODlOR+lTvE/+mvk4jh2nZ7c8PYXr8jh8yVFYmtMsHS/6rJ9CnSSjUUUmpSDN6dgtxj8pn8PYrQxfOqa4JzrTvi5nKY7KfRK3FPYcX9ed8jwpe7W0XMaL0nA+SqeXvTwthT2lH6dbchy3PO1S+DI/kwKyGjm+tXZZ+HP1XSOdRuEayQPfW3b4fgH7vEai3kEkwINQ/LvZzO9t3Xm4HWBHv88N5VnZdrCMxTBkaZRv8ZqwWlu87nLW0onLYrdW/FI467OUjny9vSV/1fKXp13Kv1mfy2B5L8rPaTjt8nTLwziOj5fHb2Bfb78zgL7yMMtheRvIv5wTfw/5EQtpvg9iSyI6C4HDSUCMup06r3QBnxyM48a/ePHRP7mf6z75lRsf/9Ktp/n4F258Qvvsr5WP49g9iac8H7Gjcjic5T2JWwxbkr88vOtmEAFPCg+vB/Dpr926Dpx/eRre5zB2vL+qo7L1+EVf36dy9bSLYUv66WFLcav4n/xyTtfjeelY/se/8uDjVfIvz8fpPiGWT5VN+jx1vFzG8+IW0/XdC8E9lcBwd0Q/X8vL2+j+J3TeH3zmJ5uOOnw79T0UuULgEBDg29hjIQ3RUBqPr/tw+/funXN/INnslspYj8/p2S1Py8fsKKzzhh++mQQmByK4/T7J//02Oy6H3Yvk/pHKXUpH/p3lxyvzUvxtdivDN3PMctZT79X04bzsuFz21yOH067i+u8GMD+bgGcijnsfebCl+v3Bg+4v5hHypagNPwQ/MqmCEBACB56AGHU7dQqpn251GZBfYUVh1fpdwWLaJX9deavXL3+5PGeBCUaLipwiMwpYz8rNydFlrqUDh7NbrJee9nn71bZ18rJg3Yw2VP7zGdjzjDBZVdhyTOvU8znyiHdOsRlk/0M2ISAE1iagKADffmm2Kiivt6Cm1br/3LFVdFoMK68zw5FjQF6Rcf/pvRbLRd33nPU26lFcZYbNaYAj14Dq5lXO11os1ggvqzHDalfB30/+9ooTAkJACOwlAXUvCz/sZecWmVB33IHGU67nugaKZ7eUbvn+Uthyn+PZLQ9b2udwdkvH7PMxO95f7kprbbA5DKhotKG+wwVOw255Gt7nMHa8/yLH6di9KN1a8ZyX3VrxHM7xDaQv7z/P6emI7fPSbDSumAwxR44R+aXm557T9chl5hWN9sP+M5D6CYEtE1DpSmUyq7DYDWg44cCxC64D5Wrb7HDlG1FERsWe6n5+n3PbYf0q6Vpnp8FWPhfNZ5xb+g61nneirt0BlidG3ZZ/4kdNgNRXCOwIAbpU7ohcEXpACPAsET+nItNFe3DCsllkn6yesAflS5FC4IAQ4HaK36kJ+s0cEJWfUnPhdQxci6eC5WCXCXB7y7fy8vnY8jWPTie/soifzzugX8tdpi/FCQEhsHECG8shRt3GeB261HyRSyUz1FeiK9Shq932VyidykBLZaEbwlsUn8kA3MHQZQn+LdKU7IeZgKIo+jL0vLATDuBmMilQDQpk21sCBqMCi02Fviq1sjVd2JAL+lJIxjW6HkgDvjWaklsICIHtIKBuhxCRcTAJsNaKqsBkUaEoW7zCsTBxGyLAt5QZqLOnqJRN8BME+QgBISAEDgYBvmTmFppgsRmg0nX0YGgtWgoBIXCYCaiHuXL7sm4ZDRlNg0azNKxfOpWmUb4okokk4jEgk44jPPUYg0PjmJuPIalRqkwSWnQWYz2S8jDDAAAQAElEQVRDmAnEEKOZtUw6A43vH8mkkaCZI10eyUjH4oiChYfhGerDyMg05gKJr96RROKe+tBwo5bmUUZ2T8XIwSoEjCYVTwyxVeI3FES9AkU5ENbchqoliYXArhKgpisdT1M7Sjs07Z2hxlDjhjMYRoSmw9OIITQ7obefQzMRpKhNpZTIhOYwNzmGoal5pKkd5eXqKTsyqRTS5DRuX5FGJJym4ywy0Xn4xwfR3T2K2WgKKbl1eldP874rjJpunvlTuRdF+/tOP1FICAiBI0eAm6MjV+k9rXCUOhIeN3p8cWiJIXR2exAYf4y+oQE8GA8jnUhgpr8bwYQXo71klA08xrhnGLfvTSNGxl1ayyI2PYX5mUl4tCi0YBfu9s3DF0ojOtWD8Z7b6AtQBwdTGB0NIDA7gtmZEfRNRNas9qp2BRl7oF5OIpkmAzSLrJamwwR1iHg/iJHhMczM+pHmDhL1hLREDCkyNLmfo6eNx5GMJZGk3lM6RfnIeOXnGLJZDRr1qpJxiiPjlPpfemeMjdTlCvJtoRp3rJIkh+rM6mTSKdIhiRQdgw1j1o/kcgcsk05TJ2tRAqVLUXiKhS8GfeVlkKG6pBIpqhff/pghfRJIUx5SH6CCtCTVJRYDG9xcn6/yAqpB0d2qzLCxLUtlZbguG8smqYXAPiaw+6ppqSSm79zGlD+AkGcM7olhPJr2Y+bWb/FoJgJ/ch5utxfjI7OIervx0T0PvH230TM6hWFfGkhHEEtPoacngHBYQ2B4CBO9PZjNJJCN9uHzL0cw7Y4g4fHCPzGOqWQYY9dvwOsP6u3bdtQ4S20St/1si2rJJLVN1C7pbVwKGrWZ3JamKU1kdBTTYxOkAw3cUfuht1V8Szi1dVlKnyYB+u2A1DamqUGjYGrTMsjScSyuIUMNWoYCNW7XuX2l9vkr/TN628hts0ZGbrC7G+NzPvioveb2VQ+nxNn0NMaJ3dh4iNriDLJaEvEEteskm6KP1IcufXzJOFJ1lsoKASGwfwmIUbdD54avlTRIDG70nypCC8Pj9aB3cAaJ2QfonIpiengUw31dGJiaRJAutN7xCTJQfBgZHMJI90NMzwzhsduM3LIi5NjMyMwNY7z3Du71PUJ/54e43kOdlJAfXs8g+vt6MDgaQDbrwYw7ibh3GN7ZYQzM0DTgU4osHCiKohspgIInWyaFVGwew6NekulHNBZCJBKAZ3oaY/0jCCTc6CV/enoe8XAIwZlR6lD5MTU8gfm5Ecx4pzE8Noup7j74AgMYmnFjanQcc3OjGPfNYfDROLxBLyanPAj43AiFfZiYCT8pnndi89OYG+nEiNeN0aEZhCNBhEPzmJucwiRxCXh78Xh8DmMDvZigTtzw9CwmhyZIn0lMzFK6qVG4PXNwR1nakssi4nfDMzOGOY8Ho8NTZEDfwzjpPzI5h9mpaUSjMxga92CWOPrm58mQXsq7Az59SahftgOCRaQQOFwEeJAnncqSUfJsvbJaCvGxexh0+6nNHKG2phcjwRn0dd9BJ7WNwZAXfpq180z7kHY/xCfd8xi+/wDj83GkHAUoyTfQGNE4Htx4iM5HXbh34w4ePejDLA0oJca60d3ZiSFPAD4vtUHUHvkQx8j125gPhJF6Vp0Nh6SpLfTNTmHUF4SXBvs8PX3whELwzM7C3d+J6el+9M164A0n4esfwiQNqE1Fw0j7h9E7MY+poSHMTA9hYHISvT2T8I8+QNeEFyN945ijGcq5oBvjw7Pwe4YwOhvB9NAwZsbIBZMgpPp8JCvNM5fzM8MY9vjhj2jwPXhM6T3wxKKIB2dpEG8MXcN+xCKjGB0ax9DQHLXJHowPzsFH16RJdxCBKBmbLGw97qCn0dtv+nfQ6yH6CwEhcGgIiFG3U6eS2voMzWJpK2dicopgpjhzbxfmeudga3RhKpIPs8+LwvQQRmj2Cskg5qcG4MmYkYoa4YomkHe+Hfl5bNQZYTYE4J3uwp1PP8Ent/owT7Ne6cQofAYTZpIlyPYMIkGjpunIPLwTc2SoJGDPW3vpfLLrsNymy6aCCLt78Ye7bsxNuxELTpERNIquh124/ds/Yphm5SIZhQzHLCJkqA3c/CPueHzo/Ow2Rh//EfeHHuLDByN4/Mc/0Ij3r/BR7wy67t/GQPdH+KS/Bx/+8h6m47Po7+rB+MBdjEz14mZvEMu3wNB9dN/4JT4ng/DuR7cwOzuAydlRPLp1H/d//1sMD/wCf3dvAo8+eQ8PHtzAh11DePjhR3CPfICPH4+i7/FNDA12o9u7XGoME32P0HXvC+oADePGR/fw+Hf/M273P8LNrgH03fmS6nkXf7g5hd7PPiZjcRwBOofLJWznPnNXDdspUWQJgcNJgNvRZCyDTDpD7c7TdTSaFDSfyiGjy4+HQxoNAMVQlzeNftdZJLomkJwPIZmIIDQ3h+nxeeRWODERyENpQQHaGvLgdNlhoZn68NCXuPnZn3Cd2o+RQAapWAIz94Koyh3HdCqMsUgCiZgPczT4NqEVQqH21rBsLOxprdZ/FKB2qq/rIe55Y3BPBzH03nsYoAG0ge4u9P3x13jUSW1aXy+6ZxJkNFGDxCNBMTfCPe/ht51BDNz6mIzQ9/Hbm3fxz7+/B/+D/xX/+fY0vvjDTfQ//Ai3Rx7gTx/2wzPxCW50zuHeJx9TG0hxwSwy6ld6pqd7MdF5HTcGRzHoySJOM3RcvUzYg/mJh3g0cBP/+LshmqGMIZNVkE3MYX7yHn73x0HMjHyG+33TmPCkvhJ42PcIjkpfAIX8w17Vva6flC8EhMD6CCxr0teXQVKtkwA19HyvvbryAWolD/mZKKyhh/j7SSfa8h7CTQadz+tFbN6NhyNGwFqMcnMIudWlcJZXwElnKZ2gcskYpP/0KUF1y6v41k9+hp9+5wrKnTYoQ91wT7oxHYwhMnEXvWRMpvMqYNLyUGCxobzKRvnW90mTERn3BFB4sQ1Vx1tRbI0gMDmE3iE/rGT9xY02GG0O2G0JxKMejPT7AO8cbHXNyMvNg5VGzjWaosza8pAcCaKkoghN5ytQUuaCEnehuOMiWgqP42KRhqxvEqPzUTjbK59WTnPCbq1DY0sLagoTMCQHMDQyivGJEEzIIKZoKCprRnlZGUpKa1BaWo1SVwJ+6gj5I1PwmUpgc1Wi3rVc7AgmpjwYGkhDTWZRfaIZDrUKFeUtqK8iTs44jVwT5HgaaWMujGYrTDtodPFMrsZD5ctVlH0hIASeIcDPstpcBhjMKp7pRJNxheZjSPR/iDlvnAaxCuDqfIyBZA5iY/cxSjN1Xls+zNYyOGNWtJ8ugsuRpRkqDdpiSYrJgsJzf4bv//jf4kevd+B0aRih6Cj+8GASGW0SE8NeTE8CdpsFlVUJxKrPw2F2UXu4KGAL3oTXAS1Tjpfbq9HWnAuTSX0izVBQAnvTCVTe+wSDc2FEFCvsTitUMuz842FUt1Wh7Wo58nLsUDQXcquqUVdKbVlxNWoqi1GY8MI/3otHNIE2G6pFQ2UuCqqaUVrbjPZaB2xUkkKOP+bqJuTn5sPZeRv3AwoUsw0OlwUaDepNDfSh02shYy4KWMyw2HLgiIaQHu/Eg6yG6Ug1yoryUJRnZFHihIAQEAJ7QeDIl/nV1ePIo9h+AArRZfe0ZAX5pVbUdlQAOedhpVHh/NZjaPnu11FfXwXtcTfSqgPO5q+jSfPAqMxjxORA+g//Az759Nf49ed9GJyJQlGNMJpMMBlVqIigd8IJZ/4xfO9rzXjpjIbbjzUksi5UnW9FTp4d84/HsN7NSB0XC+Vx3/gEjz7+HD09A/DEYkhRhyoU8SEQM8IQmqDZMz/8KRPqqo2YDWURJgPWaLLCFJxD1D2MqZxSVLY3IDE0jIfXJzA1l0JJJXUWVANUAuOqNZJcJ/wTLpwsUlaop1DnTdXTqUoWmfl5pLU0EoYMghE/AglQp4zTsFMprQKj1YzcEy2w0MylEkzpYaptudhqVBU5UVIUh5tG/OOqCyoMMJAubHwrqkpcM7D5H6E/bkBIs8BENt5yCdu5rygL0nawiIUC5L8QOAQE+Pey+JN5ujYKGRLGYzjpdKC51YRwQQ7GfDX4wXcu4S+/bkYkomGKDJLCxmo0vtSMqfceoLI8iREaAHrvP/0KH3z8Ib6YVZCCCUajidpUA9TgLDT3CMJX/xpn3/4ZOjIBmD3DCNrKUVRxEd9w3UA8GQA1M0/rsomjioIQzXoN4v1P7uHDOxOwFyuYG3uEew+H0TsUQ9IzB0+lA9FgEko2iAANoI1PhKG2VGL+9gN88aEboUgahdSG6m0YgVK4TSMfRVVwllSjNjKLdCoG8ErHRiMUijeoCpRl+mp+P6LxEOYLrEjMRGC0BDE1NIHeLi94sS27KYCg149w2ohEaBzeZBRz1no0hmeQTUZAFysoRnWZRNkVAkJACAiB3SQgLfB6aW8wHV8s+ZrKbmVWY141KtpfwrvnqlHUcBknm+nCWNuC+sbjePlSLZouXiPDo54Gn9vQ1HoS9TXHcenyGTTWtaC1qpDytqCkth4VRicMBZfw2ukKnLx8Fk0trairaUTVyTdwiWafLp4tQxWFVbJsGqFdqQcf82IdGq9+mf3KtFDMTjhLW/HyqQY0NFWjuOYMjrVdxhuvX8TFb76NdmchOk6eQGNTPSprm9B4+R28dII6VdTJKCioQGFpPRqqilFlimCu4CrajzXi5OkzaGo6jxPltThzNgdmMhAzmTjUnHzk5BfAFR7Goy+u4ya5L754gBmaKSs6fwX1ZjPqz5xHcf3LON1xAa+9dQXn3/0W2lu+hXcaHWg4dQkNDa3oqCpE7ZkrKKp5FS9fOIezZ46jpsQO4/wAHpLML8l98cUQ4jk1aL76Mk61NKO9Lg+Nb34N9WUVqK+oIlYnkW8rQ3ljC1pLk7Aoceq4MaWvXDKmIRnL0Oj9V2Gb3ePvhmpUnupYbVaW5BMCh5kAt1MZLfvMrZcLdVYAxYHa86/i7KnjONNWh6YLF3CspACVp17FmcbTuHq8Cu1na1BU14ErpypQ1X4RHR0dOHuiFfW1bajLa8CF8/nIzTOi8PgJNF15B+2VZ/DWxSqayW/C6fPHcerVc6ht60BLTjmaL11Ccb4LFgPWtWmse+arNnZ5ptz6JjR3nMbpunI01hSg4urb6GjtwEuvXsWld99EWzXpf+1dvH6iCPVUv/q2dpysqUJh/TVqo2tw/MIlHDt+jep4DK9eqIah5dt4q8WBpnMtqGi+QPU/j6+9dQ7HT3SgsdiBxrZGVNaVQvGPoevT67hB7vqnd9DjNcBUexEvXXoJr7fZUXLmEtqpjT958iSOX/ka3jx7FT/8xgmUEavmtla0nzuFhmMX8PWvnddZ1pfmwGVWllftUO/zJTMSTCOZyIAXoDnUlZXKCQEhcCAIiFG3F6fJnA9HYQM6au1w1rajIj8HeWYHcvNL6eJchdKGJjjNNuRXEraH6QAAEABJREFU1qK0vA5VhRVoOnMODXXH0FpdiNK6CuQWlyBftUJ1NqK9tgjNbTUoKimAxZwLS9FxnCwvR1OdC67cAuQWlKC8Im/9NVUtMDtLcaK9HrWNJLeyBdXVzThxrAEt586gxu5EdW0DqirLUFRcirxauujXVqCuPB/OwiqUVLXi+LFWtFFeR049Ghtq0HKcZFQ1odxZhLo6O4xGBRlDGWrq63GspZgMKAUGg2HRqWRUVqCkoRklRiNK6hqQU96O2upGHCc5zafPo6biLDpKLSipbUJJSTlqCp0oon27owGtzQ2oo1H5ooJcOA3qokyWbUQOjVpXNbShsaIM1cU2lJ44iZK8fJTkF6CgvAE5jlo0t5Pu7U0oLcyBWcXTmwIo5PCcbd1RJEhVt0vYukuVhELgwBHgDrSmAbxgylrKO2pbUVFaiYayQlQ3V8NOvy+l4BjqqQ09XldAbSD9nu1lOH6yAq7SJjS2NONkB8XXtaIutwRNjU7Y7Qa4qqpQeuwsqoqb0VEGWIxmaotqUE0GYFlFOUpMZjgaTiHP5YBlZfuwlnLPCTfnV6CstgUndKMuH3mNJ9FY24rTZ4+TwdaBqrImtNefwInaXBTX1qKsppbqWARHbj1OtFWjteMYqquPUVgF2hoKoZadxckyK8rqy5FfTHoXVuHYqRZUU74SF9WlogQFxcWwEh+D0YAnzlWEgooWKquZyrLCRTrV1VSgmQYd646dQlvtMVw7V4d8ZzHKq2vo2lCPirIqtJ1uQU1dHYpzbLAZn1PRQxbFLTchpFrxHnnyEQJCQAjsMQF1j8uX4veYgKIodFGnixL52I7NXojcvGJUU8eo4sxltLuMsK/xLTPmtZOh2oDWmjxY8urQfuEyzpG7cOEkmquL4NqqPjST6ShuoI7RZZzX5R5HfVk+HGvJVS0wWotRV+5CXvMVlFEHscD6dGKz1QCTVYVqeDpcjoTAJghIliNCwGBQoOyrARwr7LnVaL1yGZfIXb5yGsdqi5BvPiInZDuqqQB2ur6ZLQpkcA6yCQEhsA8IrNHd3geaiQoHlIABRrMNNocd1hd0EAxmA1Sjuq/qyc+kGB05cNosMO0z3fYVKFFGCOwiAZUMIpNZgWpQcDQ3qbUQEAJCQAgIgecT2F896ufrKrFCQAgIASEgBISAEBACaxGQcCEgBI4sATHqjuypl4oLASEgBA4GAV4ohRd0et4zdQejJqLlXhLgZzP5VTKysMlengUpe78QED0OHwEx6g7fOZUaCQEhIAQOHQFF4Vsv2R26qkmFdovA4tdHURZ3dqtcKUcICAEhsAsEdsio2wXND0ARkUAaM0MxTPZHd9BFNi17fiaBZDwDz0QCUwPRTcvZ2frtL738s0nEwmkEvakt82Lmnon49q2meQB+E6KiENgMAZ5h4Zk6Xj5+YiCG4ceR3XedVCa7TZQ9MRBHOKBhfja1ut4sl90mZG8LCy6b3U6Vz7LZ7ZT8dcqdHU0gFtIQnk9jtDu6+rlYp6yRTro2DcYQi2TA38/NfK8ljxAQAkJgOwmIUbedNJfJsrkMSMUyGO+mjsCDIIaf44aeE/e8fBw3dD+EofvPl8/pltzytP65JHjlLs9EDKOPQ8/VcSn/Wv5yuWul6b3tRefnM3o5nF6v94q6rxa2lry9CA96k1CyQJwMu62Wz8zd43HkFprAq+Mt+/rIrhAQAssI8DvqEtSeRqlD3nc3gkc3Qlt0wY3nv05lstPL3lj+vgcR+N0psFGxqu4sl50um8rZbZ/LZvfccjdW56fqybLZPVf+ynqvv7yH65Q92hNFwJuGjwbnum6uLI+P11/m489DGHgYIWM9LUbdst+q7AoBIbB3BMSo2yH2x8678PL3i/DKnxXhpe8+3137ViGuffv5aVaV8Z0iXKW87K7R/qppVpR99dtU1mLa1/6iGG//pBSv/aAYL39vE+UvySZ5rAOXr8tfoy6tVzQUtc7h2ncKweleonycZ7nTWawSvjzNZvbX4rNW+FplvE6s3vlpGd76cekLz+taMpbCmfmri98PR668I+FFP0WJP7oEjCYV/Btx5Bpx5s0CXP1eyYbdle+W4PK3i/V8l79dAj7eiJwr3yl5kv/q90oX5HynGJfJXX2BPmdez0dxlQU17U4938r0V56S/eK6se6XFuuyUhYfcz05De+vx+npSYe10rKsS8RsrfgXha9Vv7XCF+QtMF7YX5sJ63ZllXPA4Svztl3OQ1GlGWV1Nlz6RvEq56J0lbDVy+YyT71aiBwalIPczXl0GyepuRDYRwTEqNuhk2GxG+DMW59zFRjhzF9f2qdkUp6cQiNdVNafP4fKclE+XQ75etnr1FPPs1paksN6cLwrf21drE7AZMuA07Eeq9VZ14fkcZptdWvIfMJitXqtErZT+vGS7Tv0VRSxQuDQEODfidGswmR5rls13kx5LDaDHsc+H29EjtmqgvOZSM6Ss1gNYGdaFrbaPuvMuhuM1AauknY12avJWQpj3a2LdVkKW+6znpxmedjz9vX0VL+10rCs55W3Vr6l8LXqt1b4Ur71+Kwb678yLcteGWYwKVBUBXwujBYFplXOxXrDjJTXSPL4NRsKZBMCQkAI7D0Bde9VOJwaqESWG/v1OINRATvVoGCjjvPpbp15Oe1SGXzL3/LjpfDN+Ety2GfHMrLIYHZuBtMzU7pze+bg9Xn0/ZnZKcxQeCQafqrOnJf14vzb6bZLpq4fna/t1I1lyUgvZBMCLySgUO95047aZIUdy2CfHe+v13F6dsvT8zG75WGr7VOapd/4qvpT/BPdVsu/MuxF6V8Uv9Py1it/o3qulMvHG5HB3zDKw+dCURQoCkDe5hyAVDKDTDqLLO0v/4yNjSEUCi0Pkn0hIASEwI4ToOZwx8uQAo4ogUwmg0gk8sRFo1HE4/EnxxyXSqWOKB2pthAQAkJACBxkAmwQZhWqweJKKZqmIRgMwu1269e6QCCAubk5SiCfA09AKiAEDgABMeoOwEk6qCoqigKLxfLEmc1msFseZjAYDmr1RG8hIASEwLoIZDTIYhrrIrWzidj24nORyaycW9tEuWTMmcwqzfJlwQOWbMzxQOX09LQujA08j8eDpWM9UP4JASFw6AnsZQXVvSxcyj7cBBRFgdFohMlk0h3vsxHHht1SGB8fbgpSOyEgBLZOgDrh/CG3mqxsJoPMcke99yw5Trvo8S4ZViwgi6/S0z4lyGZSSCZTSNNMy1NySCalINn0n7MuSFm83W4xIJtBVqP88QRSGu0vButJF/9pqYwuY/Fw9zzSLUNWTFpbRand02LflJQhYy5N5yKdIh702apiLEIjtm63ByMjI7oBx7deulwuJBIJ3diTa9xWKUt+ISAE1ktAjLr1ktoX6Q6WEul0Wr/ITU5Ogt3s7Cx45HJiYkI/5jB57uBgnVPRVgjsBQEtDf2dmvxqg5XlZ8nwigUDCAb8CJALhSOIxVPUoU7phhTZaWCXoXTpNN/unUI8EkKI00ZiSMRi0AIj6O4awaybZARDupxAIEB+FAktiUiE8sR4ui1DBlyajD+eedNIbgZaMoKobwQ99x5i1B1DjIyGlTqaLOrevLZECyIW8mDKnQbZrivVOnLHqkHRF0cx0/kAzbRtCQBZdGk616pqQH5+vn4XyuDgIB48eKDfgjkzMwN+vKCwsHBLxUhmISAEhMB6CYhRt15Skm7DBHg2rqWlBW1tbbprbGxETU2Nvn/s2DHdlwvehrGuL4OkEgKHiAD1m/XOuEqd8tWqxQZL8P4djI2PYSY7D6+vG//4T90Ihx/hxse38ehBH2bH+vH5r/+Eaa0LN+9MYXoqRpZZkAaaRvDHPw7BkWeFzWiAkpnBzPQg7tz2kSGUAcL38elnd3GvcwZaeALh7l/g/7gfw9zkLXx5vwu3Hg+S4TSO4WgRMr1/hwd9IxiZp3zLFX2BAZFJJZGMRsggJJUSaWiJOBI0c5hMacgkYwiSUanRLBNZkGTcxhElozWTCGPugz/g0eQs5si4AFm+WiKGUCyNTJYsDi2BRHAUI6M9uN4bWghb0oln8KjMWCiGFKXNpvrR29mJhw/nkF6h+lKWw+DzaVD433ZUhuQYjSoZ64DT6dANOzbuTp06BR5AYANvdHSUvoNh3chbmjnejqJFhhAQAkJgNQJi1K1GRcK2hYCqqnSxcz5xDocDNptNP+bbU5xOpz66uS2FiRAhIAQ2ReAgZFIUBUurQ67UV1EUWOx2mFIpZFUFsKlkGYXJMAsh7R+Df2gAo2TQ9U8OYejxFMbJGBrvuYOHNx+hZyyASDaNrK8Lvd40YqoZVoeid9QTCQscdgvSY14gOAxv0ouh+Rh8Y+PoHuyBe6gHA6NDGPHNIqXFEcuYYUjMIRJPIp4mPbC+LT7Vj7HBx7g3GyCdA/A/+i3u9A9gyDMJz3Q/7t0ahH/mM9zqdZPROgPf5D30932Jz7qDCExOIRiLk/E2hpnxPtzuHMN8z+9xjwy5z2/1oL97AD7/HLyRNBmoX+mTSYQQ9Q5gZOI2/vT5GDw+N810BuH3JxZvLf0qreytTYC+enqkQt87vjOFZ+ba29v158iLi4vBjsP4lsyBgQHw3Sq8WJieSf4JASEgBLaZgLrN8kScEBACQkAICIHdI0A9a6PFArOJF2KywGQ2gSZQFsr3+GFyxBEI+jE77oahRMPUfBZpxQqz1Qar2Ync3BK0tNfAmRrFqCeE+YQKs8UMs9lILoLR/nkY0lMIJ7zomtDgn1dRke5FrzuDRDgAe8aHQDql70ddJ1BamId8m7JQ/jr++6a8mJuZR5r0NykZxCfHSYcEkrEp+CY6cWtgDj7PDLyhONwTY5gafYShqSH0jCTIAFNhMhmQnh/F1NBjdE5SWvc0GXv30T8bhiduhMn4rC7poJuM08fonhrHg94ZhOJpqEYzVNUEsk+wxibBzyHAM3E8kLlkyFVWVqKhoQEFBQX0PTLrz9j5fD5MTU2BF0/h23vZ4ON8zxErUUJACAiBdRMQo27dqCShEBACQkAI7AUB7vjy83TZ7AZKp7TJ2STsLYUwWFwwhYCGy1b4JtMwOKpRWVeG4nwLjIoLJS0XcEx5hAEy/MZ92kIhmTiykW50Beky6XDAEA1hdtgHr5aH1ypCmDTWo4QMsWpjGNMpDalECumSV1FfXoxS54KI9fwPJw3QNDMK7UbwS7SzSiXKy0pR5MwiE/fBk0rAHy0iY9FIM3JzmJ2bRzCtktGXpvQqMloasXAYkbAPkWQMYWMdKtQgGbMWZO25MKrmFWpkEQ94dANxOqIgmYxAU41k0KkwII0s3+a5Ioccrk6AF0nh76SqqHC5XKioqIDRaASvhmmn2eOSkhKUlZWhqakJVVVV+gweG3Ns1PGsHb/6gJ8r59k7jR/8xGHZpB5CQAjsBQG6Wu1FsVKmEBACQkAICIH1EchoQCJORo6WXTODSp1pg6pC/1ONMGn3HIIAABAASURBVJuN8PkdyC1tRPnxRlS2luFYaREMs3HEBj7GzY9+jvc+uY4vuoYx+OVnuNfjR9ZoIkPJDFU1wJiJASN3kTnxNTS98lOcLXahINiH6bx6tLcV43jlcTRQp91kNcKPfJS3nMKx6hw4rQZsZKsojMGQGceNW4/x+cNpxLIKla9CLawh3evRrPmhIEWGaRzRrAVIW+HSUghlwjDlxOEenUPU7IKttBSOcIL0NkNtPAWnfxiBrrsYnfIha8ggnUoilUySERdHKJpFJG5AvjMOLR5FgozKdMKNVGiUZu3WZgzZviJAmBJx5poFG3a5ubngmTmVvoM8O8dGnpG+k5yBw/Ly8vT448eP6wYer47Z09OD3t5e8KIqkQgZ12TY8fN4nEecEDgSBKSS20pAjLptxSnCnkdAURS9s8Kj7pBNCAgBIbBOAgYDYLWrUA3KmjlyL15GQ109qlCA4uLT+Nu/PYPm73wb7eXNuNraglMXX0F+6ev4i7dew1/93/49/tV/+I/4y6+/jTfPtqL97e/i1b/4b/DnlxrQVlRNMy6tuPJ6E9Rjf41vd+ShNs+ButNX8I2f/hDfe/syjEXv4FpHEY5du4LW8z/A145dwRsnSEcTNrw5Gi7h1MvfxQ9fuYC3rzag9u130FpSihJDBSpbXsK3fvIdXLryOo6X1+ClN97Aa9//G7z79g/wH753HKWv/AhvXTmFjuZL6Dj9Nfzwz9/CmZcuob7wDN76xjfxzl/+W3z93W/iR+f8ePS7X+P3v/kFfvObP6Iv6kDl23+L7179Af67v3kTrVUdOHX+FVx87TxyiTNkezEBhc633QCTWQFd2p5K39raqi+c8lTg4oHJZEJhYSE4zeXLl1FKxjjfltnV1YXHjx/rz93xrJ1cJyGbEBACGyRwmI26DaKQ5DtNgC9S7BRF2emiRL4QEAKHiQC1GfR5pvO8vIqqxQoTzbQZYYDBYEFOjgUmhx1mCrOaTDBbrWQU2uDgxZrycuCimRWn3Q6bheJsDtgcuXBaad9ghJHz2EyAyQW7WYVRVWAk+XaXk/JboRjssJoNMJFMk8UJu9kKmxlr6pdJ02zOGrc1KiYLLFYHnDYLbFS+kXQykRVrUAwwmqxwOB2wWm0wG4ywku42hwt2uxO5DjMMViflscBMMswWO5xOG8mywGQgWSTH7syhtAUoyKtC08UrOHfpGi5dOo+Tx+pRUZADh9WJXJcNJqMZZqqflXRQFci2TgJrsTKZTODZudXEKIoCA51fs9kMG51PvkWTV4aura2lc2UH35J59+5d8OqZbOzxc3eQTQgIASGwDgLqOtJIEiGwbQTYqNs2YdsmSAQJASGwnwnw83SpeAaatp+1XFs3RSFLid3aSXYwxgCD0Yn8iiqUV1ahsrIcRfku2Aw7WOQ+Fc12tUYGNrv9oKKiKLDSwEAuDTAUFRWBZ+3Yz8nJARtz/OzdyMiIvrBKOByGXD/3w1kTHYTA/iWg7l/VRDMhIASEwD4jIOrsCQF+Zok75OzviQJbLFQhA4r671uUItm3TiBLhhFJyS468vbLh2f32JgrLy9HfX092Ljj2bx4PA6eseOFVdjxQiv8PJ4YePvlzIkeQmD/EBCjbv+cC9FECAgBISAEViFgIKPIbFVpxmmVyH0a9JRaT4wImrF7KkIOdpOASpa10aTAQA779FQoigI25vjVCM3NzeBbM10uF3iVTJ61m5iYgMfj0Y/ZuOPn7yCbEBACQoAIqOTkIwSEgBAQAkJg3xLIZIBUkv7tWw2frxjf7sd1eH4qiT2iBJ5bbX41Qk1NDTo6OnDs2DEYjUb9ebt79+5heHgYfFumrJj5XIQSKQSODAEx6o7MqZaKCgEhIAQOJgF+pi4ZyyA0n8Kd33vw6T/O7Ev3yd+TXv9AblG/Txb3738wD89kAiOPQ8/qzWnYLebZybot6bOyDA5ntzJ8V46X1X2ndei8TudhIoHp4Sg+/9Xss+diA+fgs5/P4t6fvAh5U7vyo+KFV3jGrq6uDidPntRv0eRZus7OTjx48ABjY2Pg1yLsijJSyB4RkGKFwPMJiFH3fD4SKwSEgBAQAntMwGBUYLGpsFhUVDZZUd9u35eu5pgNdYu61dJ+TYtN17Oq0QpnrgH5pSb9+Cn9j1Nd2C3meypum8NYH9ZrZRkcXkf6rgzfleNlda9rt6GujXg8p95LfOufk2atuJIqC6w2BXaXAbWttmfPxQZlVjRYYabvZJYf+NyF34jBYKDfgAX87B2vmllVVaW/+46P+fbMoaEh9PX1YW5uDslkEvLcHWQTAkeKgLpUW/GFgBAQAkJACOxHAoqqwESdZ4tdRVUzdcZPOFC/D12DrhMZJeTzPjvWs6ppwagrKDHvqd4NJx1Y0on1WnIcvrS/l/5quj2jz/HNn/vSWgscuUbk5JtQ27Z5OaxTHRmjlY02WB0qFGV3fzVs3C2tmllWVqavmllQUAAO41UzvV6vfmsmr54ZDAbBYburoZQmBITAXhBQ96JQKfNAExDlhYAQEAK7ToA7zjxjZ7UbYHPuT+fMM8LuMur62XOMcOYv7FvIGDWYFBgtih5n2yP9df1Ir5XlczgbOyvDd/uY2fEs2vPKfVH88/Lyd4cX3DHTrK91q+fAYYCJzqdKs8g86IA93JxOJ3jVTL41s6KiArzQCq+Sye+84xUzeeZufn4evJKmzN5BNiFwaAmoh7ZmUjEhIAT2mIAULwSEgBDYPwT0RUjp33a9GiOdzCKjAdslb6uk+LUI+fn5+i2Z586dA9+iGYvF9Fk7vi2TjTw+5pk7WVwFsgmBQ0dAjLpDd0qlQkJACAiBA0ZA1BUCu0CAF9xJJTJI80qqZNxtqUgFMC2+ZoNnkbcka5szK4oCvkWztLQUx48f11fO5PfeTU1N4c6dOxgYGADflimGHWQTAoeKgHqoaiOVEQJCQAgIASEgBA4tga1UTFUVGM0qjCbq+pBRhi1uZDvpErZqH+pCduAfr5jJxp3D4UBlZSX4lQgNDQ16SWzYPXr0CJOTk3Jbpk5E/gmBg0+AWraDXwmpgRAQAkJACBxiAtRrzvJr6shfWUt+RigRjSIaiehLukdjccSTaSQSGjiO3w/Hjvc1LU3Z00jGFtJHY0kkE0lokVmMjszC5w8jQrJ4afhIJEry4khl0ojFKA/N8JBA8P12GumShYZMJotMOo54kPL3DWPGn0AivYqSVOrWPxrCgRDCoQiVvDFpmbSGyMwcIqkUmMDGch+e1GyEqdTrUchtZ622wT7cTnWekcWGHS+iwqtk8kvNyxYXV7HZbPD7/ejt7cXo6Cj4uTu+NfMZAQczQLQWAkeOwDY3bUeOn1RYCAgBISAE9pJANotUIgH/4BCmZ2bhSQQRCMzg9u0ZmoGYxWDfBKYmPQj6PBh62I9gZgZDQ1545sJIJsOU1o2eh8MIhiNIxJPkfHC7pzDQzwtLpKDFJ6jTO4HRiSAyCT/iM49wcyKFkH8cIxNkzE3MIOYfRd9oBP7hOxid8cEXXb9hl9U0ZNhRPTJkdGUyGtLpNFJkmGppsh51thmkkyFM9o9hcsyNGKVPJUg3KiareTA7PYepqQjSZGSCTD49jixPEoksWbTJUAgTt25hmgzfqC5v6V8WmVQCKSonoyUQmPdieHiGjgHOu5RK/FUIEPt0KgsebDgorBRF0RdR4efueEEVXlwlNzcXPKPHAxm8oAqvmMmrZ/Kzd6vUWoKEwCEkcHiqpB6eqkhNhIAQEAJC4FASoKkQha9W5D9TP+qoGoxGJAYH4fZ64TdGEQqN4v0/jSAa6MKD6/fx6GEvRkb6cPO9mxhLjeDu7QEM9MxiPhSELziH+zf7kTCZYTSZYDKQUeifI0MuDqNRRcbTh84HD9E5PAt/YA7+7o/wi3tuzA7dxc0H3bjTO4p41IPpVD6U8Q/RPzaLqRD1+JcpSnYV1ur4x3w++FnveJyMwkH4I9MYnSZ5k9Pwuucw7Y0iOD0Ot28a/T2jGBuaIgPUB4+b0s2EEY8MY6h/GD29PsTYuJ2bpBkXH2Zm5uGbnUXAO4uJGS8GbtzCJM3yxZ7olUU2k0LU74VvfBoe7wyGJsdx984QyF7E0zV4kulA73Cd+Dyw246KJOMaGeAklT7bIW83ZfDsncvlQlVVFdrb28EzeGkaTPB4PDRAMEUDG274aRaPjTuNBhF2UzcpSwgIgc0RUDeXTXKtl4CkEwJCQAgIgZ0joCgKbNQ5zXE44STf7rTBaqHyuOfunQO805iaHUbnxCgZOjGM0iyab+Q2bn92B3f7w9CsNtRaBnFzJASvZoTFZYPLRbIcOcjNsSDaHUOpYRoJyzweuAH3VBKBqbuY7h8nY2kC3oQPKTaBaJbMQLIsFjMZhk9fWnlxjoy2es/fff8e+u7dRbfHje7/8z+he/x9/Oqjx/ji+qfofPQB/vGDYdz7p3/Cg/FJjEdTCAV8CEw+wOOBT/C//boX026qA5WtkeUYmZ/Frd/8Er0Tvfj4kzv44jf/gvtffoCPZv3UQc/SjCBxefJJQ0v7MDk4iu73fksGaid6ImSkaMquv3ftiUo7vMOzalqaOJDbjqIUhVhth6A9lsEGHq+UyYuqtLS0wG6364YdP3M3NjZGgyQhMl7TyNB3bI9VleKFgBB4DoGnrzzPSShRQkAI7CgBES4EhMB2EmAbajoKxyknknED0gMx1H/TiKlJBY7mr+Pdv/gm3r3cgqayRpz/y3+Hvyy7jbudo3gwlljUIoFsdhSf9UzAF5qkWS83urqTCMXs+FbRFD5LVoLm5nDcNI/xeAzz02OYKv4znGisQkP+oohFz2xVoRqUxaMXe8a8QhQea0NRWS6Cw49xM9iB9opatBXYYQ1MYnagB4+9FmgZmnczm2Cx5cBhTUBLDuHWfSA0HUNxhR0pexESyXK81FqF6hIFJuOysilvOkwG450RBBIxJA1maKoDDrsVdgugKsvSHpZd+k5kNZBxwjtbrBTx4ffeGU0KlEPUk7KTQVdTU6OvmNnU1KQbcw8ePMDt27fBt2Ymk0n6XRC/LeKT7EJACGw/gUPUFG0/HJEoBISAENh/BI6eRjy7Eo9koKXW35nkiTrPtBGuqloUtdaitDofJ+pykaAZuVDfTdy98Tv88fNbuNk1gdGHj9DdPQp/QkPGYFgAnIggO3gD/oaXUHv1+ziRY4J5sgvD1ipcaHeguvQ4GvPzYDOkMJO2Ib+6FY01FSh0WWimbkHE0n9FAdhhlc2Za0Am5UbP/Ye4PwYk0kDMO4Lxx12Ymo4jv6EZLaYuPOrvQtfMPKZ9KQS8USojjLA/gCjNLqaiswh4vPBGCtFWFUMok0BUzSddVNhSo/jyQS+GPFld9hMV0glkQtPwZGwIJUKIRBLQwmQkBkbxYDKEeHrpeb4nOQ78DhtfBjLC2IHOyZYrpND3cTvkbFmR7ROgqir4fXc2mw2FhYVgA6+5uRkFBQX7Wd8QAAAQAElEQVTgZ+3u37+P4eFhBAIB3eCDbEJACOwbAuq+0UQUEQJCQAgIASGwCgE2iFSytRR17R60vbkRZcXFKIQTuTm1eOutWuSdOIuGymacOd6E9vOnUFV+CpcbmnDxagta2upQXkwzYrkOOIvLUNz8Ei62lKImr4g6sOVobS+A4mzBmdM0m9d8HG3HWnHpYjPaz51Cce1ZXGmrxrFTx1HZfBGtFe24cKIQJXlmMrbW1nGVqsFZ24SalhM4XluDjm+8gXq7DU6LA/a8WtTWtuPa+Uace+UUqsvr0HGuDR2vXEbr6Zdx7fhpvPtSE4rzalBdV43G5goUFVfj/Nsv4Xj7MbTUVaCpvRUNJ4+jqbIM7V9/E0WRSUw9uoM7t+/gXucYhmP1OHv5BMl8BadaWnCmthStJxuRazPCwNBXU/gAh3GV+HukPud7tLHqbexcb0z23qZWFAVmsxkulwslJSXgRVX4XXc5OTmIx+OYmJgA35rJhh7P3kE2ISAE9pyAuucaiAJHjgAvLX7kKi0VFgJCYNMEVIMCs34L49oibPX1KC4qRD4c1BGtwssvV6P0zAlU5BWjqawE1Q2NsOe04Hx7My6/8xKuvvEKLp48hrbaElS2d6D13Gs431CEclc+8vJL0NhWDKX8Ek5V21BoN6Ooph4dV8+SgVgPg7MNTdVOlDXXo6z+DE5U1NMMGcigw4Y3S2ktqlrO4HJHB17+3suoL2zAiZZWtJ85j2PH2nCKZherLr6CjtZTeOnKSVx4lcLPXMGZ5jN45+VWlOZVoLq+CS3ttagoyUf1mWs40dyCNpqZLG9sQlX7RVw72YKL33oFNTYDlEhIf0YqnFCQdrThwtlGqhfLb0ZHQwWaT50kHWxUl8NrsGz4JK2RQSFE9Fkj9mAFP09bo9FIvykX2LDj99zxrJ2iKAiHw/qCKnxbps/n0409ee7ueSQlTgjsLAF1Z8WLdCHwLAFFUZ4NlBAhIASEwFoEslnwIhfkrZXicIQrBiD3LC6dqEZrpXXb65TfcA6nL7+G115/DS9fPksGq1WMt22nfHgFKooCnr0rKyvDsWPHUF1drVeWjTqetXO73fqAAc/ciXGnozmM/6RO+5iAuo91E9WEgBAQAkJACEDLAMlEBmutIHmoEKlGWC0qnlrUBLIJgf1FgJ+9y8/P1427M2fOgG/L5Gfturq69Nsy+b13+0tj0UYIHH4C+8uoO/y8pYZCQAgIASGwQQIGulKZydDh2zA3mHVfJE+nswsrLu4LbUQJIbC9BHj2rqqqCufOndNn76LRKLq7u9HT04P5+XlZUGV7cYs0IbAmAbpUrhknEUJg3xIQxYSAEDhCBBQFCl2tFOVg1pkX5lCUA6r8wUQuWu8iAUVR9NsyHQ4HeDEVNvD4+Tt+fn5kZERfLdPj8SCRWHpdyC4qJ0UJgSNEQD1CdZWqCgEhcPQISI0PAQG+7TIRyyAa0jD0OIKe26Htd7eeldm9Sthzy75JMjjPklvUc6Q7ipAvDc9k8iu9Oc1i/HNlvigNy2H3onQU372kH+3rZa4nH6dht5RnC77O80WyOJ4dl7Pk8/5yx+HsloetY39iIIbQfBoBdwr998LoYRkrmaxDDrPrvR3GSFcUsXDmEPzCtq8KVqsVvJBKWVmZvmom35aZSqUwNzeHyclJLBl3bPBtX6kiSQgIASYgRh1TECcEhIAQEAL7lgAvkJJOZhGPaJgciOudae5Qb6cbeBjB8OPolmQPPiIZnc/KGO+LIxTQMD+XeiJ/mAyC7dCfyxxaWebK48WyVqZdjw6cht1WdWW2gw9X57NcNtdlaB3ngdMMr1HP5fKW78+OJfSBgZA/jbHeGLhegzRIwFyWp1vXPhnqU8NxRMMaMmLXPdN28Lvu+D13jY2NYAOPV9AMBoOYnZ3FzMyM/p47nrmTBVWeQScBQmDTBMSo2zQ6ySgEhIAQEAK7QcBgVGBzGWB1GFF7wonmc7nb687moqHDhaazOU/JbTm/sXIaTi3K4HzsFvWsbrXDmWdEYaX1ifyNyl6rznqZp11P5OrplpWtHy/q0cj6nfmqjuvRgdOwWy5nM/vMlhm3XHg+0ybSr/HMYn3WqEczhbM8dhvRpaLJDke+CblFZjQSM67XQnlfMVmXPJ1nDmrbnDBZ1aOxgM8Wfug8c9fS0oKmpiawsTc6OqrfksmrZfLzd5qmQWbutgBYsgqBRQLqoi+eENhxAqqqgkfrpPGGbEJACGyQgKIA/K66/BILGUfb7Kos4A5/cbV1S7LLG+0ornlWBsu1OQ2wuwworNxe3csb7Cipta1LLutXsop+263TavKYATNeLW55GOtXuo76cDqWuTzvi/ZdhWb9O2SxG1BQvnAeSutsKCP3orzPxFdYkVNsooEGA3jQAbK9kAA/c8czd5cuXUJubi7YuOvs7NRvy+TXILxQwAFMICoLgd0koO5mYVLW0SbAt1nwiJyiKEcbhNReCAiBDRHIZLLg2y/Z5wVTVFXBtjsDyWS3Fdlr5OfXz3Gzx25P9Wb92G2ljpvNy+Wye1F+TsNuPelelGZlPF16+BzobimOy2K3dLxOn2Xw7cDpVEZmmbC+TVEUGAwGfVGViooKtLW1obS0FPzi8vv37+tGXjweF56Q7QgS2JYqi1G3LRhFyHoJyCzdeklJOiEgBJYIUF8QqgFQFOqVQzYhsD8IGE0qfS/5O8luf+h0ELRQFAVWqxX8nruSkhLdsMvLy0M4HMbg4CAmJiYg77mDbEJgwwTEqNswsgOYQVQWAkJACBxgAoqi6J1nVa5YkG3zBHjBHY3fGahlNy9kKSfZcfzuRAPN8tHXcylU/A0QUBQFdrtdN+pqamrAhl0mk9EXUeEFVebm5sDP3Mlg8AagStIjTUAukUf69EvlhcDTBORICOxLAtQbpw/YPaMfBWaTEURplD+aSIH67JQkA2QSiIUjiCfT0Pvw2Qwy6TgiwTDiqQyFZUkeO0quf7LIaBq0dBpp8qlvuRBKx9lMFvxHGfizEM5hVLZ+sJV/WU0vN00qb0WMnpf10ZJIUYVJPT1I/n1FgM9jRgPo9IJO6FcRm9xj3LrbZH7JtkCAn7e32WyorKzUF1Ph5+1CoZA+Y8fGHa+aKStlLrCS/0LgeQTEqHseHYkTAkJACAiB1QjsahgbWOlkhoyfZ2dYspk0UjO96O/qxuCkB/MJNpISSIbGMdzVi7FZPwJJNtYiiPnHMfCwBxPeECLpJNKpNJJxlskuiVgoiKDfj3A4RoYfVzGLpM+PeCIBjcpJU54Y6cEGXjKehLYdlhgZpPFYGP7EQnlsJPDes451XB5KWuhBWWQIkKaRVZhJIRslBjENhGF5YtrPPjFI6eBIflSaVTNZFJjMCkAfbGUj9nz+aaxgy6K2osZhy8vGXXV1NXi1zOLiYv39dl1dXZientZn7fi7ftjqLPURAttFQIy67SIpcoSAEBACQmBHCKgGUEdc1W/BXFlAlgyzQOcQ4nkWTE8NY+TBpxj29OGf/3EASqEN3gefo+feB/h8sA9/+sMonA25mP70fXT1foIvR4Zw776fRNL0DXpw/94ExsaidMwfDdnMPO7/6h9wr38IM8EhjHR/iv/tNwNIpedw514fpqZ8nHBLTkvGkEjEkUhTefEoQrEkUmygrZCajocRpziaeAR4di9JaSNJpBNz6Hz4EHfvDSAW15AK+xFLJhBLZEBoyBDOUJokkIoiEk0iSbOUK0Tv8OHhFZ9OZcmgzmJtQ/zw1n2na8bP3JWXl+PkyZOoqqqCx+NBby8N0oyN6cbdTpcv8oXAQSSgHkSlRWchIASEgBA4SgQWp1UWvadrriGTIGNs4Dr6pubhnU/A4B2Cp+w08gtpxL8sjkyoFz0TcwiWdqCkoAJt5UGEo0GMzCYRj9MMl34vXhLzw3fw4MYt3OuZQlCNAcFOBF0GTE6nMT8dhjHphjrfiz/1ejE9HyWjiY3Bp7XZ6FFsZhIz4114PD2A939zB3OjkwjFEyAzbFEU6xeCb3oSQzc+xqN7H+OLoU588v5DeGaH4AkH4A3GEInEkYoE4X18B8OhSdx90IfR3ruYnb6FD7+8j4/+OISpoY/RNTiEYar3onDxNkuAvosmiwp+nYFC+5sVI/mWEVi2qyiK/goknrnjGTt+FUJRURH4Vkw27ngxFX4Ngjxvtwya7B55AmLUHfmvwO4BUBQFfO88ZBMCQkAIbIDA0rNQq8+IcI/aDldBFSpzMrCkZzBBM1JpWy6sZgfy7RmoiCKc1JCx5cBOYQUO2oeGWOppJUzOYhSWlaO0KAfmRIwMpPvwOk2YnnXDN+NGxupAblEZTDOdmI7QTJn2dP7NHBkzKZpNyyJGsmypEXR1j2KOjLT0krAs7aWmMNw3iumhQcyNPcLw9CD6tCLYHC5YrRaYTGaYjCaYDVlYMjGENQuM4Wn4RgfQP9gPv/8Rvhz3YsoTphk8rvuScPG3QkAWSdkKvfXlVRSFvuNWfaVMNu7YsGNDLxAIYHh4WL89k1+DANmOFAGp7OoExKhbnYuE7hABRVEgI2s7BFfECoFDRCDNC5QsWnEZ8tPpFKjxWKWGi0ZdXhXyzGTAqWmEzIVweR5garoP3VMakoYyVOTaYHE/xMjUALqmVBpgMiFH9cM/3Yu+/l6MeGJIqg44cswwGyPwznrR1ZOBq6gKpSY3ktFpzCg5sJa14UReivJnQBqtos/Ggqw2C6w2J5VpRWl+CtOTs/BH41/JzlIp0TGMzwQwH4siwc/gsdFqNiKVzCCdJYNOIYtQiyFKXm6uC6qhAFVlKggh3B4jakvTiKWDCMVsVJYdTodxY0pK6lUJpNNZZHgiddVYCdxuArxSZllZGXilTKfTqd+Gybdlut1ufcXMVIp+K9tdqMgTAgeIgHqAdN0lVaWYnSLAxpymaVAU7oTtVCkiVwgIgYNMgNsJvq1qfn4ePALPbUYyGUckFgFU5dmqUZDRpSAyN4SJgAkJ5xm0ldWhOXoT/YO38PmkE1nHWVysKkJl6CYe9t3E9elSuOylaLT5EBz/Eje+/BwPxtKIuPsx2nMDNx/cRqc7gHH7K3ip7WV8uyMXxQUq3CkHcnOsKO54DWdrSlBm3wbjyGSBmRfvUBPwpipQlWuGMRtFOOynjqofQZqRCAdiMOSXwJxLxl9eJXJdVaiYuY+JvscY96WQzSSRTQUxFaROrS0HTpMKV0M5bFVNyC9sR3vDGZy2a8i1qrBYDDAa1Wc5SsjGCGQBNqp5Nc0s7W8ss6TeLAFVVfXXILBh19zcDLPZDDbqxsbG4PV69TZDFlPZLF3Jd9AJSMt+0M+g6L93BKRkISAEtp0AG3T8vMzjx4/1zhrfZjU7O4fZ2elVZ+pUix2Fr/8Yb738ffzku++Sfwa1xY24/K/+I7791l/hb372Lbx68Thqazpw7a/+K3z3tR/hv/ibb+Bi2xWcu/ht/PT/8d/gX/3V3+Lbt2WWugAAEABJREFUZ17DD//d3+Jn//E/4kff+gG+c+kifvyj08jNtcLe/jWcuvwzfPvUebzSZoTBVI5LF0+gqrJo6/UvO4aqhvN4s6EZl7/5NXz9p99FTXIUgx/9Er/9zS/x3p8+x6eBV/D6Wy/hWz/7t3j3a3+F712+iu/8q+/iyhtfw+nqaly8cg3XXn8VxxurYOj4Ol4ud6DE2YzTZ87gtVdOwll8QU//8mtvoa2mHIVWyLZVAgpgtRtgNIEGKiHbLhNQFAVOmq1ramoCP29nMBjQ09OD/v5+RCIRmkGVKdRdPiVS3D4goO4DHUQFISAEhMChJiCVWx8BvpWKn5PhW6wqKyv1Z2Zu3bqF2Zk5FBaUgpePX1USjd6rigoexVeps6coChTVsHCsx9GxQm5ZmKLQsUJ5qDO4kI/2Oe2TYwWqqkDfFJU67hSv5+EQhY7Z8f4WnS5Tgcq+SmWQK2i4iLMvfxvvfv3beOfNN3G1yQWX1QhdT4rntLyv0L6isB7kVHK0D4V1BegIiqJApXBAIZ/CVXIUBtm2hYCyLVJEyFYIKMqCcVdfX48TJ07o3/Pu7m4MDQ2B33W3FdmSVwgcNALqQVNY9BUCQkAICIHDS4BvueSZOr6tKhqNwu/3g5+vs1lsh7fSX9VM3zNaXXDmFqKgoBD5+XnItRlgUPUo+ScEhMAKAgYaiOHFU/Lz88GDQbygCrcj4+PjmJycRCKRAN/WvSKbHAqBQ0dALhOH7pRKhYSAEBACB5OA3W6Hy+XSZ+h4xs7hcIDfVWWzWRGNR0CD8gezYqK1ENh2AiJwJQE27vLy8vQ2o6ioCEajEfxs7sjICHw+nz44tDKPHAuBw0RAjLrDdDalLkJACAiBA0zAYrHoiyCEw2GMUEeMn5lpaGhAYWEBorEwxKqDbEJACLyAgNVqxdIt3DxQxAbd7OysvpBKLBYDL770AhGHK1pqc2QIqEemplLRPSegKIp+v7vcBgHZhIAQWEGAV6xjY44XRuHbqGpra8EdMA7nUXeX0wlkskgnM0gl9s4l4wtlL/nr0SWdzCJDume07I7rvppeq4WtR+/labZDxnJ5y/efyF5kuzxuq/tPZNN3Rn8FgUZfo+06D6kM1nzOc8X3Ww53nwDP9HM7cvz4cfr9ZcArZPKt3dzOiGG3++dDStx5Als16nZeQynh0BBgYy6TydBguzxefmhOqlRECGwTATbmuMPFfkdHB65evYqSkhLw4imzc3PIzc1HyJ9G350gHl/3b8g9+nQeDz/xbSjPamU8/GQe9z/06nIefOQjmfP6/mppl4cN3A0i4E5hdjS+kP6zeTz6mPQhf3m6re5zPe/9yYtHy+TqOn/gXSh3g9yW9GG5XN+l4+30WTbr/Jh0fkhMHhHj7ZLPHO5R3bkMljnWFUbIm8L8bBI9Xwa2xKTrhh9DD0meLwUtLe802KZmYNvF8C2ZfEv3sWPHUFVVpT+jywupTE9Pb3tZIlAI7DUBMer2+gwcmfKlokJACAiB1QmwMcfP0PHoeV1dHfi5GL4VkzthvGR5Q3MlalqdqKi3wmJRoCK7IZdNZ5ChWZWN5uP0Ck3FqMjo5SnZLLLUgdeSNN2jZaDQsboOXSxWFWW1VhSUmnU5Sxde1ikd10g3bTE8uyVfIV1AM4IsE6wfDaKxz2Hr0XOtNFxPlpFJaVTnBRZrpV1veDatgZ1CDLOsK/ngjfz1ymB92K2ZnmSBzj2XwWmcuQaU03eotMYCg2GBtUKM2HH8hpwC2B0qqltsyKfzyqqL258EFEXRn68rLCzUX3/Ag0X8TrvOzk7dyEun0/tTcdFKCGyQgLrB9JJcCAgBIbCzBET6kSHAM/c8MzdHM3Fc6YKCArDjBQ4URYHNZkNOTg5cOQ7kFpnQfjkHTaedaOxwbMg1n3Gi5axrQ3mWymg6xWUtlNl8xoFj511oYXnnXGg+zXEvdlw+637swqIOJLOZZHF4y1kHyVmQv1TmZv1mknvsvBOtZ53EyYGmU05wGa2k82Zlcj6uJ8tkf4HHi+vM+Z7nmuk8smsihsdIP9a1ZZHJ8/Itj+P87JaHLd9nmcyc9eZw/g7weWi7lKOz4TBOs9k6NdP3gF1BqYm/vuL2OQFeUZcHjEpLS8G3dLO6/Ozu1NQUeKVdPhYnBA4yATHqDvLZE92FgBAQAgeUAM/K8bMtvOy4qqrgZch5JN1kWr2DbDQp+ixLRYMVS269flWzTZ9RWW/6p9PZnpRX2UhyWm1YklfZ9FXc03lerCPLWpBj1+VtNP+q6XX97KhutYPlVzRaddnVNJu0avr1siS5VSSjqtlOLGzkXly/F5XH7HRHsmuOkVzSdeF4/bKZH7s1yyKZzKKCynhemufGv4BRUaUFVofhgP4Kj57a3NY4HA6wYceOb89cGlji16dwuwTZhMABJSBG3QE9caK2EBACQuCgEuAZOh4Z5+dauCPFnSterY5n5g5qnUTvfU1AlBMCTxHguwF4tq6lpUV/jQobdjxjxytlynvtnkIlBweIgBh1B+hkiapCQAgIgcNAgFe1nJmZ0Vej42fmuHO11gzdYaiv1EEICIH9SYCf3eXneGtqavT32D169Ag82CSG3f48X6LV8wmIUfd8PhIrBISAEBAC20iADbrJyUn9ZcC8Ih3fcsmj5ttYhIgSAkJACGyIQG5uLvidmDzIxANOAwMD4Nm7DQmRxEeLwD6srRh1+/CkHFaVFEUB37/OrzaAbEJACBw5Ajz6zQYdG3a8Ah07NugURTlyLKTCQkAI7B8C/Kyd3W7XX6PS3Nysr5bJq/Lyu+24vdo/moomQmBtAmLUrc1mL2MObdls0CmKcmjrJxUTAkLgWQL8u4/H4+BnVvhZOn5vFD9Hx7c+KYq0B88SkxAhIAR2mwAbdlarFXz3ALdPvM/P/LJhxz4/C7zbOkl5QmAjBMSo2wgtSbslAtyxk0ZxSwhXySxBQmD/E0ilUnC73eB3Q/HKczxDx6Pi+19z0VAICIGjSCA/Px/l5eVwOp3gVXr5lsz5+XlwW3YUeUidDwYBMeoOxnkSLYWAEBACWyOwR7l5iXDuFPGtTEsGHXeU9kgdKVYICAEhsC4C3F7xAiq1tbXgWzD59Sts2PFt5DJAvS6EkmiXCYhRt8vApTghIASEwFEiwIsN8At++ZZLXmWO/aNU/4NYV9FZCAiBBQL8zC/fjnnixAnwK1cGBwcxOjqqG3kLKeS/ENg/BMSo2z/nQjQRAkJACBwqAvzOp7m5OZjNZjQ2NoKfoTtUFZTKCIGjTeBI1F5RFH3hFJ6xq66u1m/H7Ovrg8fjORL1l0oeHAJi1B2cc3UoNFUUBfxs3aGojFRCCAiBNQmEQiG905NOp1FRUaGPcvNCBGtmkAghIASEwD4loCgKeOEUfqcmP2vHA1W88BM7ec5uPSdN0uwGATHqdoOylPEUAUVRnjqWAyEgBA4XAe7k8MICvOIlv/8pLy/vcFVQaiMEhMCRJLDcsON9nq2bnZ0Fr+orA9ZH8iuxryp9KIy6fUVUlHkuAWn0notHIoXAgSfACwjwbZe8BDg/g1JcXAyZoTvwp1UqIASEwCIBk8kEXh2TF1FZMux4dV9eEIoXhlpMJp4Q2HUCYtTtOnIpcA8JSNFCQAjsIAEetOFZOl7pkmfolt71tINFimghIASEwK4TUJSF2zFbWlpQUFAAfnaYV8dkw44HtnZdISlQCBABMeoIgnyEgBAQAk8TkKPNEOClvrljw3l5hk5WumQS4oSAEDjMBCorK8Gzdny7eW9vL/guBR7gOsx1lrrtTwJi1O3P83KAtMqSrut1gKLy83TrTb+UDrIJASGw4wSWfm+b81PpFPj1BTOzM/rCKPyOJ0Xh3/uOK763BUjpQkAIHGkCBoNBn63jlTG53evv7wc/Z8d3LRxpMFL5XScgRt2uIz9MBWaRRYb+UutyFpsBObl2ZJX0utJnkSZY3MEkTz5CQAjsIIEsstDW9bvMYPXfezIVRUqLoag4D3n5LhhNxh3UV0QLgYNHQDQ+vAT4Obu8vDyUlZWB71DgVTH5lkyevTu8tZaa7TcCYtTttzNygPRhcytL3cAsGV/rcSazCofTSp3H9DqdRukyB4iIqCoEDiaBLP3Sshv4La/8vae1BBLJKBQ1g6rqcpgtRigySXcwvwyitRAQApsisGTYVVVV6e/k5AWjvF7vZl5UvqnyJZMQEKNOvgPbR4BG6ePJNOizqsxMOo1UPIFkNoNYKEANXRiReArxJJuHq2aRQCEgBPYTgVQcyWQS0YSGZIRm5rJZMgcBHo3mcO7U8IqXiiIW3X46baKLEBACu0OAb8XkmbrGxkZwe8hGHb/2gJ833h0NpJSjReDp2opR9zQPOdooAe7UZTLIaBlkQ30YnfJjep46ehyWIZ/kZfX9DKLzAbhHx+FORzFw53P0991H9/AcxmbSWEhD6ZfkUV76UG75CAEhsBsE+MF+XrUt8+Q3mIG+T8dPwt1jmJudQfd0AFOPe+HW0kjQ7zsajYGX8rbb7cjQD1eGaXbjjEkZQkAI7EcCirKwMmZTUxO4TeTbMCcnJ8Ft7H7UV3Q6PATEqDs853Lba7IegUnfFMY//yP+4R/vYGBuDJP+OKaHh9D7+Yd47w8PMJ6YR+fnf8JnX36BO0Nz8M7NA+N/xG8/S2Nm3IOUFkY4OIdJkvH3f38b/d4h3PniI3zw0T3cm4ivRwVJIwSEwFYJpCPwTfbjj7/+E74c8uDuZ5/hwz/exM2uIbg93fjoH/4Jf3zgxuyUB8HgNMaD85ig32eq9wb++Iv/E//8yUPcud+H3s8+xC8+HEYgnobcOL3VkyL5hYAQOMgEeNaOF0/hV7v4/X4MDQ1BFk85yGd0/+suRt3+P0f7WMM0fGEjRgMVuHChDqVWBQaasYMGGFJRJIITGPLFMDcZQiJuhqLyczZRZApcKCqrRWW+BebMHCY8AQz5K3DxYj1K7UYYocA/H8Tc9BxkOxAERMmDTiCTQIqssHlzM6p9t9E9OoHO7inMjs1iVskinVUwNTaFaCBIs/Im3anZENTSJpiTWZQV2FFckgslmgAmhuBNp5CEbEJACAiBo0tAURT92bqioiKwYcerA/M7PGOx2NGFIjXfUQLqjkoX4YeeAD9HEwkGkaVOYVwx6s/Keed88PsjcBrC8AQ0qGYzotEswoE4VDWNrN2F/Pw85DmMMBChaDiFSDCArBZHwjeHQAoIUw8zFQrIaD/xkY8Q2HECWQ1ZlX6NznIU2skcy1pgsjjgMmgwBeYxb8xBnH6jCcQQISMuGtRgyNBgzfwYvEkDssYMNC2NeT/gotn5SDpDhuBqWkuYEBACQuBoEbBarWDDjt/dGaT+ktvtpj5R9GhBkNruCgF1V0qRQg4pARVOu4rSwhRCwSji5lK4yFCzWVWoriJUVVfQ7J0NFU3VyM+zw2k1I6ewBDY1HxUVNthyS5CbU4Ha0lyUFaURJMV+ROEAABAASURBVBmxGHUiXXkoLS9BRZFDX4ThkMKTagmB/UPAYIHN5kBNiQGG8mYca25Gx+kmNNSVoiRrhLOsEnWV+XCUlcLucqLYbkZuaRHSngkYCgphs9thMppgLihFRX05nGQgGrL7p3qiyQEkICoLgUNEwGKxoLKyEjk5OeAZO148RWbsDtEJ3idVUfeJHqLGgSSgooAaqTNvv4rTZ1tQU3oG1y604Y2vncO5N99C+8VX8HJdEVpOnMIr147j1ZePofpYB4oMTbhypQgF9adQX9eIKxfqwDLOnGtBbfNlXD17Bl9/9QTOn2rQZ/IOJBpRWggcJALGHOQVluHKMSMZZu04f6UD1y43oq6lBQVNl/HNl9rx7usdqDl+FSdbW/G1C5VovHoVjqrLePfVi3jlFP1ez3Tg6rev4sTbL6Ehx0qDNwcJgOgqBITAQSVwUPRWVRV1dXVwOBzgZ+x4AZV0On1Q1Bc9DwABMeoOwEna3yoqpB5/jV7sNC2LVCoNBS9OCz2NAtmEgBDYTQLr+23ybznOrydJpmAyWWA0mknJ5XnpUD5CQAgIASHwFAFFUVBTU6O/oJxn6/gl5U8lkIOdJHDoZfNV+NBXUiq4MwQU3TwzkPllXpeLR9KY94TWlVaFmaSzM+yM8iJVCAiBJwQU+lWqMNH/9f2Wk/EM5mbmoWTNMCiWVfKZoFAoZBMCQkAICIGnCBiNRn3hlMLCQvBsHRt2sirmU4jkYJME1E3mk2wrCRzZY0XvvCnUgVvLaekMBvoH8fhxJ4aHR/Hll7cQDkWQzeAFeRWAUkA2ISAEdoGAQr82dV0umUhh3udHbk4ejIYFA05Z1gaA9iGbEBACQkAIrErAZrOBjbq8vDyMj4/D6/WCF56DbEJgCwTULeSVrEJgXQRGR0fBKz5x48UPCvN95QMDAwiHw+vKf9gSSX2EwEEmkE6nEY/HoWmafgsRjzof5PqI7kJACAiB3SagKIr+bF1JSQl4dcyZmRnMz8+D29fd1kXKOzwExKg7POdy39akv79f7/xduXIF165dw5kzZ2jGblg39Pat0qKYENh7AvtSAzbo2NntdpjNZiiKsi/1FKWEgBAQAvuZAA9wO51ONDQ06LN0/IwdD4BnMpn9rLboto8JiFG3j0/OYVGNl/I1GJ5+No5vPVgZdljqK/UQAoeZAC/DnUgkkJubKwbdvjnRoogQEAIHkQAbdi6XC42NjfodEDxjx4NmB7EuovPeExCjbu/PwaHXgBuolbcURKNR/fatQ195qaAQOGQE2KDjh/r5fUuKIrN0h+z0SnUOOwGp374kkJ+fj4qKCv32S37Gbl8qKUrtewJi1O37U3TwFaytrcXs7Cw++eQTfP7557rPjRffdnDwayc1EAJHiwAbdfxAP/9+FUWMuqN19qW2QkAI7AQBnrHjhVMKCgr0WzF5LQJ+bnknylqvTEl38AiIUXfwztmB07i6ulp/LwsvqBAKhVBeXo6mpib9IeEDVxlRWAgcYQI8Q8cdDb51mp+nO8IopOpCQAgIgW0lwG0qG3V8azuvhsmO29xtLUSEHWoCe2TUHWqmUrkVBPh+8bq6Ot2Y42fp2traUFxcDJPJtCKlHAoBIbCfCfAsHevHq7UpiszSMQtxQkAICIHtIsALUPGMHfeV+P11PBDOA2nbJV/kHG4CYtQd7vO7b2rHo038bN2Sy2az69NNUgkBIbBvCLBRx79dHlHeN0qJIkJACAiBQ0SAB8349U+89gCviMk+t7uHqIpSlR0iIEbdDoEVsU8T4Iapp6cHjx49wsjICNjIezqFHAmBrRGQ3DtLgDsVkUgEbNjx8x87W5pIFwJCQAgcTQJ8e7vD4dBXxPT5fODbMOU1B0fzu7DRWotRt1Fikn7DBNigc7vd4IUV+Fk6fsHm9PS0vnzvhoVJBiEgBHaVABtzPAjzwQcf4Pr167h37x6GhoZ2VYdtLkzECQEhIAT2NQE27Pg2TH5UJRwO64vN7WuFRbl9QUCMun1xGg6nEtwZ5FXyJicnwQ1UUVER+Pk6XiiF7xUPBALyWoPDeeqlVoeIAM/OsTFXU1ODS5cu4dq1aygtLcWXX34pv99DdJ6lKqsRkDAhsHcEeHE57i/x7e5+vx88IL532kjJB4GAGHUH4SwdUB35dgG+bYAf8uXVnPi9VhaL5ckiKcFgEHyv+AGtnqgtBI4EAZ6l4xfilpSUoKGhQV+5Ni8vDxzGv/EjAUEqKQSEgBB4HoEdiuOFU/gddtzW8mA4D5TzgPkOFSdiDzgBMeoO+Ancz+qn02lwI/R/sfff33ElWZ4n+HmuFbTWigBBrckgQ2ZEZERGpBaVXVnVVS2qZ6anevvMzp6ZPWfO7l+wP+2vszt7Wlb1dFV1VWWlqIzMDC0Y1BKE1hpwBdfa95oTDgIgQAIkSEK8B78we2bXrvjaE3bNnj9XAZ0aBKq3Xarv4qi3OqnfqVMBnXqzk36B2s69qNu21xHQNC230q5pD952qWka6lzWtAdl6JuOgI6AjoCOwJYjoMZQ6ikn9RhmfqJ8y5XoAncFAnpQtyu6cfs5oQI1NcOvHhdQK3QqkFNlarZJDQbVc+Jqxkk92qXKtp8HukUvAAFd5TZEQJ23arVdTcJEo9Hc6rpKVbmibWiybpKOgI6AjsCuQUA9fqm+X6e+wjIxMZF7WZV+7d013buljuhB3ZbCqQvLI6ACOjWrpN7gpB65VN+py9epVK3aqRenqAuTGiyqMp10BHQEth8C6vxtb2/n4sWLuRelfPrpp6g32XZ0dORW8F6MxbpWHQEdAR2BvYOAGkupR+DVJLh69F1NrO0d73VPN4qAHtStg1QskmZqOMrtzxfouhjYNN35YgFFT9I230bpvrNJ/UrnjU/8OXtV/u5XT2Z/3oYnTbsvhRi4EWdhopCB6/GcPeNd4B8roOvrYG5/tt/CxD0DPZfDuf0n1bVeu1uCXR6L9XiepFz1ieqbu18FuPGxH5U+iZynbXPnywX6b4YIeJLrHMV6sY7A0yOgfjOps7OT1157DRXgqdni8+fP09zcnHsE8+k16BJ0BJ4hArpoHYFdgICmaahrsXphlQrq9BfN7YJOfQYu6EHdOqAGvCkJ6mJ4ZpNEwlmikc1ROJR9onbL9URCGcKb1K1sDQczOXtVXtFymc8rH49pGHDgdJSRSppy9hgNTlzOcmKLWJoMhZiNhaST5lz9VtsWERzCgftYbKVshWkk178ZQqIjGt56HRuxN+BNMzceZ2YkRjaLvukIPBMEDAYDapa4tLQ0N6hYnn8mCnWhOgI6AjoCLwCB7a5SvQ1TXYfV9+tUUKdeNrfdbdbte74I6EHdOngnohniMli32I0UVVopqtocldTYKK62bbrdcj3FIqNkkzKUzrJaO8pmlS+uejobltuzmXxJjZ2KhgKqm4pRedW2vN5FTUsJKq+osrGAqqZCyuqcS2WqfKuoRPArrRMsNtl3j9Of6xeRrbAty8l/MRjbi8xkshqhhRToQR369mwRUAMI9ZuT6sdw9Uemny3WunQdAR0BHYHVCGiahvp+XV1dHeorLn6/P/f9utV8+v4zR2DbKjBsW8tesGGaIGO2GXGVWCitsQrZNkXl9TYUlcrg/0mposFOecPm9VY22ymtva+/rG5z7Z/U1idpp2xTpGx9kvaPa1PRaKdKYfEUfbCWDtWvql+U7Uq+Stfie9ZlRRUW7C4jRpMBNPRNR+CZIKC+9xqLxZiens69zVa90XZubg71oqNnolAXqiOgI6AjoCOwJgKapqFemqIexVSTa2rFbk1GvXBPIiCjwT3p9/Z1WrdMR0BHQEdgGyGggjcV0Kk32VZXV6Me/VErdvPz86gv7W8jU3VTdAR0BHQE9gQC6g3iylF1LdavwwoJnRQCelCnUNBJR2AHIqCbrCPwrBFQP2UQDAYZHByktrYW9ZKUmpoaSkpKGBkZyT36o1bynrUdunwdAR0BHQEdgQcIqJ+KUpRKpZidnUW/Dj/AZi/n9KBuL/e+7ruOgI7AXkDgiX1Uj/eoFTr1uI/6gr76or56A6YK6hwOB+otbGol74kV6A11BHQEdAR0BDaNgHqBVXFxMXa7PfdYvJqA27QQvcGuQ0AP6nZdlz4jhzIJ4mEv0yPjuIMJkukYEe8MsxNTzPhipDPqXR1pEsE5PO555gNx0lkpTPpwT04w514gnMjkZpPSybRihkwSdSFKZbJkRF7UPcq0O0AoEiMRjxGNRhYpTjLmw6vkeoOImGfkpC5WR0BHII+AmvlVQZ3f70d9MV99h0PVqcGEegOmWrVTM8R6UKdQ2S2k+6EjoCOwUxBQAZ16HF5dqz0eT+7lKTvFdt3OZ4OAHtQ9G1x3n9R0iGhghoExP77xWwzNjNA3PMPk8Dje+WHuDAUITfQxNTvN9PwEszOjDEwGyYQHmZjyMDM+xMTECD1jC3jGR4ikU6QXhpiZn2V42od/5B5D3gD+oAroEiQTUuafZnjISyTiYXx4RFYF5onEEqQkVtx9AOse6QhsLwTUYz3qBSlq4kWt0hmNxiUD1RvYioqKZNIlmnsEU/EsVeoZHQEdgd2PgO7hC0dAPTmhgjp1LZ6YmMhdi1WA98IN0w14YQjoQd0Lg36HKU6F5IKxwEyyBMP4b7je38XVkSh+t4+s7xq/vjLN2JXPGfEliBoTZBb6+frqGLFgP/PpQpLhGaYGbvLR14MM376KNxEnNXeZgZEeLnaNM3zjKmPWBooLHTgsRgzGIKHQJF1dAcj66bs7hMcfxmS38mBoucMw1M3dUgTUb/OlklmioTSRYDqXqvxmSLULL6SeuP1mdG2EN2dL4Ml82Yj8zfAseKM5XMwGp6yUa5LPSGogEYVYOEsqZkTVKb6gP/5E+G/EHtVHijbC+7Q8So+ip5WzFe2VHbFIhnQqu6XnjS5MR0BHYPcgoJ6gUI/Hq8fkQ6EQqVRq2zmnG/T8EDA8P1W6pt2AgCZOmCxmLBYT2ZgP/9QoU5NzOCoNDMwXUl5cRnvHISrKGiibv4Uvkwari5L2CzRVN1Dn6SYoMh4stvnwyuh8QjvGe03F1JS5sDmd2B1OCgpcOB2lFBS20WSbZNYzQ687hdEkAvTPnkcgLYNd73Scvmsh7n0d4N6lzVPX1wtc/cjH3YsLT9T+SXQ+qs31j/3c/sK/9bY8AT69V8NMdGfxjNhz9tz6zM/sgJXpPiN3vlzg1qdBAuMFMkmTovtyMMfzKN+etO7uVws5fU/aflPt5HjYFP8THHMbli99NnQ7RMCb3PPnug6AjoCOwNoIGI1G1OPw6gVW6jdEw+Hw2ox66Z5AYIcHdXuij7aNk+l4BP/sBLNlP+GlzjoON5ditlThTDrYf6SRYluMNElSJEhnU8SSdsxo8icuZANEyRAyVVAguw8OPCMG4TBKKzV0eXhOWhNuE61v/DFvHXZSGrrJp936RUtA2fOfRCxD/40QnrkkcTl4MnIpuMl4AAAQAElEQVQkbZ6MZDHKkanIIOmLp/QT+bH1dpusdlxFJRQUl3LfJiOl5ZW5fYWzZjRTLPuuwmIMZtszw+6+7q33T/mwmtK5Y+H56Fqte/V+NJpldiLByL0IMu+15893HQAdAR2BtREwm83U19fj9/sJBoPoP3GwNk57odSwF5zUfdwaBIwWO4VVrXLxaKSyyJabHSpuaKB2fwML1/qpbtSYGh3i8gcf09vfR7z9ME6DAW/Pp1z6/acMToco76ylhFEuXb7CJ7dkMJ4u50idgTpbL//w4dd8/eFn9E3O4svkbc5KJo5vaoLJ4SHm3D5imlHKNvnR2XclAul0FkehibJaO5VNjk1TVYuDhk4X1ZI+SfutbqNsqd3n3LQfj7WjefPYVDc7qW0tyFGVYFvX4aShoyi3X9Mm+QMF1O0rpKbVRfUTyH+szaJT8dS0OqkWUvlnTep4qHqGvmzG/pIaGzaHCXWMo286AjoCOgLrIKBpGi6Xi4KCgtz3nFVgtw6rXrzLETDscv9097YKAVMhrtJGjnRWSkBnwWyUtLqKloNNVLYeoq3UTk3HUeqraigvrKCiqomDhxqxFUldUyV1NbXU1dXT2VlPZccxqoqKKK4/QlNdK4caKmls30dJgROnkNVskvnyAlzOatpkgKseLzDb7DjKO6it30d7hWWrvNLl7HAEDCZNBr5GnEUmXCXmTVOBtCmutFBQ+qDtk8jZqjZFcmwXllk27cdW6X+UnKJyyxJOCq9iwe1R/FtVp3QVlj2f/lHHw1bZ/bRynAUmLHYDBoOGvukI6AjoCKyHgKZpqHGSeiNxPB5nYWEBfdubCBj2ptu615tGwFwsA+d6DtSByahaV1JdXUl9Y7mslDRz5lwbhbUnOHLkOGfPv8bRE+c5IasnxsKjnLrwGq+99SanDu+nubKE4oPv8sqJE5y7cIb9zbUSJFZR1vEab549wtGzp2iqLKPQUIiroJb9nQVysbJS1tRB6/HXOHzgCB1lBmWATjoCOgI6Ai8SAV23joCOgI7AtkFA/X6opmmon6JRwd22MUw35LkhoI+OnxvUuiIdAR0BHQEdAR0BHYG9h4DusY7As0fAZrNRWFiY+06demnKs9eoa9huCOhB3XbrEd0eHQEdAR0BHQEdAR0BHQEdgb2HwFN6rH6zTj2K6fF4nlKS3nwnIqAHdTux13SbdQR0BHQEtgSBFDHvONPjI4zMhUlm0iTd/Qx1dzM8OU8gESMZnWfi1nUGJ3z4Y2ky2QxpKY8EFwgKReILuMcGGO4ZZGQ2TCqTJZvyMjU4yNS0h3B6SwzVhegI6AjoCOgIPAYB9cIUu91OIpGQ63MQ/cfIHwPYDq5ey3Q9qFsLFb1MR0BHQEdgDyAQG77G4PQck4F5grN3+OKWD1/3AP5MjNmxfka7vmYgPEPvYIqU+wY3b3bR3dOFTwK/e2MpGTikSGfnmJ4L4J6ZIey+w28vTdD31RW80QBJk9xilt5kuwcA1V3UEdAR0BF4gQioVTqHw4HVasXtdqP/vMEL7IwXoFruuC9A6w5QmUpkCXmTzA5HGLoVZOhmYEM0eCPAEi22UfvrtV+rLl+m0jyp9iqv0kfRoOhUlOdRbfK0okz48vsPp/d9XS4nz6NkLeVFhtpXfAOLfqs6ta/KVT5Pal9Rfl+lal/xqvxqUuW5epG7uu5R+6pNvn5JhtiZL1Op4smRlOd4FlNVtxHKtRG7lmSovMjIt1XlKq/SPKn91ZSXky/P8S6Tky9fL53oCeOdjhNTSyHqlx92wHmlm7i9EJgbmiAQ17AWFWAnxNidfnzTE/gSQWamp3IreL5MRAK0YgocNhJTI8xP3GVsvo/bt3voGfUSTvjwB8MszM0Qmu+neypCYPweUwthQmkNk/7yxu3V6bo1OgI6ArsaARXUOZ1O5ubmSKVSu9pX3bmVCBhW7up7eQRikTTzkzGGbge5+aGbG7/fIP1O+BQJ/02hDbdbzrvY/oZKFS2ve0w+r/O6tFO0noybUr9p21Sb34p/izYoGTl9Un5dynN5qVPlq2WrOkWry3P2SZvV5XnenA9r1K/mX9oXW/L5tezI1+XkKt7ltEE9Obmr2uXK1mqv+JaVK72KlB1rtlnFr/jWo55LfqYGIgR9SbLylz92n2uqK9vRCMz5zTjtLurq6ygsrsblGyIqQVwwMI0nBnFjCSUWA0arC1f1SZrsWZxZP964HHfzY4zPhUlkMmRTUcJevxyLUUobyqhpKSUdj+LzBAlHk+ibjoCOgI6AjsDzQUC9MEUFduotmNFolHRafwb++SD/4rUYXrwJ29OCRCyLjFswWzQsNsOGyeowkCO74UGb5flVsqxr1Kn2OZ2r6tbizfGtkmmRQVg2q6HIaBb7Rc6G2y6TZV2WX9IjslbkZV/xKVpe/pA+4VO/ubTEsyh7RbvFsjyPqlOU399IuoSdkrWoc7UMtZ+jxfqNyF3BI+3y/qlU0QrfpH4Fv7JFyGw1kM3I8Z4FoyxfrGgj9Wu1eVSZWfoZ6edYWGTqHx2BJ0DAYQyTzkSJJCIkklGi2UJMFFNVmsZZU4G1uIEK9R25dIJk3MOC5kIzFlFbUse+l37Ed18/QE2BHauzDIulkgLNTmt7MaVnfsY3T9lxxCbp6fOjNp10BHQEdAR0BJ49AgaDAbvdjvqJA/UWTPX9umevVdewHRAwbAcjtqMNZqtGdbOF898p48f/tp6f/E9PTn/whG3/4P9azx/8z0KSbkb/t/9VDQ0dVur2WXn9JxUoOcvb5/Y3KTPXXtooe3L55T5J+U//b/X8RNKH6pbzrco/1g6Rt6a+VXIepXNN7JfJVfXKDkWPkvNQ3TIZq+uUTFWmZCr7Var2f/jnddS22Wg+7OS1H1fkjql8napXeUUqvxH65j+tZP8ZFzanth1PId2mHYBA+5ECZob7+fAv/57rV64QP/ESDrMDR9l5DpcmqUjf5ctxL/NX/xN/95/+HfeyDgy1rRg9I9z7/f/OX/7F/86HXTPMJxxU7m+h7mA9o7/8mpGvfsGli5cZ8QbIOK07AAndxG2EgG6KjoCOwFMiYLFYKC0txev1ogd1TwnmDmquB3XrdFZWVlQyaVlSkXpnsRFXsWnHkLPQiMlsENKwu4zsJNt3s63OItUvGmZZ/bVvQb8oGWq1TtPQNx2BJ0LAXHeWk6cv8MYb3+TMy9/im8dKqH75FVrKamlpPU7boTc403ySb/2zn/DWd37Mm6cO0NZ4gPqOt/nBj9/jrTff43jjCc4caaD9UDMV9cf4xmud1B88x/7j3+Ol48c52OBA33QEdAR0BLYeAV3iegiYzeZcUBeLxVCPYOrfrVsPqd1Vbthd7mydN2qgbDBoucfk0DcdAR0BHYHdiICtkqrqWpqaW6mpb6VRJq8c1TUUWq04C8opLGuktqiS5sMHaOk4QGNlMUXOIpyljbTvb6e1tZ3qYpFR5qKw2IXVUUpDUzmFFfWUV++jtqKSUqdpNyKn+6QjoCOgI7BtEVCPYFrlOq4ew1RBXTwe37a2PhfD9ogSwx7xc9NuaoKMSVZUzFbJbLq13kBH4NkjoCYe0Ffpnj3QugYdAR0BHQEdAR2BHYaACuzKysrIvzBlh5mvm/sECOgRyxOAppqoxzPvpxmyspPNZiVVJZBVb4OT/YyidJpMIko4EieZyiBF95l21P8sGfEjlUxx/4HUJzA+kyYrlMk3zSRzeIjYfMkeT7Ok4jFi0ThxdZwoNNQLKlSqDhpFKq+TjoCOgI6AjoCOgI6AjsBjEFBBnfpenVqlU6t1GRmbPqaJXr3DEdCDuk13YFaCkyxJWclW4+y0LGknZScp0UlKypS4VDRKMi2D82SSqN9HePwe124PM+2Tsh35Ztk0oYUF5qbmUS8nf6LALhwiHgoRUlGdBMHEZ5ibD7EQ2pGAqG5+AnpUkwTzA/30dw0xMh8npQ6ueJKUBHbpZIKsHGOSfZQAvU5HQEdAR0BHQEdAR0BHIIeApmkUFhaiaVrue3UquMtV6P92LQJ6ULde10rkosbVagVuJUscr9fDx5+4icczjPzuA7ru/p4r04Nc/Nony3RZBv7+7+ga/ozf3u7iH//2HgvdIyTqjPT+9i+5dOUGgy/4FfSpWIxYKJxbFUqlxNFYklQsQjSRkmBVVtAkKA1G86tyKRJRL+M9A9y52Ic7EiEhwCRFRjKZJJ1OkY5GWAgnJL3NlYtd3Loj2KyI1URGOEpYeKLZNNlEkMDMTb68O8nATGwlvHt2L8zovBn/zDj+oQ/5//3NABO//ZA+z21+f/UeV65MkV31qKX62Y2oBMWppPThnsVtlzquu6UjoCOgI6AjoCOwBQiowE6t0oVkYn0LxOkitjECelC3XucsDqAXk2VcGdRbhAIBCXpk6SQhK1iR6AKhZIxgKJXji/m8RGIBFiQA8ntjpONZLCUVNHc4yWRSeOdfZCCTpPvzr+m6eYXr3d18+MGXjF/6P/ltzxSTM31037vHF5/fZubO7/ldX5g7n33Jvb4e+twLjA5MMPTBPzIoAd3gpa8ZvPMR1wfv8MmlSXyTU4TiPjwLYYLBFAJNDov7/+LMDYwx3tfF6FwvH39wl7npUTzBEBE9ILkPEWniSYOsAqfRsgm8oSyJBS8DX15hXi0B15ez+mQ1mjXMVg2jkT25pWVCwjOTYOh2kFsfe7jy6/lN0hyXfzW32Cafri/j8q/nHsmvZOVI8Qk9yh4la3m9aqf2VZqjXPu5DduWa5trk7dftVWU31+ZKh2qzX1SfIpW8jyoy5ev5FE+rJQz/0h87subX/TpCdLH9dVS/aNkr/Thvk35snyq2qv8HMrH+zyqTGhDOoRv8Vh80H5u037f/VxNpoUIepMyWbj+Ka7X6AjoCOgIPAqBoqIi9KDuUQjtnrrV48Td49lTeqKeEFSDxmTiaVdBNDSMMvh2UlVpw2Y1SVCo8WI25UuG2TEPAQlAk5EQ/u67jI5Ps2CSyCA0zLx3nvGEEZPZy8jAEDfv+iRYBYfVDJEwvt5ePKkUnrFRZu7dZHx6nFmjHafDitFiwmiyYjaZMa04skR2LErKO4p3boCuUAEmi0V4VjC9GEi2kdZMPEQ4bsPkaubsQRdm4zx+fxB/KEsibZTjaKWxRiPSTwY0g7ayYo/sqZ8cCXrTuCdiTPaFGbsX3BSNdoUYU5RrJ/lc+ggZileR8Km2o5Ku1CkyVH2eHqpfJlt4Ru4GGbkjJOkKO6RO7Y/eE3kiQ+kak/SxpNot8qk2itZs0yV2LOMdy+m5r2s5/6jwrZSxikfJULSkc5ncZeXLZW42P7ooe2yFLavsWOQZFZ3K5kfpUDyr6x+U3ZerZIzeDZErF5l5/lx5Divxc1Fnvi6fqj4dlf5UvLmyxfY5Weu0yfGtUTc1GMEzFSfsT++RM1p38xkjoIvfowgUFBSgaVruhSkpGb/tURj2hNuGPeHlEzipHrvMyHJTevG3z4UUXQAAEABJREFU6h6IEMjSSbKBESZmx5jJWMkaC3EkE6T8I4zOjDGrFcjqiRVbrlGKdMrP9NAgA0MR0pqZgiJrruaF/cuayHA/qHIZNZJaAw2NZZQ4kIAsi8Fpw2B3YSdIOGmWlSMjNi2LxQhWOzJzPIvHHycUSJAVv00uExhMZE0OTKTJphIkZBXlgX82CgrsuGxpMokICYeTLGYh7QGLnoNMmrSxnKLKdl494pK+iOJqaZNjK0lWVkLjmZUgCbscW1myKlZfWbVn9tQRVFxpobbVRkOHfcNUn+fdb0fl8/RYGcL/SJ416teTXVhikvPJQFGZmYbl7Zbn83ZuNl0lQ9mwZPfqunY79UJL9Xldq/ny5cvTVTx5P1boE/7V+w/pEp71ynJtlR5Fwpfbl3Q5f65M1StaVbecL29fvizXbpF/Ka9kKFosz/OubrtUvshXt8+e60+b00h5nYXV9Zvdr26y4io2ywz7njmddUd1BHQEngECVqsVi0ykp9PpXGD3eBU6x05FwLBTDX/Wdhsk2LFYDdgcxlWqTJhSMWyej/n61ifcMVdjdB2gMSEBzuzHfHL9U+4VteOyV1NnteAsyJJimtu/+w2/vOUgZSxC4ide6BaZZ2b0Dr1eP+7Kw+xz2HFqBgy1nRSZDVh77zBwM4jr0AmO1Hjxuvu5O+sjXlhAZXMB7oG7DM6lSFQ0Yi+w4r92na4rXUyGTKQS8xLsTTHtjRINhwnnKEZSM2Isr8dRWkPJwOcMDswSS6UxmrQXCsX2UW6koLqR5vYW2moLMEnwb7AfoePgBV5r1djnnCKQXGmt+i5dIpohsyKAXsmzm/cMco46Co0cvlDIN35ayXv/ombD9L7wvv8va8iRyi/So2TkeKWN4snlpY3K5ylXJvX5dKlc+JS+/L5KFU/H6QKqm20ceqkgZ0e+XNXlSNrly1T6OFJt8jxK3+r9fJ1K3/+zB1gpPkWqfDk9Vsair/k2SoYitZ9PVV6RkqXSzZJqp0i1y8vM76uyPKkyVa/SfNla6ep6ta/aKV6Vz6eqLE+qTJGqV2Uqvxa980+rqJH+rNtn48w7pblj8X3BSPHmU5XfKL36wwr2HXNisWu7+TTWfdMR0BF4Dgg4HA7MZjOBQOA5aNNVvCgEDM9b8c7XZ6K0oZVv/U//V376/h/xP/z4Zc4caKXh4Dne//N/yx9+85/w53/wEgeaTnDu1Al+9C/fpvWH/zP/93/1r/lf//X7vHy4joIXjXpBPS0HX+U777zNH/7kHHXffp8jLifFlmYOn32N7//zH/HaD3/CtxtsnPvBT/nW+z/jz376Hf7Z/+VHHH7vv+OfvPY+/+P/9i/5zvf/kLdPvcuf/snbvPzey7SXHOSNt9/k9VfqcPpv8uHf/j1/n6PP6XdVUnziG7zcfIE//jc/4/Uf/k/89987wUvtjp1/SGyJByUcP1nBgYPOnDSjzUb5t97hYFmp9NVLVB29QJklV7X0T32fzu4yYDRrS2V6RkdAR2D3IKBpGoY9+ng1+qYjoCOwZQiooM5kMqEHdVsG6bYUZNiWVm0Do9Sjl4l4hngk/ZA1msEos6d2rBYrNqsZk9GIwWjCYs+XmTAaTKgTyGqzYLTYccgg3S55s8nAixuCK81mjr91mkOHWimV5Xir1YRBUpMMHjSMGE1mLDYrZqss18tgwmSRVMhmtWCzWzFZbFjNknfYZDlf6kySlzqzxYxRM6JSs6OMssZDvPTNt3hb6K1vnuJQswR1JjNmoxmryDFb7dgsJtnXWGfbY8WaHC8GjLL6lHNc+kP1i9GgyswYBDvDKqiEBXL/0DcdAR0BHQEdAR0BHQEdgTURUEGdeXGlTn29aE0mvXDHI2DY8R48Iwc0TcsNsI27bhXEQGltKYXFTkw8o81gxuIoory6miqh6mrR57BifkbqdLF7HQHdfx2B3YeAehGQesQ6u+q7tLvPU90jHQEdgWeNgMlkkol4i8wDa6ifNshk9AvLs8b8RcjXg7p1UJeYTlatNEzm3QeRQa0Wrl72WQcHvVhHYDsjoGYcM5m1XhaTRb1IRg2Is3LzyqSSZNSfLLyrF8tk02kyqRRpqUumIB324fN48S5ESQjPdvZ5ybZ4kEg0QXTVdy2X6h/KpEgmksRj4vBiXSIYIhFPsFNcXjT7yZMX1jJNxCvH17wPfyQlR6IYksqQkYMxqw5UOR7Xe9/ReuUiQf/oCOgI6AhsCAFN07Bardjtdvx+P+qlKRtqqDPtKAQMO8ra52ysfjN9zoDr6nQENoGAjIdR52hWvaFW7Sy1VaVxfN44kXCaRDCIf3IMf9bP3FxMgpoMMZ8MrqdG8UbmGZqJExgdYmJ8jKHxSeampglI3JNdkvciMlmyEpGmU2kZ+ENWBa7pjKRCyjAJBDLuAcZn/cwEhVf2UwoHMfUhXinLfTJxwSNKIChRoMjIimxP/wA+wSKeY9D/PTsEEsyMTDHSN8LEzAyjM2Fi03MEJTCf9/pZ8IZYcQiLIQajJpOKGgb9Ls2L2HSdOgK7DQGLxYJ6DHNhYYGMTGjuNv90f0C/Xax3FKhBj6xOZ2SglEllSe8wysoIQT4o+3ea7bvWXjmWVJ/IWH1r+kWWV9QAfr1DeLeXy8QjBvlnlNV0zaAtc1dOXHzcuOlhfCKGf3CA7t/8LfcyPXx6aZa5+QTuu3fo/v3fcGPqS/7yk3lGr44Qlb/5ubvcEd6bviwJJWaZ1OeZzaZTJCMRQgshIokU0UiUWEgCgWiMZDJBIhQiPPQ5N4bGuTcfIxYOsxCUVcZkhnieN5ZALlsPzE5GZWUvTjCWIZ2MEw2GGfziSyYnJog84NJzzwSBCOMeC4G5CQLDn/Gf/2GY6Y8+pm/+Nh/f6OX67Vkyyw9hsUFuQWTlT7L6R0dAR2D7IrBjLFMrdSqo8+srdTumzzZrqB7UrYOYTHwT9KYYuBni6u99XPmd97nTV790c/FX7jX1Xv7Aw9f/6FmqU/kc/6893PzMz/xkAvdUgp4rgSWe1T5ckvaqzeryrdq//FsvX/7CzaXfeLgieSX38gdevvqFR8oEz8UyVb5RUu0v/aO03aL+uPgrD1/8g5uLgttqG5Sui7/05HxYXZfbF/u/VrZImtt/jE3XP/Lhn0vgnozTezWIaqMw+kp0qFTtb4a6vlpgZjgmA3Q1/FvnQNaLN4iACaujlNajbRw+24BvKEA29aKiuhSTPX18+Xd/T/fsJf7yr6/z2X/+//DFF59yQ1YS58c+5j/8YpiByRli0S4G7t3i099eZ3b4l/zXz+f5+m/+HV9+9RV3PGmSy67wqWAPIyMD3Lrcx9hHf8Xfjc4wNp8koS/TbfAYeXo2o8mC2e7EZLWBlqL/g0vE7UaKTrZgZOWmYjwNbWWhvqcjoCOgI/CECKgXpaigTv3UVDKZRE3+P6EovdkTIfDsGy275T97ZTtKg5aV5eksiURWBk5Z4tHnT6kkMiuvrak7JlPrscgDm1ReDc5kEp9ELEs2TY7U/nq2JxKQSq4tf702my2PhhZtFJtybSVNpRCfMk+Gq7RPxBdlbkGf5PGJRTJi0yq5oiumaBnOOR8W9ao6ZYtKl5c/Kp+WflGk2uX4RH5K+jkuaW5/UfZG8kqGwjKzR2M6dUNKy8pUNJSW4/hpQdDQNCMW0lg1OTHsDpBVQF7IlsATMzAeqaet5hB1mluCMzuOkjLKzUliI5MY9jdSXlGKPTLBjHuIO4EUvmAhVWVWDLYKisvKqJa8dZn9xgIXFotGxBdiYMpCZ0MVNWVmbJZlTHr2mSGQCnnxhuwYiw7x/ZcLsZjGSDhtuOfT+MfDaM9Msy5YR0BHQEcANE1DvTDF6XQSjUZlfCmDD/RtNyGgB3Xr9KamaTJzb6S02kpNm4Oafc7nTnUdLura19ZbK+V1HQ/q6iVfv9+Z469qduAoNOEoMFJWa1vX7lrxabmMrfZRyW884ETZmpetypROVaby+fKNpqqNartR/sfxKVsaOp3U73c9hJPSozBt6Hy4TsmtbXPm8Fap2n8cVbc6sTmN2AtMlNXd7xfVVtmg0se1X11f0WDHVWLCYGSPbhqaQcNgUinLNk3yVgzebsYGv+bmnIcZewt12SKs7lsM9H/NbX8Un62GauFU3OBhvO8mX10a5c6kk8YaM0s/LyE8z/cjx4gxg8PgZXxmlJC5AM1WToHLRXGRRQIzCE1PMusOEslYZYVHwxgLEU1aKC6xYnaW4JIArtBhkjqWNk1Wh8xmm8gFm7bA9OQ0nmCSuEyyLDHpmWeGgNHmwlVSR21NHftq7BgMBVTtP0arM0FRcITgqn7IyjxFRs3YSPrMjNIF6wjoCOwpBIxGI4WFheRX6/aU83vAWcMe8PGJXNRkpGexGSiptFLdbH8x1CJ6Fa2hv6bVTq0Em3nbcoFnq4Nq4a9osGFzGXNUWvMI+4VX8edlbHkq8lXAUqPsyvsgZUpnrkzl8+UbTVUbRRvlfxyfyFKB83Isl+OgyuvaBde15Ehb5UuO1qpfVVbVJP0iQZ1D+qa0arFfNiljuW1ldVacRWYMRjlYN36U7xpOdY4q361ynhpXYKDwcMpKVQaLOSSrIS4KOk7Kilc1TZUZ8T9IWla9ivcdp7GgnsNNdoqbKyTQyZCMO0g6W2krB5NBWF/Ix0JluZPOVjOhWBBnfTM1La2UFhfjLCymqKWDmnSItLORmsaTnNnfwcmmMioryigtMMuEQTUFhQVo0SD+6WGGh+7T+BwYbKW0tlfQ2lFBKhLF1tCCq7gE6wvxcy8ptUgf1tO2v5bqUjsmkwV74xn2tx3hbHsZzZUa6z3tq8d0e+k40X3VEXi2CBiNRgoKCohEIvpK3bOF+oVIN7wQrbpSHQEdAR2BZ4aAJpKtHHz7m7zx7vf57qsXeOelVizGMk587we8+dZ3+d7r53jl7FGKa87yk1dlUP3ad3jr/Z/yz3/0Tb712n4KRYR8RM6L+GgU1zdz+M3v8tqJd/nOhQZOvXqC+sYGnJZyChte4ac/OM+57/wZ3zr/Db7/2ineeP9Vjh49xj5Zue04eYS6ujpMIQ+zgze4cf0+3Rux4Cyr4dirndS9/EN+8NIJvvPPv8+hA60UrOmmXrh1CBSwv7OYZpnEQTaD1UrxhfO0FhVR23KEsvZjlFikYtknN2khK9EqXVasZ3UEdAR0BJ4YAYPBkFupU49fptT3N55Ykt5wOyJg2I5G6TbpCOgI6AjoCDwdAs6KJjpe/gE/+NF9eudMC83l5qcTqrfWEVgLAb1MR0BHYEcgkF+p04O6HdFdmzZSD+o2DZneQEdAR2A7IJB/UUosnN6CF6VsB4+22gYNTTOgZmYVaZrsb7UKXZ6OgI6AjsAmENBZXywCmqZhMplQP2+QSCRQ9GIt0rVvJQJ6ULdZNLNZMpkM6uUC6rsO6VSaTDolg8oUURlcKnFp/wSTw0OMzXgIJNNSJJypMN7JEWbnvQSkcTYjA8Frho8AABAASURBVNHFL8anhSeT+0JFSmRHCAeRFOL+SWbGhxid8hJJ8gJ/sSiT+x0sv9fPosnik/55UgTkaFijaYZkPCbHUIhwRI4BOUZSiVTulcOZVJK0ev3wGq32cpEKUQxGuUFZDBiMexkJ3fftgIA6rzPprNwL5B4h6dPalEpmSajfFNwCWU9ri95eR0BHYPcgoGkaTqcT9fhlPL5tf9Nm9wD+HD3Rg7p1wJa4jVQiQzyaXhlMZeOEQgHujERJpnyMDk0xPzXCzPQwN+7MoLgjY8O4A16mJkaZ7LnLWGieriv3mPeHiErwlo56iS6MMjCbFRkRJvtUew/xuJfQzG1+f89LMJZmYWYSz9w4854ZBq51yQmoAsR1DN5EcSaVEt8SpJIpCR5lKKICUwkckukM6XQ6F0DEk+qFEkqolCVDuKcmGekZIyTBRUoC27TISEtgmhGgMtI2JoFpNjXN5PgMM7PhNb70n8kFv0kJVnJjlHRSZohSpGQnG/ETnezjnjtBJJUluxgkJwSrXCib440Rk7ZJGehkxcZkLEFa7MiKzVmxJZlMCH5JwV9aKJsyWeSjHLhPqkzsTIjPyk+JliAtbRLirzBmhdJSl06IDPErKeUZsU2kkc2kSMZUeXblsXBf8hb9j8rx4mN6MkBcbIhFE8wO9BHw9TM8Ocv4bGyL9OwiMRpoBg2TWcMgKfqmI/CiEdDkoBQbFhPJPfknJ0n+yefJhegtdQR0BHQE1kBA/V6dCur0lbo1wNnBRXszqNtAh6lBfkoCCEUr2LMpWUkL0NU1RjTQS+/wLBMjo8wN3eVOzwBzCQhNThNKR5mfnWTs1mVGvf1cvuMjaS+hoMCFPeMhOHeHy9cHGZR2V76+Rf/oHIGgD3ffbS539eCJxfB5PKJrlkBohruXukhK0CEh2ApzNr+TwTM+ztzUONPz84yPThGa6mbU7WUh6MEjZVPj0/jmRhj3J/FOTzDvnmB0bJKBO0PMDPXhlaDLJ+1986PMLcwxOSltfQvEY0MM9I8Lb3BVUJcl6p/HMzvFXCBEIJwkHpI27lGm59zMT88SGrrFtem4BMzzuD1e5mam8bonmQ7EmB8bxzM3wNjsHCMTHtzjo3j805L34Z8cYk5wnp53C6bjTEayBEXPQihEZCkulfVF/1AuOBobn8Tjnscnq2CJoBvv3BCT0nZibJrZkUHmveP09E3jmRpkVlYmZzwLeGfHRZ+HifF5ohJsPW0frD1IizDaN0bv3XHmPSFi2SRTvdcY7L5CnwR1s+LX6nYS00rAKdbIZ/PHwc5vofxPS+AdDaYJeJL45zdHPjlZvTOJXDvfnLRVtGkZco4oGYttlRwlU9Hj7ImF0rmVmIjYr9qty78oe936NWz2zSZQtGYbkfeoOmW7T7BZ3Xa98jyfkql48vtPlYqNStZaduTkSr1f0Tq+q7Y5vjXq1yv3KXmKFtuofc+0HB/LytZrq8oX3DLxI5NhajJI9akqexpSMpQsVp/4O//U1T3QEdAReMEI6EHdC+6AZ6ReD+rWAVaTmX/1kwbOQtPKe6rRjtVgpMZ7Dc/gTRIlRcSiToxuD2VlU1z2ZIimwyx4JpnyRZGYhKLwEOlDb1BeXkeZy4bNaiQhQc341V/w4e8+4NqYG4+sQi2EDLLSZeFE+irzKWmbiBD2TjLrduN21IFmWGkLm93U6D/Jvc++ovvOVe703uXjX/+e4a//Ex8OzjI7e4fue3f4/Ou7eHo/4ANZMbz64Wf0DAwwKStjnpk5Rv7x5wxKwDl48TMGrv+Sa/3X+Pj6LJH5GcKpOLK4STa7ehQSY+LuTbpuXmcoGGDKE8E3ITIHPuDi7ZtcGwiLIynSgnlm6hLXu/q4cesm4z2f88Wwh8sffMloz++42n+bD7+8zbWPPmYi0MOHH92m97Ofc6PrKjdGx4mNXeSL0Sh9X3/J8PQkXuWuSCYtq1xDP+eXl3q49NVlRnpvckv6xjfWzUT/P/DpjRv87jdfcu2jX3Bn+jL/6T9eYuT233N9oIdPr/Ry5+InDEmQ++Wn1/FIkJcXq0RvJcXdgwx33eZO7wxRqwHSbu5enSVrlOOt+eH3E2YloEnLymZGVhm30o6dIkt9py4ZzzA9FKPvWoiui4FN0d0vA9z81J9rc/eLAHe/CuTym5Fz98sFbn26sNQut//Zgsh9ULaevNnROAsSQEwNxlC2rMf3JOW3Pw+gaK22ys874u+adYLhzU/8a9qjytdrp2Spulviu8pvBd0QO5TMtWQpvJQfa9XdkX5d3idr8axVpo6B5eV3v1rgxseChaTLy9fL91wOLk0ujN6LLB0T6/E/rnzgVoj5iTgPTSzulBNUt1NHQEdgWyKgaRp6ULctu+apjZKR41PL2JUCDIKMwbg6OFGuGnGZM3QWTvPLT9MYizx4M5P0Tk5CcoY7NxdyQV55cQJXbSmmik6aLBYMSfWluAfhgK2omo5v/vf84R//CW911lFrHsfj66drLEpRcoSuoQTuaCFFVo3q4gyWjkMYjCZlwNOTpYzCyoO0lpXRmplnRjvE/oMNVGnzGGwGzEdPUHesFefsdfr9tZQU7uNIRRFlZlZssUk3mUiMyrMHadzfQUlREU5HIQ6bHesKU4cZiTiJGw/wUlMt+6oMzElgNRaQwDVuQEtqWGwu7IVOwqPDLPjG8RodZF2tdBaBUUuQThiwm8OkRPCc6QRHml7lSFEAs6mC8po29p9qpaCzCXPfpwyGKik0FFO3woYkpXVNtDY3UVHkJOBfYOz2FUbjGuKC+FWAvayJ+oZaioorqatvpMIZICDBak9fmvRCnNqOFhwFzqcMrEXVOp+C1pc5960f8N23j1GXSWOYn6a0Ps5MOMHAqCwBr2qnSRBskGNUHaurqvbEriZeGoSSsqIej2WJRzdPiThyvmaJxTLSXlFW0k1SPKtk5NolpJvUqZ6QssfZo1YZ1cGUkRXleE5/NidjdbuY+BbbrG9KnqK12qlyRWvUJURXBgPKj9V2KKziUr+uLVKn6le3e5J9pSOHoZK5hp0xCeZj6/iQlD5Iy8TSpvWKPKV3ebv7xxZr9styvnw+lSYXhMU30P/5Nuum4ntSJm3kENc/OgI6AjoCW4qAHtRtKZzbRpgaE20bY7aTIVkZaKVlsJiQwUN2lWHmAhslJ1vI2PfT5B6moLAC57mfcerweZr7PyIgI6Js6TE6yq3U22e5luqkcvAvuXLlN/yDrPbc6pklbTBistix21UAZCQ1OUsmmqb6/Xc59d03MY9PkPJFMFccobqqnc7Zj8hmklvzna7wLJNDV2VVaoYpRzv1mLGZjBiq27BnE2RuXqL38hzGtqO0FEwwPSmraSNTeGUEKvEOo3e/4la/F5+1BCTAnf5a9r+6znhQIxwYwzM/xrRfRjfktzpq7SEIX+MzCaQu904z5tYwRpIkoyECsrKZMkSYv9NLtLwSsgY0CaLImDG7NMxWD2OjMWKRYuqLjFRrN/jy9m8YyNaAVoxdVrKMlhIshlrq535DtLqaVGEpRpZvWdQbAI3Ca9CSJFJhpn1mHNE44Ug4911BTTNiMBrRNAP3+aqoKCymoSLKXDJFzOgiq5nQeDabZhR/LVasFhNGgwlK99Ny7B0OWGKUeroIZ1bqlck2NAnseGYWsb03TcMkK5pVLXbaThSw/2zRpqjzfDGHXi7OtTnwkqSKnlTGuQe6Dy6T+yibyhtsuErNVDbb6HwC3Y+SffBCMYrW5DlXzAGxcc068b9zmS/LeQ69Iu0eYaeSmcdzebsnyosNh18pIdcvYtNqGZ3ig6LV5bl9abueD7n6NeR1SJk6HvZL2zyP6hNlw/KyfN1a6b7ThRSUmSmqtNDQ6cwdV2vx7T9btKG6lqMFlNfZMJkN2/s81K3TEdAR2HEImEwmFGVkVjGpZiJ3nAe6wWshoN8t1kJFlcnIXRN0jLISIllVskSapQB77Wm+8fphGpuO0tG2nyOdbbK6c4ALFzpoPHWKpsoW9jW00XpAeCR/7PRh9jU10VIrK0vVTXLz7+Rok4bFVEDr8QMyeD9LS/NhTuxvpLT+DGcP13H4xCFqWw9TJytRh460YzYalmx4qozZiauompb2Do5eOEX9CbHXasPhbKOp5QAnRFdNywlONFdx/KUTtHcc5vDhg7z0zQu0nn2Ho7XNnPrGaxw+9xaHW49zqqOWitoqCiz1dOwXn5tsZBeG6LryNVdzNE5a9DUeOSQBUjW1FaXsf+lVDh9/m5ePH+LYkWYcDce50FZCdetZThw/yRnBpKmxnnIJesuqW6hvqcGkWXA4Sjl05gQNVW0cO9pKw8mj1FaL/myWbFqTILGU2sYiDIlxhrsW9d+8Q5fhAgdk5bSppYGy2n0cq6ngwCti/5G3eePkYV597RAdx45R6Wjlm2+1UlQnOmqbOHGsg2OviK2C1f7GEpw2E89mc9HUXEStDOKUfKPFRsPp12io28/+tjaaGqswa6pmGcm+JrRXYzqJ/slKvxvkHLUXmuScMm+KCsvMFFVYUGlhuTmXqkH5Zki1zctQ7dS+kqXK1P6jyOowYrIYsDqNj9Sdkym2PkrW6rrCcguKVper/Zw8qVf5tShXv4Y+5ZPyTdWv2U4wVDxr1W22TOlQspS+tdqqekWbrVuLX5UpWXlS+4rUfs6GNbBQ9Q+RBOhm6U+zTDQ4nuB4XC3PWWTCajOSO8eXnfZ6dg8hoLuqI/CMENA0DYvFkpMe19+AmcNhN/wz7AYnnoUPcryjBotGk/aweE1mT62NHDtcTVG9BF5VVTQWG7E4img9LUFG5wGqCwopKamlrKGTfSWFNBw7z4H2gxxpb6CurhFnUSNtVRomo4Pa9ibqDh6huraFJocJtCr2H6ij5eA+ysqrKCwopuLAEdSsyhrWsPFNtTZS1SE2dR7jUOs+Dh6op2BfB5VyctuMJRKcNUtwc4jGzsO0y8Ckdv8R2vYd5fjBTo6eOUTlvtMcbNzPqZdP0d5xlJaado4e2UfDviZKbZU0tbTSJMFgoQ3S6XSO1CNJrqpmGtuP0VHfQlttOe1Hj9DUcZqj+/exv7Uee+V+Tu6voryslfa2dvZ3tlBVXUmp1UFd2zH2HTxMc10ltbXV1HWepL3xGEfbyqhsb6aktIxiWVo1mCwU7H+bzppCSiwZMpk0KWWDrPyly0/RUV2Uk1lY3kB7WRntJ47TuO8MJzvbOXGsVXxoo8Raw6mTNTjL91FVViK+1FC//zj7GxpoqXJgl0Ebz2SzU13tpFwG20q80WSiUnAotLsoramjpLYOi6ZqdFoTgdXL6Wsy6YU6AjsLAf2w3ln9pVurI/CiEHgSvRYZ96l2elCnUNgdpAd1u6MfN+GFifaTB2hsrMa+iVabYpXVx4IqCfZeeplzQi+9dJjWqmKcmxKimDUJrK1UNDZQWNrJ4Y42DrSWsPZmkhWPUjrffJn6AhcVor/tyMu8JPrPnT3H0UYbZDdGAAAQAElEQVQXLplBX7vtTi6VYZ98drIHT2q7pmkYjQYsNgOGtSZf0DcdgZ2LgBze91fp9uj5vXN7TrdcR2BnIGC1WnOG6kFdDoZd8W8DQd2u8HPTTuTuo/JPPptuu90bGK1GGQQbtruZ9+1TIxurHadLrZKZMN4vffi/wYhmtmM3g0F7uHq3lmTlAE2nV33Zbrc6u4ZfWQSANco3XSQrveq7BRkBdIskbtqEbdtgBSaCuNrXQXqC7spjJ+kGW2czWXI/a7BBfp1NR0BHQEdgowjoQd1Gkdo5fDtkZP/8Ac2kskRDaUK+JDKGef4G7ESNus3PHQFN03KrVezBTZ2X6TTrnJ8ZUomsDIghk0qRjEVIqr/4/bJ0MiFlURLpVO7tp4n5IUb6Bxgc9xJO7EEw13M5HiMd8BEQnOUDScEn6McfzO2t10ovfwiBDPFIhNDCAgvBEMFIkkRM7i0StKUTcTlW42tOT2gyQ6WvQj8Epl6gI6AjsAUI5B+/TCT0m94WwLktROhB3TrdYDBquce6bE4j7KGVH/Rt5yGwA4/PrQLZYACJa1m5qZVLP909PqZnYgTHRxj8/NcMZga4ctuN15fA19fN4MVf0jN7mV9e8TBxe4hgws/M9F26P/01fSGQeZ2VYp/rXoZMOkksFEW9mSwuAWoqlcl9R1XlSUWJRJMSmI4xMdLLzVuzxFOQzaRIRGIkkilSmQypeIJULEgsmRFeyUu5CseysjKZigSJJ9M5mbnAVwTEYilUsHzf1QzpRIxoIEJYCrKpODH/IGOTYwzNxqRE/2wcgRADfR5GR4JkpF8SsRgj175mbuZrbvSPcm8kyurTWP0+XSImfZDWl0U3jrPOqSOgI7BRBFRQp2kaelC3UcS2P58Miba/kS/KQvXDzuGFFHNjMWZHoxumqcEIM8Mb58/LVm0mByIr9KiyaZGX51k3lUHBrCKxc34iRiycJhZJ45uN5+TNSN3UKtnLZS23WelU+8vrH5Vfki061uJTspRMxTcztDFccryPwVDJzPus8krPWvpVmapTMlV+TVK2KxL81qxX5VI/2R9hemhlH+X4pS5vS25f8a+iufH7/RKRFWDPdPyBHNV2Fe96MpaXe6biqONTxvEv6hR58XplvKtW5NQPsT8wRgqJ4/XGCMt5kAgusDA5jD/rY3Y+cv836XxeFqaG8ERmGJyJEvJEwGLFWWrEavQxPh2VYEfJ4QVsWcLuGca7rjModk5P3ZGB/zTjEky5Zwf4+s40fRcvMzk+ji86y5zfLcGoBGjxAENXrgrfPe72DXPr0nVGbnzA7ZlJLn12if7+axI8jHLn3iTzfdfo9frov3GPybFbdI/0cLlrmpAEjtmlNaMkYa+HqZ5+fKkx7tzqZ3J0AI/o88u15TkBs0vUJJkb7uPe9S76huYJGzMszMr+tW7cwTCa0/KQnzLWYu1Ji4dY9QIdAR0BHYFNI2A2m9E0LTdxmM2+qPvdps3WGzwCAcMj6vZ0VSaTJR5N45uJMyOD+M3QZF+YqYHwptupNpO9K9tNixwV1D1Ov+LJ05z6TTcZzMbCGbwy8FdtVd2UBHUqVfsrSILG5XXTg2GUD2vyroWFtJ9Udq5VJ2VTi3goeVMie0m3tJtRJDxLZYv5aSlXdqwuX76f41nknxK5yua15E0rWeL7WnV5eSpQU3z5/bVSVa90TElgt7pe1SlaXb58f1aC1Lj0SzSYwjMZk2MkgmozLbapdDnvRvJuCd5D/qSs6Ozhi7G4rm5Gkjzl9cqAyeykrLKYmroCYsH0shUrnvOWwj3roadrkoQhQzLUR+/oHJPTE3jnhyXA8+Ib62eot5dpf4AoJrkxZ8mkZrhxRYLXYID56WmGrl9ntOsSo+kIvdfuMuseYGxuhu5bQwxeu8TAvJuJ4UmR2c/E/CRDM0k0o0F8fbBmlFK/4Tg1QtB7nVujQXxy/GoS9D093qJmj32ysvKalJXThKyaGk3ifGyOmSkvUVlYNhfcf2GBlC59jCYNk8Uggd2D/liq1DNrIKAX6QjoCGwGAaPRKNcXg9zrsqRSqc001Xm3KQKGbWrXtjBL07IYjVnMcgPeDFmsGhaLtvl20sZmX9nOatOwripb0xYzmGWy16JSIYOMAxSZFm23Sp3dqZGrXyxbkiP8doeGehFSrsys8travKvbyr4lJ9uwLn8eD2WD8ienQ9rJJBE5UvlVpHhVuyXeVfWq3CLjoLw/FrHZIrivJc8i/tnEP2WnarcWKR6F31p1S2Uix+4wsMKHvF2CwaPk52WomXc1bla2qr7O6V3mR55vI6nqWyUPOU63xQnznI3QNDAY5XyxGnLpA/WaZA1INCSr1T6CiSRxowOrCn4SASIRKUulSRqsUgaKGxKyuh3A714gFEjgKHWhqROIF7ElCKQsuJM1tBW5qCqwY9OSpGMRWWVMYbTa2HewlPmxcWY9URKaFYsxJaHWAu5sJS5XK3UFNorlmMRYSU1TJeWFZZTXVlFeJLzREPMzAZJeL6bqOgoLiqgpKaOhuZUyu2nZi4as2O0uyooFoblhYqU1WIorsVusCLro2+YQcNYf58jLb/DauQ4qZdJQC4SoaLYTjsWZHg+SWSUuIwVqclGfQF8FjL6rI/C0COjtlxBQP5WlKBaL5YK7pQo9syMR0O/N63SbUWZJi8otdJwu4Oy3Sjn73sbp5e+V8dK3N86fl63aXJC2+f18em4Dus+9X0qe78Q3iimtNVNababzrNi/2D5fn5e7PF1et54dy/lX519a1LG6XO0rn5RMlV+uR+0/ih7Hu7xeyVe4rydvOe+T8iiMz3+3dM2+3Yj80++UUFxlobzByoFzhUv9tZG2a9l85JUiattsEswb1jmK92qxBCG4ME19TNe1/8JvhkcZKDhDZ7Ya59ivuXLpv/B7CWqmXQdoFYgUN4zRdfEf+Kuf3+HDwWoONYDZKJUv5OOg0haizvgVv7r0Eb8fNhGdHmD+3mXu9gwxm4wxKit3pZaoBHRmfIF5FmaHGZlv5HhhN319f8fluSAeY6OgsNoBO8USxHW2mZkLQzALKnY1r2Zbvm91QNtpbD2fMCwrfMNTHpLL6/X85hEwCuKVR2g78T2O22JU+W4TkCBuuaBELI1a1VffrVterud1BHQEdAS2CgH1CKbRaET/WYO1Ed1ppYadZvDztFfTQNM0NEHJICOfnUKaBql4lmRCRglq0LaDbN8pGD+JnapflmhLjqn7xyd7dFOPXaaSGVlhS5NOyoG+hIOcANg59p0f8e73/4Q/ePubfO+Nw1iN1Zz7w3/Ge+//MT99503efu08ZQ1v8s/erqT9nT/m2z/87/nzP/4xP3jnOKVGkC5akvh8MxplTQc49d4/5d0zb/LGyVf47vfe5a0/+DPe/84f8uffbKPzjR/z8g9/xqsHzvPmiXO88d7L7G8o48h3fsqrr/4h33vtLO987wKHv/uHHDFW8uaP32Rf00scaWvj7NtHaXr9T/kD4fnGqX3UNl+gpfkgJ6r9LPR+wocf/IJf//of+PUX1+lNOqm58E2OOE7w3R9/h9e/99/x1mtvcL7D+Xwh2fHaijh8pJz29vu4mW12Dr75LnWl1ew7eorW4ycoWHXAWWxG7C4TJrO2473XHdAR0BHYngioVTo9qNueffMkVq26jTyJCL3NkyHwbFsZTBpqtRF9PMBu3ZKJLPFIhvSLfU3jC4f3/iNqy4M6ZZIBV1kFpeXVVJSUUl7swKBZKKysprSsisrSYkqKCjFbi6kusWAvqaKsopa6qgrKS2WVT4l4gWSyOSgoraK0sAS1slZWXkpJRQ1lZZXUlthxFFdQVF5JkaOQYlchxaVFOKwmnFJfXFRFeVGB+F6Y23eK38UVxdhtsm+3UVDiwlpcRUWxtCuwY5Fym81BYaENW0UrbR0H2L9fqLmW2qoiLGKD0+ASfMopLq8R3IoptEvUi75tHAHpG6cZ+yJumsGAo7gEi8mMzVWQo9WICgsGo4ambVyLzqkjoCOgI7AZBIyySqdIvQFTTZRupq3Ou/0QMGw/k3SLnhoBGQRoBk0GA/fpqeXpAl4sAuto16Q8N+BTGcnvvY+GOs7NFgMGGfzuOP9VHKq+MKXSbWC8ZrJhLW2kuWUfbW3ttNVXUymB3jYwbWeYIP2Y+x6cTLJkMzvDZN1KHQEdgb2NgFqpM8gMkv745e44DvSg7gn6Uc1mpNNy15Y7d35MpsoyUpZJJVG/K6UolUqjVhGeQMXTN1HmySDj6QUpCVlSySTxWPyhL/Or2hdJqURCVqpSbMbV3G9yRWO57wVtpt2L9HMt3SaLhsVuwLgTA5q1HNpkmSb8ci9CrUgbZBJDdnfURx176vqxqYP3MR7q1S8WgWwmm7vmq/vBi7VE164joCOgI/B4BIxGo4whjPpv1T0eqh3BYdgRVm4rIzO5oM3jiZJJhAlF4sQTaQl6UkQCEVLRAKGFeTxeH/5glHhSoqvnbH9usGtEVi9EsSa0+iMjSTXoUJSrkn2E5CNJdpFyNbl/2WySoM/HzNgcCWG6Pxi9z7fIQEbKEb5EIin4ZB4ep0ojpS9HuUYs6pEKtS/tc3XLU1WuKF+m8qso5HYTCiyQexmv8OXsUDwiNi9P7SrK7cugK+ZfwDs6hleC8tzv+kqqgtZEIiU2Kc6dQeKu2CuO7gxzt9zKrBxlaenAZDyDSrdcwTMWqMm5qalgVL8KP2Okn5N46U81wWDaGSvHzwkUXY2OgI7AdkZArdSpwC4hE+RqjLSdbdVtezwC+nDi8Rit4ogzMzPDX/zFbSLjv+O//foWV7rGmZoa46uvB4RXBtnuL7nVN4N8ZH/7fVKxGLFQmFg0QSol9saSJGMRohLUJFVQFo0SiCZlyKxsT5GIeBnvHuD21724IxHiEk2kREYqlZLBtFA0wkI4STp6mysXu7h5x008F2Wp9vcpLauWKQmAU+EYkiWbThIPRYnFk6QyGYkHE6RiYQKRBEnRnxI7cjJEF/GIBM8J1O873Zf24P/c4BDT07OEM2JHQuwIJsWmLOlkmlQ4TioSIykDfykgJkF2IBBmbmCAoS8+oS+8wILiS3np6eriqy+7ESgeCN/mOfV9urA/jQpqtrmpz8Q8DQ01iLbYjTLTqKFvOgI6AjoCOgJbjYAubzcjYJSVOvX4pQrqdrOfe8U3w15xdLN+ZtIQj2aIhiQjcc+D9hIwpKU8kpLAJE5JfJih8XEujYZISoBkshdS4DRjtTqwWOxYzdsJYuVIklu/+5SbV77k69s3+cXf/p7hz/4Pfn5nnLGpu9y+eYvf/+4qU9d/wd/fDXH1g99z895devwhJoanGPi7v6VXgq6ezz6l5+ov+arnKr/+bAzf+BiBeCAXlMVimcWAMI/aAn1ffMTnv/8lnw3f4+cfDBGcGGRq4hIff32TLz66gvv2P/D/+niUW3//n/jwylf84oubXP3th0yNfsk/XJ5l+MpvwF2N+AAAEABJREFUuNHdx113Xub9VAWLmfgE02N3+fS33XjH/5HfXu3hg7/+NV98/Cs+Hejm57/qo/dXP+fe8Kf89no3F6+PEgmO0Ds4wu9+eZmhiRkW4nHCUYlEFUT3RW/7/2abAbvLgGmPvh1PzSqqgNY3G2d6MMJ4T/iZ0YicC/3XAw/JH+sOMSp1T6Jb2R3yJfFOxpfkDtwIMHgzyGhXaKlMyR65+3CZKn8SGrsXYvh2kCEhZX9ehipXZePd4RW68/VrpcvbL6/Pyb913+ZRpe9OcMMyl8tZL6/0DovMnL2b6Pcx8U21GZN+Wy57TMr7rwVQOG/G/+UyJvsiRAJpIgsp5sdj5PwWjFf35fI2j8rPDEcJuBOkXsDTHmyjze9O4pmOb3uaG5fr0FDshds5L9eTmdG17XBPiY0jURTPdsV0WjBUWD5P+/zzSdR4bxsd9s/NFBXUKdqSoO65Wa0rWg+B7RRxrGfjCylXj0YZjdr9AfMjFgGclY0UZWMk3SMMJzUMJrO0MWIymoSMGNTjVWynLYPPHSORtmHJpMmM9TE2H4ciB9bomKy4LeC2F+EqSeEe7uV2f5JUykG504olEZNgbJxAOk1gbhZ3Xw/z87NESkopKS3CaheZFhXIWlgZyyYJ+mOyMpjFbDVK2zmCQzcYmJikd9LH3Ow0qeAUs+kyDBEPsYyRaDJLYm6Eud6b9M7OMB1MiR0aa8Yv/gnco/e4Mh1g3pMiqyUJBuKyCggmq4HA/DyhqRF8C3N4ghFCMQNGk4vSsgosETepdIKsyYrFbMZsYsdsRiMYBWht2x1jzw9COYQJeWXQNxXDLQPpZ0Xz41GRr2gNPZOqXNEadY+wKRpIySprmrCk7jzfhMiYiD6sK1cudXm+p0hVwDG/lj+iwzspOnL6JX2sDrFT2rhzspbzRyWoUXX3U4/weJTcx8pbLuPR+XklS8ndsK2L8oQ/Z4u0dSsZeZJy92LZvMrnyzeRKj8T0TSxcFquOQnpw1gOB2Xr/EMYLdrzCPne6ZgcG0kyz/8J/ud3Aj9Ck/o+ugqS+2+EGLgVZqQ7uq1ptCeCohdt56jgNNqzNlaqPEfC86LtXE//6HPGsf9mmMHbYbyziUccjbu3Sq3SKdI0jVRKxk/q6ajd6+6u98ywQzx8/mZqYDRpEoQ8GiJDSRN1VeXUF0L6+Vv5ZBpTMvCIJUhIajLbMWrV1NQU515pbjFmMGRTxJJmbLYs2WxGBp5xUnG54EnwYHeBb2aMqfkowYjUp5OkM1Ei4ThxrAJClGQsTCS+aiQiQZTdVU55cSF2QxTv2ASehTDBWIxEPELGaKCwqIqiAicFBaUUFhTgskNGfU8v7CGcKcLhcFIsZcudNmXDxESGP5wkFg8TiLooLbHhKBB+pa+oAKc5idGSZmEugBog2QoKMZtLqKqpocqVlbwE4FoaQzKEP5Yku1yBnt++CGjkzlFnkZHSSjNlNc+OKuosVDVaH9JRXmuhQqisxvJQ3ePscRYasTmMuIqNS22rRUdVg5Vy0be8fWW96FlVtrx+M/nyWjOV9dYclS+zW/lSKXo27ouF8mrltyLzkg+qfeWifIVbTu4W2Z73s1z6ulJkVgpW+bKNpMrfKvFRpcv51X51k5WcvcswWc7zuHxptRmLTcMqVFBiIo+zSpX8x7VfXV9cbsbhMu7ZR4vl1kM0nJaVr4RMCIJmNG5vMpkwWk0v3kaTHDNmIxiMD9miyowWsVF4tiueJpsJg2D5POxTeMQioFbqIsE0e3UzGAyYBHO1WpfVgzp28mbYycY/S9vVW8zSqQwZ9X2sFYoMWK1WampdGGxlFDrNlDe3se/gEU5XO+5zmotxycqWw3J/d9v9TwTlIjbKTCJJsvEoraWlFBmNmKr2U+ZyUDw3wdwoVBw4zLGWFMm4m+lYCmttBTUdNSRmJ1jIODA3tMsKXTHZkSHG+sfxxqTMFCGT8uL2BfDNu3HnKEzWZsOhAjqThdIyJ0lLNeWlhdSWWHC6CqCgkvoCDXtpFYUOO8UuG0V1dWLDERpsdkptLmwmZYvIVjLdIjsQxWIFypuwVnRwrNiAy2XD6ZT2FcUUFBVgN1spKXNhL3GRWEiQleDUVuTEXlmJS9NwlRRjs7ooMmexm6LMh4QnKzKf0UddL1VgqQYsT6tCrVJlUlkJvJ9W0s5sr2labtKlrs3O/tMFHL5Q+Mzo6CtFHH+9eG35LxetXf4YeyobbBQUm6hpsi21P/pqEYqOPCTzyXSshYmSrXQoOvxy4ZLuHO9DelfVr/ZpdfvFeiVbkdL1RHIX5eTarpFXco9In6h0PZ51y9fx8dhrRSiZ67Zbw47lvAfPFVBYZqKowkzzQQfKNoWBOnaW8200337CJYG3DZNZ25kn6BZZbXcZqW510HS4YFtTy9ECWo8XvnAbm48U0HKsEJWuxkyVta5Tt5r3Re3nbBcsn4f+Zjmm1LHlLDLt2ckTdZrmg7pkMikT36sm5BWDTjsGAcOOsfR5GyoD+3QKYhGZvZH8A/U2amtr+Bf/4gTOpnc4fbCClupC6upaeflCh7BpUPYqxztr6KiV3W34MRTV03LwFd57+01+8sPT1L73LoedTglsmjh46hW+8yff5+Xv/5Bv1ds4/Z0f8813/4B/9uP3+Kf/4w849M6/4CevvMu/+l/+lPe+8we8eeJt/vhnb3L+3fO0FXfy2ptv8OqFWpyBu3z2y1/xa6Ff/bKHdEMT+145RUtpPe9++ywnf/YnfPPNn/GvfvQeP/zpd6k78U/41ydg3zt/wNmDHbx6rJX9r3yLhqa3+dM/fJs33n2JNnsI7/WP+FVO5j/yq8ujaPvf4OTZb/POmfP84E++zYWXX+dIbQOvvnuGk+dP0lZez9vvHKO47ThnX3mFZqeRwlIXbT/6MccMBo69/hoN1a0cOHKaC+98gwNVTmRB8pn1mpokSMYypCUYe1oliWgm9x2eVGIvX4RXnJybg/QFc6tjIJnIougFm6Kr3yIENDQM6gKioW86AjoCOgI7AgEV1JnNZvSVuh3RXY80Ug/q1oHHYNSw2AzYJQiQ+/Q6XDutWI00LJx+9yyHDzVT+KzMt5RS1nqKt370A36Qo1c40VpJMU+3Wara2X/+3fsyf/h9fnChlZoS22OFqkc5ylo7KS3fx9nzpzj/UicFj231bBhyx5XdgHELZt8tDgOOIiPqFerPxtrtLTW36ilzLjv1eVmjScNsNWC2aOjb9kZgI9ap4zElkzWJLZq02YhOnUdHQEdAR+BpEVBBnXr8Uq3U6Y9fPi2aL7a94cWq38baZZylCTqamnXdxmZu3jSNgrICCVatiHubb76RFpoRk8WOq6iIQqGiIid2iwnjRto+gkczWbE6CijKySykyGHBbNyAF5oBk6MIV2ERJSUFFDifoe88etM0yBNPuRnEdYNMPih5TylqRzYXKJGuBZVhB25it7ZIO9B63eRVCKi+NMr5aJQJG8Ouu2+sclbfXQ8BvVxHYMchoGkaJpMJPajbcV33kMEyLHyoTC8QBNR3ntTjUbvx0TZNBh7aXht0GEz3X4giQaBcv6SHX8xHfZ8ulcyiHsN8MRbsIq25gEj+reVSNo36fUL1lVj1/dhMSi3ppYlF07lHX7OxIMG5KcbGZvHFU6TVMksmQSzgxTMzi1f4Msk0GSnPysUgk86QTC0qisZyLxlKkiQR8TE/Msb4fJhoIvN8v98Y9RMKxwknFu3SkxeOgLq2qMBO28I7qxyCL9wv3YAXhUCWZNjPwvwM88G03DfSpOIx4rEo8UScpFyX1NdE7j+tkEG9MVR91/q+tXINzPPGk7k2Ec8Ik1PzBCLJ3O/DpqIBAnOTzAZE7l5+iv8+YM/5//ZRZzAYMBqN+tsvt0+XPLElW3jreWIbtmVDdSNVF0d1kdyWBj7CKPUto4yMZhU931HmI4zSq3IIqONKYgS9W3JoPP2/rACqgrYVkhTAySDjczF8wQiBBT/jI7OkYlN03ZOAbSFOwuvGNzbE4Nw843d7mA16GZ+YYmJkEu9CkGA4SXRsAp8EcNGkH593joGpOKrjQoO3GJvz4ElECC3MMnh3Au/sEL2jEhAGkytMefKdLFmZAUglUqjAUl2HVGCaSadz+xKZkp7rYXjaw2QgI4O9FIlkJje2y2ayPOBdboGUS/u0BLjpZILI6BjucIyo8GflYpdO3R/okfYwO+PH54+Tzl1H7o/2MjKAzKbTUpaWm7+6yiyXred1BHQEthqBrEzceOXaMzK/wIKcq9noOLPuBTz+CLF4gHDUy+REbPF8DBBckDq3muVRk1geZiY9eD1B4U0QDYaYH+pixjfH2NAY8+ODzM6PMTznxyfXu4xcB7bafl3ezkBABXX5lbqM3Hd2htV7yMpNuKoHdeuBJQsAarbVKKtayXiWZDyzpaS+d5GjRbm5fGyljrXKHmdHQuTl2kmaFLsT0QxxIVWWzJWt1LGZMiVjiRZl5fc3JUfa5tupVLVdbrfKq7KtICU/57/o3Kw8ZYci1U6ly0mVKcqVSb+pVO0/khJZcjP5Jo2sDJaVbY/kf5zNIi8jcnIj+fWO491cnhXnhDIyGFGBjOwtfiQISXm43jXH6MQYExODXLo0QGz2Kh9+covB6QUCcz6Cbg9BZ4aRX/yKnsk7fH61TwKzCLaqKgpJEbj2JT3jowxP3ebevev8/vYC2WyUkWu/4urdQUY9PkJRH0OTUBK9xKfXRhmciiza8DRJlmQsRsjjxu/3Mu+Pykz9PAGvl2AoIjPuIXwysAsMX+SuBGbdMyGp87Ow4MMfSolfbtn3iW0JUoJP3pJsbEEGfRJ4LoQkGA0y++FH3J2VfVmCTMYiBMUf97yPWKyLa1cHGBz2EwrFCMwHBI0UgbkFoTn8wheQFUJBOS9aT58hAuqa8QzF66K3MQLZhXEm3X4GEkW4LDG04GW6+qcYmY4QTcg5Hhnh+nU5Z+MqiJuRVbgpBodC4pEK7Aa5e2NEJrS8RGWlLiLXlLnRcUwFEfqvXaPv0u8ZkGtjV6yEQnsag7bsYiES9sJHeZyVG6hK94K/6/moaRom/fHL9eDZUeV6ULded8mIJR7OMDceZ7Q7zMhW070w/TdDjEqqZA/dCTF4O7RCj9pX5ap+wyTyxvsixCIZkhLUTY/EGBA9A7dWyl6Ut0LfY8tEtrJ5uCu0ZPdwV5jNylZ45tsN3b2PrcJh+F6IEdGh8o+1ZYP9ofT03wgt2bspueLbiCLRpWxWtuX2xca8HFU+rHxY5MuXr5WO9YRltjRNyJ9iaijG0Kr+XqvNo8qmh6Iy2E+iHudc7zDe1eX5iReTAW3548SaERy1lAeHMY5fIhxfIFHWTvRmmLbyMaYIMyYDnEhwluGBMYZjhVjmezDV1OHcf4b6IheFLk0C8GEu/eNf85f/8ed8cKmPoAR0ZO4xUnSI4HgKJjxkZLUuMjPMQPcEWbsFk8O6BZCnmerp5RaNVzoAABAASURBVMu/+zk9c5f5y7+5wWd/8f/lyy8+5ebEJO7Rj/kPvxCdE7PEovcYuHeLT397nZnhX/LXn8/z9d/8O768eJHbnjQpwwNz4l0fcfv6x3w0Ose4J8vSm86SPvzuMW5dvcWH//7v6A4HWZBoMJ0OMTXYw+f/8DlzmTk++/sP+eW//zlff/IVU+5ZIiJ6rw+GBIJn+lEr0bmJm2eqRRe+XREwuOwk/B68Xd2EDHYJPzTm7n3MV19+zY1BN2nToy0Pj3zB5U++5ErPJAFjknRkhomhbiYTNiirxpyK4r15m4DmJKMtu1g8WuyuqlVfs1G0cmJwV7n4WGc0TUN//JJdse3Ns3gDXadm/6PhFLOjMYa7IgzfiW4t3Y0w1h1hSFIle6Q7ymjPSh2jUjZyb2WZ4n0kibzxvhiRQIZwIM3sWIKx3miOHtluI/4JDmM9EYbFpiW770WeTLa0y/knMpVdOXld4qvYP3xX0o3YswGeEdEz3h9dwlnp2jAp2xTl9Si71L6yMV+m0rXKVPkqGhHcVJ8EvUnplzgjq/p7w3Ytyp3oj6F+NDUtK1UbOKSfkmX7Nc9KRJFJg/qJiJUDX02MtdJZ5GFsOEjXVJjS5mk+ujUFmSnGhz1MS9ZhM1FTEydSd4o6VyGFcmPTBEtN0ySgM6LRxMm3vsePf/otvnGqFWc0TOLaRUbCZvzTw8x6Rpk02TEX1WHymmltLaCkzCK6n/YTx5uyMc0hDje9xCGXD2NhNaX1TTQ4MiRG5ig+t5+6hiqckUlmfcN0xY34o3W0NzixV7RLXT2t1Q5sy0yxtHRSggDW20VPUMNmd+BwWTAlZ5gaH6K73yuDvDQRq/hkL8RhtWKW2fuMeuySLGmJEOv2FZHKhOi5NURucWCZfD27tQioJwzC6ntUEmBvrWRd2o5BwNHA4ZNneONQKVO/+m+MxOMUHXmX1998i/MH63A8xpHC9rd45d13eOV4K+UGMwZrMbUmL87GBhyNr3D0+Ju8f6GRmb/7C5lwXCDzGHm7sVo9jaVIWz4xuBsdfYRPhsXv1KXTcn94BJ9etf0R0IO6dfrIYAR7gYmKRgdNhwpoOuzaUlI/Apr7kc3D92W3qB8MFVquR/E0536Ec+O61Y9pNnS6cJWYcBYZqWm103KsACV/uewnySvZLUcLUakiJUOlTyK7RfxWP9aqfMzLUbIUqf2tIiWvVTBU6WZlqjaK8u2a5RhoFrsV5ctUutwPtb8eNR504Sg0St9YqG51PHWf1OxzUFRhwWTS1jmKd3ex8lozgEH81x66IRsoay8hW1yHOZilOTnOzL5v0nn2TRoiPrLz00TtlVTW7ed88QDT5mbSnjH83b/jd5dv8smlcSIJCwVlFVRVV1BWaCERjXHzrpkDBw/yjTNW7JYo/TNmHDLjve/CAYkXvSTdAZ5+M1NoTlFiGOXe4E1mDWVgKcVps1FQZMVWaMLT3c3IuFtWDwuxG604owvEkxpOsdNkd0nAZpegzIBhuTGxBIlsghAJgr4YFmeUuVE38+NTLAQDBCR4i0SDLMgsfjI0hd8fJBxLY8tOcbfrJn3uKN5wAuIhjMkwMuclod5yBYt5PdkSBExmDYtV+lBWordEoC5k5yEQDxMMzDAq16uR2SRqNSk00ycTq1/S1deLepTc1/s7Pv/kV3x5d4yhwV6Gb37Ah59+xKXhMJ6pfkb6L3FbVv6HpL3BUkZx8wVatHmyvj5G3eOMzU8yMJ0kmdp58GypxWqWcEsF7hxhmqbpK3Xsjs2wO9zYei8MBg2rw0hptTUXGNW0OdhqqpVB+aNkqvraJ9Bb1WTD7jJicxopq7PxJDLWs+tJbVpLXk7WMgy20s619L3osuoWe65PHAXSLzVyXD1B3y73oaLBhqvEjApqtv4M2P4SZaGO3H14KbPSZnPNPtqPH+NoRxv1RbUce+kELR1nOdFRy77OOlm9O0BLaSsnDldSWN5GY20FDRVWLGYTVpsZZ8c+Kp0uXNZKKqoaOb6/AmvLGY51NHPs9CHamvfTVFJN59Eqqo6epKmskAIJMHnqzUxlVQmHDldhsVhp6Gih5eB+KsvLcRaUUtRyhIOlFpx1J2jf/xKvHjvM+cON1NfXUVVkoqa1iZLSErSwD/dIF11371PfbAatbB/7D3VysMaOq7OTGpcDl6OGmsYOTp7ppOPsUeotdbQ3lVJe7qK4sorWo+0UmYrYf2Ifta3ttO0/QOeBZhwG0NC3Z4WAUY4liwrqjM9Kw4uXq1vwGAQ0AwajmYLSCppPnKC06CAtNUWUy+SOyVSI01Et14ASHA4bZlM5FZWV1DcUYjbbMRtqaWouo7TUKfsm7K4CqtqPyJjmKB31FVSKDKPRgrOolNbTJ7DZrHvzfNYvYmiapgd17I5Nbsu7wxHdCx2BvYaAesljOp3NvXRlr/me9zeHQSpLRgV2+cJ8amrkYGcrR88cprDxDG+0gkMGOy0nDnPg9Zdo3ddGk9VB0Ym3OVxTxZETpzj5yjd4XepfPttM5ZmTNBQVUmSvp67xIN98qYHjb56i3CkDqLLDtLae5huHGjhyrASjrZkTp/dRW1eU1/4UqUZBdR3tL73J6YOv8saJag6dPkh1bY3YX4Kr5hTvvX2cY9/4Ca8dP8fbZw5x9vXTdO7vpKnIRPPBDqqqqrDEwgTmxhgbu0+zWjnlzWd59ehRzh0upeDwqyK/iZZ9x+g4eIa3XzvBhe+9w9GiJk6fPsaBAw00tTXS/srbvHTgFX7wg3O89NoFDr/0KgeOHqbcDBr6thwBNcmQe3ncWsfjckY9ryOwEQRsJVTV7ufcqVO89o0TlJad4qVX3uTNb77DuaMvcaTlEK/86Lu8/ua7nO08ybmXXubV73yb1y68ycmmg1z41ju89u57XDh+mCNtMml1+DhFJhu1B0/QvF+uGU1HOHP8lMg7hkuua9v4fN4IWpvmUf5qchWTmAZy/9iTW/7xy1QqJROl+sVrJx8EelC3k3vvUbbL6EI+wqGfoALCrvwkExnikTTJxN7sY3UPNqrVDLtBZhm1XdnHT+OUvaye1rPv8d779+n14400lJqfRqTe9hEIqLMwI5Ms6WQWlT6CVa/SEdAR0BHYNghomib3UCPqO3Xq5Uzs6G1vG68Hdbuw/1Uwl4hnScYzMrjYhQ7qLuUQUI9m2V1GLDb9NGYnbhIFqBcy5VZ2dqL9us0rEFDTCmqSwWTR9uwj0eibjoCOwI5DQNM01GqdHtSx4zd9NLhOF6qZVvVWvZishMjYK8d1/5/MwsooLBaTZep0CvXmQfXoV0bKUvEEqWiAUChAMBggHImSSGbuN3uO/+X8xCwDCzW40Lakh9NEQkG8816e7rvUGQk0o8xPzpJIp5/gJQtJ4rEogYX4o9EMLRCLx5G49tF8y2oz4RDxBT/hZWWPzWYFjfgMc54YUQmgH8uvGORgks8T+K4aryIZRWqa+reqfI/sqsmLdCqbW61U6U50W9M0tuYc3Yne706bNW13+qV7pSOgI7B7EdA0DRXYqZU6RejbjkRgS4b8O9LzxxitGTQMRg0188qKLYnf7+OLL4ZJeG5y9dYIw5Me/D43ff1TsjKWJOW7w9D4PJOeNBkV8a1o/3x2NGW/kKY9PMLIJJMkY3GSiVQuKCWZJp2Mk0hlSKekLJkgmsi/2jZNKhFkbmycwa5hAok4SRlNp0WGmtXJZNJkhD8ST0k6yvDgOGMTQR6OZZXsCAvz03Rf7cUfF5zSSbEhmdObzUp9LJLLK8gyKamXwCxnhtindCTjEQmUYwTDSdKqTvbjqbTY7MHnHubu3TniYn98IURE5MclcEyLbcoXMZmM8k/K08pvFVkt64qE+qHnyXHmpCxLWvBJkFR6xZisyEwJPlHVTvYzKakTW+MhH7FAN9f7Z5lxx8QOabfgwX37JgORBFHhFXH65xkioA5vg0lD24lXMo3c1zgkQd90BHQEdAR0BHQEXiQCRqNRxqwZ/Xt1L7ITnlL3ThwKPaXLm2guoy1NaGWLFEFZtbp9e4bkQj9j/T10D4/TNzXP+IQXg8mCJTWJNxhnIWbGKIHhyvYvei/NzMAAk2MDjE1N0Nc9hH/4Mr3THrwL00xPTTHYP4p3spu++QTTQwNMz4wyMjXD0L0RJrtuMycB1/zwgKy4dTPunmBgaJ4Fr5dYbJzRUZExHZZgcbmfGUJzk8yMDzI6P8tg7yQh/6jol8B3fIS58dsMjPdza9THnDdKaHqUOaERbwCvO0h45CoDon/WO4PPO8fouI+5O18y4pljqH+YqelBpr0T9Pd5JKiL4R6ZxOsZZUJ0DvSN4Zu4S//8ggSl9xgb7WVodobh8ZWvnk+plVWfB18yxuxwN3PuKUbHppgZ7sM91c2lvjnB7R7T7iEGp6cZ6htmtu82owuTdPWNMz50l4mZCUan/Ph6uhmPJlnzq25yPMkHRcsRepJ8LlBVgeOqAPVJZO3MNllZ8cwi8wrEwhnCC6lnSiGRH/SlUGlel8qH/KlH6lVtAt4kKs23U2kiliGVzMjq88ZsD4nu1TKUnKchJW+1/crW5WUqH/SmVvi9UZ15m5WM1XI3KuNRfMp+31wCJX8tvpzdj+mffDvVlyqft1nlN0WBNKlklpSc+NFQeqm/17PtcbKVDHWMqKdGdub5uTVWKwwC7gTeqdiGyDMZwyO8uXTi0W1yPMKvZKu8W/jzpPZVeZ7c4zFU3epytb+6fDVvzp5F2Yo/LzOfqjJF+f18qsoU5fdVmpO16J/Sq8gjshXl8ov+KN48KRm5OuHLl6lUlSvK5aUux7NG+1y9lOd51b4ita9I5RWpvJKR91+VKVLlilR+OamyPOXb5NqLLap8Oe/j8opfyVB8Kq9I5R9FCsuAJ0E4kCKZeP5PVW3NGbI1UjRNQ63UZTIZPahj5256ULdO32VlxKwe6XrciV5ujRDwzdM/5SWSNWCyuXA47dhtDmxWK+Zt9RtDavSfov/KTYYHehkcG+LaJ58xcvNXXJnxyWrXPQYHe7naNUpw4iKf985x44vrDI9NSrCTIuD2MPnp7xiTVbLRG5cZvv177gzf4crAAsngAvFMipRgAAbk+sCDLcxkbzf9Pf3MywpfTFbAkmMXudEzRHfPXSb6v+RG3w0+7xqjb8zN2K3rEliKfcEEAc8CC7c/4NbkLNPBGVkRnWKgZ5rRj/+WXp+fvhs3GBwaZCajyYXIiFFL4R0cwTNxle4RCcbujhOe/JKLfZNc+fALuvtu0iUrcjdvTz8wbymXIhad4+YnHzM8MSC2DTJy9xITA1/w9zc9+O58IfZd4aveQa5d6RM7r9AXg5CsDIZnrjE4Lm3mlR0ZDM8hmJfFTQlosjKzll3yYE9lxO2kDKB9swmmhqKM9z1j6o0w2h1mXNIlXZIf64k8Uvdot7S7F2E134IMVCMy+PfNJVe0H+uNomhJx6Jfo6JHyVpd/jT7o/fCLLdrTPwkLoP7AAAQAElEQVQZ6VpZpvwdET6VblaXsnlM/B/vizAqGKh0fNGfrUhVfwzcDK3sk0X5Y5KqeuXTRnQpPkXK5ifBeaI/SiSUyg0Q58bi5PyWvhzPk9izETvyPNMjMRY8SVL5xx721MmNXM9B3YNVkD12L0Tv5YUNU9+lBfqEv+eS/9FtvpZ64VWyFX+v2s/TYrmqU9Qj5T0XH/CrshxJea7dMv5u4VvOq+zJ2aJ4l/Hl2oudvV+Lb2uVqzJFimeRlJ2KelW5yMvpknyPUK/s9ypZi7xL8qUuZ7/CQ/Kry9V+j6pT7ZfXL5ejylX96jJVvlimdPQKj/JdkZKbIyV7kSe3n89LW4VNr9is/OhVbRcp51+ebyOpyMrJkDRnh6QrdK0hQ+Gojq15CdijwfzTSXvsRFvmrtFolPMuK2OKvR3gLoNkx2UNO87i52SwwaChXkBhd5rQHqHT2HieVpeBslAv92SA/wjW7VNlLsNV3klzSQktGTez2iE6DjRQpXkw2AxYDh+l9kgLztmbDCzUUFzYyqHyItSL81SwlpVoQmJeYlNuspEY5ac6adjXRnFREU5HIXarDYtxubsjjMedpMztnKwuo8KUJiwrgP6ABIvGIozl5znSdIITgV/TMz3M1THBXKvmVHstrU0lGA2dtLc30tjRQElpGUWo+goqahs41JDFZsvgSbqw24uwmYuoqXbhjM+T0TKYDh2l7vgBnJ4YBkMVlVXtNFeVUmR9uLOy2QDx+AC37mVZmI5RXFZKRU0ZBXYrNa0H6GiswmQyk4qn5aJnImMrodimUdjURlP7PmqKy7CnLNidDuwOM4ZnHNipvlA6DIblWO+dvMR0ZOU+PDMSp/9mmHtXgs+Uuq+E6L0epvtqaEmPyvdce7C/lg19N0L03wrTK+ny+rmJBGolaXY0viRP1XdfDYqO4IoyVa7a90kAo/JbRX03wiy3X/nTfztCz/UHPnWLf8p+VbdZvb0iR9mt2j6pjEfpVPaP9cZQNq7m65bjoU+Oi+X+reZZvt8j/ars7BV/+8Tu5XUbyfdeD+b60+9JyURQ9H5/5/tS0o3IWM4zdDssK05xmbjZO+f0ck/VCmVYVllDQnOjUcZ7whuiiV7hW6TJ/sgj20xI/USf8CvZ0mZyIEKelspVndDUYARFq8uVDNVmefn0kPCKrPGeECpoGFeyRddqvnGRq2iiP8zy9qpMkSpTpPKrSZUredNi16S0z5HoVLLW4p2SukmxQdmSr8/JUGVih6pT8lRZvn55qsonFnnz5bmyPH7LZEwp/8WuB3wRcv0iPPkylar249J+QuxXmCn9yk5FubpV/KrNWPd9THO4LqtX/EqG8m9S7FT7iv+RJP0yPxYj5E/L5Im6oyw/Avde3ihBnb5St7P7fY8OBx/faeqptnQyS1KW5B93qhc2H2DfoeMccT5e7rbgCE4w2vMZV8bHGXYdolWMMgtRdwBHOk7q4kfc+ngcw8FzHCgeYmzkIp/1jTIvq2El1TB081OudrvxOivAmmHsw99z6fdfMuTPEvQNMj8zxIQ3pSQuUiuNZi8pz0V+e7ub4agR58EO7FkNg1+Cq+gCydQI00X1JMNWmov9kt7jt59e5ZPrE0RTGVb2QUKCqnF6r3/MZ4MQzVTQbAkSmb1G73SCmPQbNe3YDdLq0ofc+G0/7CvE4DKz3maU9tF0gsmpZk63R4mZE/gyZlJYJIRc1spoxhybJRiYpjdeQFEWjEJ5DoMpCSYvfVdGCAVjPMv5Ls0ABpl84JHTDuzaTdM0rHYDrccKOPVOGee/W/ls6XuVXPj+Gjqk/JG6Vb2iVfY1HnBRVivH+xHXs7V7ld4Vtip/Vtl2YdV+jn+tskfJzdepdorUfj5V+a0ikXnhB2v0SV6+1Ofsz+9vJFWYKNoI7zKes+9VUFJtpazGSudLxZzP686ny3g3YtPxN8uo3+/CYjfu2nN4I46V11l446cV/OH/2rCj6Hv/uoaDLxXSdMCxo+ze7ji/8ZMKaltttB118oM/r306bP+Xet76WQUN++1ynhk2cjjuNp4lf7IyUx+LxQgGgySTMo5ZqtEzOwmBvX0UP6KnZLyIQVZa1ItStBV8VirKK/jOdzqx1bzMgZYSGmrKqW/o4NyxZuEU7sJTtDdV0Fguuy/oo05QRawKh3Lm2Epk4NHBsWMnefkbp6k7/zJtdjsueyttnSe48OpZOk6+zvnGUo6//jonTr7K6xfO8faP3qL95R/ycvtx3v7xtzn76rc5tf8833jpIK0H26lwtHDk+FEOdRZhXOjj2mcf84XQ55/1Eilppu38Nzh/7Azf+cmr1LV9g1dfOs/L50/Qtv8gjXVHeOncO7x/oYMjL7/KgZMvc25/Mwfaq6l46QIthUUUoVbamjh8pARNK6W6qZOTr53nUMdx2ms7Ofv6UWqKTZSePElD4zlOtZ/gldfOsO/UN3ipqYbzb52irW0fzZWldLRodIttXwl9/tlFesMuHG0XeLmhhuPvfI9zp85yqqOeun1Hqez4Bt/pMGPrOMeB2hbp833sa62kvTTOePoVXj9eQ33zUerqmjl8oJKy42/w8r4qim1mtBzgD/6p738lJehMp5dFgg+qN5XLSMSoHk+638+barormHPnqAS1FrsBe4EJZ9HOIousihvNhtxgYqfZrttreuh4cxSaMJo1TEI2h/Gh+s1iZi8wYpZjRB3nu+KEfUInTIJnQYmJkkrzjqKicjM2pwF1nu8027ezvS65x5utgqtc94sF46extbjSQkGJOXfOauztTdM0rFZrjtR36/Y2GjvXe8MzM32HC1YnuCbo3F8JWe6MEYfDSUdHBSZXIxXFdgrsFhzOQqqqiu8z2mopK3ZS5Li/u33+K6+MNBw+RPv+w+yrq6eluRJHfSMlJjMWQwHF5TU0trdS1dRKg9NIRWMbdfX7aG9pYt+BVkrqD9BS3Ujn0U4JnPZRW9bAvrZ6KuurKbSUUFNbR3VtJUUFDlwSiBUIFRa6KKttor5xP20NTRw43ISroIHG+gYaJNgqLa+iuLCWJgmY2hvLKKtvprK2lbaaCuqqi3A2NFJstWHDictVRH1bFTWn36KzrpWO1gYqyyopLqigobWeErHZUVMj+qupKa0RX1qoam6n3uWkoaUm9/hmsbNI7KzELrbdt6+AwvI6yqoaaSm1UyYrr/U19dSVS3lpFY6yFjrKDJjK6qW/m2htkP1D4sv+Q9SXNbG/zkVhcRWFhcVUVjhxVLfRUlWI3Wx8KKhDNrl2okiyT/XRpLWSo6FJTv/oCOgIvGgENE1DM2hsxSmpJmxSiQwZ9dgIe3NLyQSYmrySRYS9CYDu9TNHIBZOk4rv7fNMgaxpGmazGaPRiKbJNUwV6rTjEJCwZcfZ/FwNfvr1lOdq7pIyTdMWT0xtqex+xkTT4TZqa8slSLpfsuX/TU6c5c3sP36SYznqoKFcgpx1FG222FJQSN3516iz2bFvtnGO34LFUU2z2HZE6Njxw7TWl1NkzlU++p+xkJKiYqrrmyhrOcWxCrCZHt1kea3BCCaTxsOTBWx60wxgkNVkJN10Y73Bi0dAXVzy9OKt0S14WgQ05JorJOejXH552k0FMiqgQR0jTytsB7ZX/ifjWbJ7OKjdgd2240xWkyfqWNtxhj8Dg/UVumcA6nMWKbef56xxx6nbfXdUo8WIwWTYcT2RN1gzGDBJQGeSkZOMo3jem8Fixepw4LBKhPa8le9tfZvwPisrHGr2Nb2YZsguvuBHMjk598/s7P0xs9zVszKCzuRIymQ/nYiRSKZIpTMiI71IkpeGijcrPJmcJESkFC7mVZIVXelkjHgiSUoGpStrFYe0kSQrMu4bIDub/WRSpMU2+Wy25eb4lY1p8SOdRVzZXNtHcgsqmXTu508k90jOvVipHuW02Az3J272IgByUKTlmFPXeEUPQaCOS+HJlUs+d2xK+qDo/vGaO1fJkE4kSMQTJEVmnifXdrv9Ex8yqZRcU9JyfmeRS9ImLMxKu0yuXb5RJp1GUX5/V6cKu2SUeFxdrzKChXgrZbn+lmuy7D30UY9FWx1GWaFa8yh7iH+3Fmiahgrq1D1JEfq2IxEw7Eirn6PRGtpz1Kar0hHQEXh6BOQWLoOicCjIwsKCUIBgMEIyLiQRUCalBktCcpPPplMyyJMAKxElGgrkeEPhCIl0FM/gdQYn5pjxBAnl5CxIvZ9IVNoGIsSjMSJirLoBpkSfSmU0haJ0LIhv+Aq3eseY98ckMBTGVR+5h6I9zaN6gSk8vhC+6CrBW72bTpD1jTDlSxJJbKFwkZuOevBEM7k+2ELJwC6QJodxVkUqku4CbzbtgiajE2ehEYNJ7sHyeUhAMi2nWoaUnMdpOY8jch5koqlcWTordXKeR9WxFYnI8bXA3FAP/XcHGZqT81GEbVdY03It8U9NEk968fijcs1Ji7Ub/SSJxyJ45yP3AxppFp1zE3V7n3juSETsmI+aSPMPXeVW9zAT7giJRJqMUEoFdrFoLrjdrv2+HUDWNE2Om2yOtoM9ug2bR8Cw+SZ6Cx0BHQEdge2OgLp1jzLQP0pPd4BUwI37i7/g6+kAw7d+y53bV7kxNEqw62/4P++mGPzqCiMzk8xKs0xwnsidX3MxWkXSZMZmTBOfnmL2ytf0yuAgLq7P3f4lN69/wV13glhogi/+8pf0z3npv/wldy5/RVcoxmTfMDaHh5uffULf3V7WfZ+YJgJXf2SgmkkmiKpgVAb2SRnAJmMxCUzjEiDK+qAEqLHRz7g1Mkm/N0kqHiUYTsnNGNJLvAlSwrokOh2X9hHCEoyGYqlccSqeIiNMitJRsVDNcCvZIiMlKxtKZzjoJTv+j1wcnmfYF5fBZoasrNwlo0Gi8ez9lYRUgoTYFxZ5EiKDBMmRaIK4yM4pWvqXwn/rmgyuu+gVjJKhBSKprAy+UiQjMZS+RCpJVPkifos3JOMxYpH4fb+TYr9Elsm4l+HBHi5d6iYmHZKVQX08HCWeSMkAPkNSCpPRANFkRkyJk5QV06SsWCSjYaLRBaJqoLccmyX7tlFGjgvtaYL+beTKk5oiY8x1my7cuMHwxDjTsUk8Yxf5i4/mGP3ocwbn55kPDzE2eJW/+u0oXf/5L+j23OG2O4VnapqFwY/4P/7qnkzO3D8HWFfDM6xQK9SJGIFQSs4fuejIuRmLxonE0nLsxhi5fksmOwYZGJljalKiVQlSM3LsB0JJOQ+ypCVgTQp/Us45OcQfBGyL52FAzgllfUrOqYnr15nuvidrlapkd1NKrl+jd4cwmefp+vorPvmrX3Lnxpfcifbz81/eY2Yu9ACrRSgS8QwpATF3uVks26tJfqVur/q/G/zWg7p1elE98pBKZGUwkZZZ+hRhf/KJKCTtQjLDrdL1ZAS9CYKKRyjoSTxSj+JV8pQsJTMg/CpV+3mKBFK5i1QqmSUSSBKUQZ9qs5xXlQVFb77Nk6RBdxRLigAAEABJREFUkRsUGUq/kq1I6VktK8cjvq0uf9S+wkPJU6TkP4p3vTolI6db+iAnZ5kNSmZQ7Fepap/nVfm1SPEpGYoU71o8qkzxrYWBqgsvpFDHlLqJhHP98ui+zrUR29dL1Y+lJmIZMjIWX+cw3t3FMhaSD1l1N1aZJW9lNGw0oX6/MJs1yKDJis2skfbJgE6CjjnPGCOjQwwNjjA5dpeBwRlC830MdF3i+r0+RqRvjMYI492jhCIZNJsDi8mIUYKctNOJ2TTNvAQIk9NxQqOTEkRNMtvbw+DkqMgcYnhojjFPhrgMqIxWA7FglHh4cZTFRrYM3slxui9+IXLu8elX/XR98iu6795kSAasC3O3+PjyJJOTQ3gXehkYHuTujV7c0xf58p6f3i9/Q/e9u+JHipRAsaRx7jr3em/x2a0+5m7/nq+mvFz74g4TU2OMjY1w99PPGb3593wyNI97tpu+vj5udk2xMD9NODLP8Pg4Y9cvMTjYTb/fz9zwEIOf/I6u2X4u3e6l6/oAgbkJArM3uNg9J/hdFNuGGPAvWSCZLAm/j+CCn4WAF2//XUYjXu58/hk9XZ9z5e51fv+bS7iHJKgeCXLn1m1GBu/QNzLI159e5tpHnzE6MoIn4scjK7Feb5i09EV6YZK52VtcudPD159dZvDi33JF/Pr0Hz/m3r0vudE/yKWvexj6/Ofcmvdy/fPLTE1Ms5ULj+Lcln4y6awcW5n7x/eWSt4ZwmT+RO6/GcEgKxg8bHMqGCAqQU08E5fA3c+03ItiXr8E7AmSstIejSzIKnuUkEzIhJIhIlkLJlc9lQWllE3dICkXzszDYp9LiW9qlt5LN5mQiSRfrI/bt4YZuHuL4eE7fHUvJJM5wZwPkVhCriNu/HP9XP5iGM/El1y+N8PNLy/SffVLuuaTJJed45nYLL65Ibr6fPiu/paro+P0jXkIesIPBTPPxdHnrCQjk2GxcAzNYshdcyNzXnwjw9z94jKRunJw2B569iot4ySJsdkIQM/ZneeuTtM01BMnip67cl3hliBg2BIpu1BIJpMlKrNo8xMxJnpCjD0hjat23SFyqcqvQeO5H9AMLeoIL6b5/ZXpePeD+nElV9EqmVODYQnm0kSCKebGYjnd48KTJ+XL/fwDWapss5SXcT8N5fSsJWN8mc1r1a9VNq78ypPYvhbP48ruywjn7MrbmG+j9lV+KVW6pB9U2Vqk+JbTWjyqTPGodC1SP4aqjqnwQpL5cdUv4Uf29VoylpfNDEcIyEpR6qHVkF14Qm7WJc2A2WLCYrEukon7F7sovlQhqaCfpH+cvmglZQtjICs9BqsNm92OvaAYW+1hDlTZSU+N4/ctkLQoORbMVitG7z1mU1bc/hSxkS48sXkSlUX4BwYIJmOETA7CM1GyyTAL/ixlTU2UVlcs6mcDWwK3J0jfUACzxYxvfJTpkSH84SDxWIDQ+D2GE2YyRgOG6JAEdz3ckEDM553HKytc7ulpCUbDZFQgumzAR2CEOY+byUACLTrCHWkzKIGrx+fGI23He4bwysqHV7CLzvYxL7zerBlr7i2uGprRgiXqJih4DcxOMtA1xGz/bUZ9EXz+OTmmh+i718/8wCVuj00xOTuHPxgmtmLSwYBmMGASmWYtDREfXlmBGB+cxBuYYTbgYah/BlNymPH5Ke7c7Gewb1Tw8OL1BUkEpxnq7WXKFyCGGZME70aSRMZvMzw5yN3hKQbuDeEZ6sFjSjMpbQORGTwSAEz0zeHp78VvtpKY7SMsuqIvalSPvm0YAW3DnI9kNBjNWFzlFBZVUkFYBvcrZoIe2XarK7OpKEH3JPdu3mNu5CrX+0e4NzaH27uAPyp2yWdJZ2ga7+gdvuiZY3Z2FncghnvGw4LPR0quccbl+BgTJFJB5mXCpu/GICFZ0dNMBlbwLAnehRk1E5AKE/SnKa6ro7axCFN8nrnpEBGsZDWj9PtKv40mTa5Jqmw56Gp/75FBrs0qoFO097zfUo9fmDDDC9O8AxSrmdJEJJUL7mISID0xyUDrUW3jUh+XAFKR0vdIXrFH8eV4pE0impaVgNRKkvJ0KkMmlSUVT8uMldRLWSKSXuLL6RS9OTlP6NtyGUq2oiXblsmML7d5WfmjdCvZyrf4Mpsfxb9WnZIRF92qTtkWEwxUPk+qfnl++X6+fHmqZChay8flfKv1LNWFkrk+Uf2SzPfLBvFYkrGMX9mbSsioVNsBJ9OzMlFu4vLZoHS5aWfnCdJCicVKrSvOrOtVDmUnSEnw4qxsorayjCKjgZSziSPHayVo62d6fFLaKBVZmcVM4OmdIJG243IkMYQH6Z0NkT11FpvHj6u6CFt9Odk5H1kJFONREw1H9lPVXINRidgQZSRMMZEwFOMwl1DqyGAsrKG4opqqApESCmMqtWO2WNEkIIrG/HiSKcLxMuqrHNhLmiivrKK6xIp5lT6TBGxmCV5xFZCVwaNFi0ugKANJkRlJ2jAYG2huLseWTWA0ZbAU2iUAEz1yjBVV1lNXW0GBNY5PBqSD4wsktZisjLgoFbtM+BkcmpYVOB+RqJugVorTUUy5g2WbEYvViIwdZGbcgKu4ADQRbi2hoLickpJSCmQlpaKyApdBBmILMRa8cRmMmSlvbqCp2cWCrLzM++IkZRXWpCWIxCMyG9/HtC9KQFY20kkwmMqoqCujxFVMSaXIdTlxCb+mWTCZNQpdSECYlVVctu2maRqaQSOHD3tv08R1m8Mgx6GGZnjYf6MlSTi4wNykj0AgjrPYgkXOyYDXx+yUX1aXUzgKLOTxS8kEgm9miHG3G0/JPoxrDPB5TpvDZaKgECa6B5mfnmM+EpDJIRMYi2motmDMRnLfX01E46gJKPUI9LwEgt5ICRVlLooqaoTqaJaJJ6vYrAmpj8HuxFpQgD2TwB0y4zIL2QyCoardC5QFuQDEo0bqDrTRcqCaQqeRgn2dZPuGiS+EkGHRCiAsOXwEQfmsqNhjO5qmyamiyT1OMNxjvu8mdw27yZmt9EXd+MtqLBx+uYjXfljO6z+ueGJ64ynaPqR3A7LOv19GZb2V8joLR18rfmK7n0T3Vrd54ydPjvvjbHljA1g+TsZa9evJfeV75ZTVWqhusXFsC/rl9DdLaDzgwCo3pa089neKLHXrUQGyegQ1vfpOnXPChFECNJPMxCKjQoPFhllzY7QXU13VTmfzfurr26g3BIiaZ+m+8xkf/8Nv+PiTK0xM3+DLm1foj1hJGgpxGIwYzDI4yobonqmmrf0o33+nmQOtFgb7LNgaj1Hbuo+W/Q1UlpoxxsJYS9vZf3g/tSUu7IacQRv8Z6dSBqcN1rtcvPsBI8YmjNZS7EYTtiIHBfUleC5epGdwjrCthZqiGloyQdBSGG3is9Uifhshk5bxTZxEfJHSaYLuaUa7eunujcqx00R9dQL/fB99ErjOpSwS8AihUdTaiCarglOXLnHvtgRM2EWmAaPJjFEGjEaSJArLSYnejMyEu4MShCbsVJdasB46SIFMWljjSJssWWPigQ3JNAZ7kkjAz/SIBH8mC2aDQQI9c062yWTCajWBQfrKtI/OJhelFRA0GIlL4O2WALrSBWIoqUSYTHCCrukA8wELDmta5uJjpMXvrPS1CQMWmxmj0YzJZBRKkIxP0H/7K67OFRHNFuI0iaxt+lETNurYVsf4NjXxhZrlqooxNdzHl7++S19/iM6TpZS1xhm808VXH/QwNROj7UgpZocdk8FMcuYudz/9JR9f7iJx6hxGs0WO9BfjQiQq50AwRnOVhVDTaWptFqokkDOYsphtUGB0M+W3Enb7iFuloL6Dg+kFxAu5FhgwCb9RjmnkWE/K+R3PkRzfKUCzU+go4GSjW87zLu6MBfHGzS/MV57jpkk/m4r30SHX3cbKIpzmcgrLTnHq9Dner+rBkA0gc9krLFKrUpoGmib/2NubQa7FCg9FexuJneu9YeearluuI6Aj8CgEdn9dVmYVIZtRqQrxVnvcRueBVg4dLsBUVEnlO/+GN5pf4/2X99Fx/ixV7ed4s7OAtj/4GWe//W/505/+G/7NP/snfP97b9Da+ArfeuV9/vSfvceFE80yQVJH7YVvcNRQwuvffZN9TbU4y47RcOZP+JPvvs9360yceP0CbY1nOLPvEN/58TkOvfUuVTY7ltVmPXZfo6ylk1Pf/ed868If8YdvtfHyu6/S0raPAmstxa3f5l/96bu88bP/Bz/5xg/5p++9zvs//Q5nz7zMwXIzhy+8RFNTC0bPKAOX/o5f/vI+fdw1jtdRT4f49eYPfsabNTZOvv8j3nhLfPjRj/jn/+Y7dLz1DoetVlzFpzj98rv88EdvcurNb9J86t/wR8dLaTt2krbD3+F7597ln/7sLd76F/8b3z1xkjdfPsMbP/o2b373e3TUvcvPfiT2vfMyra4ogZsfLNnwy8v9+CpOcvzlN3jz7BEqDr/DW9U1vPvD1zl48BXOdJ7gez86h6nqPV47VMiZd97j1bd/yLunjnLhaBMH3vopr/74j3n94GFePX6Kl997j7Pt9Rz90b/g7df/mH/5o/f54//ux5z6/h9x1FTFW3/wNu3NFzgq2B0/USVBXiuHz73DD3/2Lgfa62SQ/NjOeGEMRllRNFk0NOMLM2FbKza1vct73/kR//rPfsq7P/4pb9eYKDz8Y376o+/zL//sj3j3/fd5a18xJ//HP+dE5at870c/41/9P/9n/uxP/wk/2O/AZtJemH/Ftc0cffeHvPtHf8SbzWf54ffFlx/JsXz0IIfqS+n40b/hlX2n+Pb3znH2jQt0tl3gJ3/2fV79xlscbyjh6KmDdBzbh9nXy6W//Tt+IfR3f/tbmYiKkS3u5K3vtlH1/p/z03e+yb/4tz+T69urGF+Yt89PsdXl4ti336e+uBibqHW0tVIv18OjMslT/Y0/pL6ujoJVEznxaEYmiLK5+4g02dOffFC3p0HY4c7rQd06HZiRgWIykUE9ArgOi16sI/BCEYiG0gQ8SVkFybxQO16Ucg0NowzMLHZjLuWhzYzZbMJiMaAZjBjthTKQs8mKjhmzBC5GsxWbrL6ZnU6sjkJczkIKXU4cDhsmkw27zYHLZcdqMWE0ClltEqAZsEm92WQUmRZMVhcuWQlwKDtsNmlnxWo243BasdjtGDVlJZveDCaz2OTCbnXitJux2ZVsMwbNiMHkoMBlx+Ysxmlz4JI6u9OBVewzGzUs4pvJZMJeWEXdgVd46fx9OnH+B7xx4jgvN0tbhxOb4rVLanfhcjpxFTow2+xYxGaDwYpV8g6n7EtqshbiFBxNFgsmi0MwtEsbO3ZXMQ4ps4lOm9hgc4gMox2ntLMpu0obqN9/ZsmGlzrrqCgtEhtt2KwWjBaRYTRiV5iabVjNlhx2iAyb6LPa7eK7A7vVgtViwmxzYnO6pN8s2JReqbeqPpYyu81Fgeh3FQgWDhcWjNjFDrPJijbbVloAABAASURBVEV4Spua2PfN73JA6kpVuZRpbN/NYNAwSB+x1nwFe2NLJrNqMYo1H7E22bFLfxcUOLHL8SuXAQwWpxx7DlwFLuxyXtrl/LYUFGAx2nDIMV9QXCTnjhOHBMxymL8wEA1Gk1wfHNglCLHJ8elQtgpZ5Zg2mwyY5Xp0v9yK1WZFHcPOAgc2ucZYpN5itWC2FOAsaODAq69wQeiVV09zeF8dlQ6z+G7CKDKccn64Cl1Y5fxiD2yapmERHI0Gg9wdQDOZMFmtqGuaUa4dJrnWGDRWbAZ1jqmSPXyeKfcVadp9cPSVOoXGziTDzjT72VutySVBk7N/6YR/9ip1DToCm0LAKIGE2WrAIMfpphruFmYNNPFd4aBSdtim3rCrHq3LqkemnoHtRgkIXWX11Nbep8radhoqK6hxPQNl64g0WF04S6qXbKgtK8BuMa7D/WyLza4CSpraKNE0XowFbGoTMyWI19C21V16Uy48NbPyXdOeWswuFSABiwR2ZfVyfgvV11dTXuxEBbe71OFn4pZRAnyD3Es1uZc8EwU7RKimaRgMBplA0aNbdvC2h28Xj+41TZBRg0WTzBav5lSzGKmUrI5kM2RkClE+uRMhk0qTScZl5SSOesY9kUyRTu+GEyRLMp4gEo5u0W/dCCbxIJFYivgzGtCu7rPduG+xGbC7jJjkprQb/XucT+q8U+dfRp1jcjo+jn871suZQFb+nottBhNGmamWif7nom67KdFkwGI0m3MBnbbdjFvDnlzQn5GjI7sTrF3DgS0oMskqiroXy3hzC6TpIp4rAjtEmVGCOaM6zvbuabbUU5qm5cayaoy7VKhndhQCErrsKHufn7Ey2pKYjdyAcYXWNLFYnPHxAKmIm3lPmEBEgrhYDJ8nQCoWIuyfYnbei2chRkIFfyvav/idrIwWMukMGUnVwBg1cJC8GiBnF/NpSe9bKoOKTBy/283U8AwxxScVWUnViZ8jyaeEP5uJEApGCEeSSqRwPfgoviWdwo+nn7G5AHOhDBlpm+OUcqVX8aajUWKBICEZsIsF0g/3+aRbchcdJStne67hyn8520RWNpMgkQjj88VI5fxF2t7nVTru5/T/OxeBbO7YSackXe9g2MbOSYyBmjgyyCzxNjZTN20zCOQuUJtpsD5vVq6L6dzjh0ro+nx6jY6AjoCOwFYgYJCbkhobKdoKeRuVofNtHQJ6ULcOlmqFLR5No37rbeVEepyZmRn+y1/eITrxIX/3m1tc7Zpganqci18PiTS5AXu+4nb/DP2zsrsNPykJQGOhEFEJRpMSdGajCZKxCFFZNkskEiQiUQlU7wdm2WyKeMTLeM8Ady724g6HicsAOikyksmErESmSEcjLIQTZKK3ufp1F7fueIinVzqeVm/nEp2RcIxEMkl2/EOuDIxydyZGWPRmM2my0TDBcFwC4STB/l4GPvuSq+EkKQnOYqGIBNNJ0Zcmk4pL4BwWPgn0BO4VmsS2lKwoJpSc6CTTE9f5x18N4Q/ECMcyJFUAIAFfWoK8Fe30nR2HgKZpmIwGzOoRVJlpZaduq4/hnerHXrdb9aOa7Ve0BVioYN8sq/F7dSV+BYQK2xUF+o6OgEzS6iBsKQKGxaBuS4Xqwp4rArs8qHt6LDW0RwqpZ5SRyXG+HA6jHu8xO4spLHJR4CrEZXdgfUHfH1nbaHVnTHD1F7/lylcf8/n1a/z1X/yK/t//v/k/b4wwMnGDa1eu8qtfXmTy0l/xX24G+Ornv+Lq7Vv0BKJMjk3T+1/+gq5IhLu/+4C7X/03Prl7kb/93TD+EaFEhIgEielVAR34uPfZJ3z1299wtecG/+kvPmNagq6Z6SnGvvqQu5/+LR90f8H//td9jHz2X/noWi9XxxOkUklSEkQO/Nd/z6V+Cc4+/orP/vqvuffV3/D3Q6P0zKSQuHTJ1XR4gfnf/gc+6BvgV3/1j3z10RcMSbCYSKbJGqa5+vkthrovMz/fS99IaKndTs0k4lli4TRqNn+n+vA0dqvZRLUCm4hniEXSqBfHPCkFvUnCC6lNyVATPopW6wwHUoQWkjlZKh8JrS03JXZnZJIhmcjmeFfLUbKDviTrtV/Nv9F9JTfkTy7pjITSoiO9tP8omx+lQ7XL+70eX0SwiQbXxmO9NqvLle1Kl7J7dZ3aV/7l9Ihfav9xFJH+UfJW8yk5oUfgr3Qonny7/LmYTmRQE4L58idN43JMJ0XWw9fTpzlrdl5buYQTi2ZkgjW9YVLncsiXIuRPbbhNJJBGtVFp0JsiKO0jwfSG2uf0yfVDtVUyFEWDmdxbFVNyjkc2ICcnY5m9ynZVtlZbVR5S+lbJzZUvk6HaKj5lj5Kn9p+UVstW8lTZevLUOaV4FCZr8ag6xaPqVKr2VV6lj5Krzou0YJpKkLtmqTZPTinikRRJuQbLwvjOOzmegcXqvqroGYjWRT4HBPSgbh2QDTLzb5EVAKvTCI+I62y1nVSZkpi8g/QmNAnsjBiNBowGIwaDAYPGNtuyhMNil6WCUouJAvcIE0EnRbWlFCSmiCZjhKvrKG10EBvtomvMgtFYRmOxA2c2SczrJSorXdFAAP/QMAGfF625jsq6apxOJzarC5vZyspYNi03ZchoxRQXFFPu7mYmncRYUklNWSEFaS+zU4NMFzdSsK8CQxyygQw2maU2WkIMTRpxOipptGmSaiwUuDDevkjvfJiFpApUFcQJYokFbvWnKSsqptScgEyMlNUucgqxm8tpNPqJTA0zOushU2BXjR7QDsypR/fMFg051NiTm3R9JgXTAxH6Li/Q9aXviannkp/ui5trf0/0KVqtt/srH91f+XO2qPxaPKrN7GiUgDvBzGAkx6vKltM9kdFzaYF7X/rXrF/Ou5l8Xm6+jbJPUX7/UTbnedZKlc89Fxceaes9waZLkWC3loyNlCkdStdym5e3UzoULS97VF7hq3xezZPHSdWvrlP7SsdyG7q/9hPwJFiYTzLWFXokDqr942jgeoD5sSiZtBzoe/AEz4rb0XAmN3AfuBniyu98G6arv/dz9UM/1z7ceJsrv/dx7SM/Kr3+kQ9FG9Wp9F0TnYr/quhUdOuLBaaGYnimExuyOydDbFYyFClblA8qv5quiq1X18BjtQzV7priFZs2hcWasgUfkaNkKlLylB0qvxYp+5Ruheda9bn2i3qu/k71lWAv+7lysXmtNqqs70YIv5xj8xMxbn56v40qfxJSNt67HGTBnZTzbA+eZMtc1jQNg+H+i1L0oI4duxl2rOXP2HA5vlGD5sc9+mIoqKampoamCic24zM2aqvES+AWXPDijUZJWopxaGWUl7lwlhSJDzJKDnjxeTNYipVPUSJBL95AmJSA4ixCBhr9jEyFCSSNZCXQi3rnmJ/xEEyZSUtgFQ37WYisenOFTKtFgn7cgQXi1iLRacApq5nFJYW4Cp1kjA7skVkW5mJkDCasherQjOOdCWN2aQRDHryxLElDATbNQDrlY94bIZ5IL6KiYZDo226MSKDpwRuME0mbyG2RGTxBKxU1GbwLaSYmjJQVW3JVO/mf0QhGs3i9/WYOng+scjwaBANXkZHSShPlNeYnpsp6CxW1lg21X9Kj+BWt1itlFXWLsiRfXrOYX8XnLDCiXnaj7F+SuYynQvKVdWY5bs2bs0varSUvX6bkVtQ+QuYjbM7LWCtVMhWtVbdU9oSyl9qLbxUKk0fZr/DO6XmEjyJnuczyNfjzOKl0BW++rWqjaHG/rNqMVSairA4DhaVPdzwqfSUVJhxyjMg4i726Kd8VWRyCRaEZx0apyIyz2IyjyMKG2yjZqk0ulXabaSv6HIvkLLaIbgs2lwmTTAyrMcSGbFhsv8Sr9pUta5Bd2SZ6lnjzPKqNovy+SoVX2bRpLFTb5SRyVshYvb+cV+VV/Vo2qjpFql5RLi99tUHszXYTuXcHGcBWIO1U+yckhaNV9ZNZQ24n7OVNBXIZmbBPp9MyrpMZlb0Mxg72XU6LHWz9szRdjmn1ohQkXanGiMPhoL29FJOrjvJiG5VNTbR1HuJsQ+F9VmsVpbKyVWi/v/u8/yuTM5kscn4iZ+fD6lNxomEfUbMV+/5jtNTVUmEyYS5vp7K0lNpUmGjARcP+/RzvdGAxp0lYbJTvb6L+UDu2SBBjcRVF+45QU1VDYciL371AJFVEkQRjNkuYBZ+HmbFxxnPkxr8QJBJZIJxOYeo8TW3FAdolkCwtK8Je3UFT4yGOWtwkfUYKy5xUdJRiE1scESvth8vRiBCxFmAuqKHGUkjZ4YM02OPE3dNM5nTM45ZAtOlQKcl4VILABPGUHaulgMoy8TeZQSvKENKKJRAso8z6MCw7rUSuvRLcZlAvVNhptm+FveombJKgtm6fnQNnCzn6StET05GXizjyFO2fRHdVs42icjO1rbY17Vb2PAu78nKfxOZHtcnJfQ4YPm89St+j/M7XHT5fmOvPkkozLYedqk+fijpOFlDVYEMFBVtxvuw0Ger8NtsMWOxG6tod7D9b9OzpzNbpaDteQFmtVe5nliez+xG2dAoWip4LJqLruejJ+5tP19Fb3+GQQN2Uw3XfiYInwzYvW3Q1HSzAJQGlmjxgj28qsFO0x2HY0e4bdrT1z9B49ejH/cBIhUjLFVmpqqrkD356CHvdaxyV4K6hQm6+1Y2cPtUqjBqUnOVgWyWtVbL7Ij5icjoJ6rtWucBuhQ0atsomWg+e561XLvD+u0epeuN1OhwOCs31tB85w1s/eofT3/wWb9RYOfrWe7z6+rf5yXtv8MN/+g4dr/0B7595nT/8H37MN976NhcOvcIPvneBk6+dpKmwjbMXXuLsqRpcsWFufXWRr4UufjXAXEIw2n+G186/xo/fPUzhsZ/y5qE6Dh9qpar9Jd6UAPH9n7zBue99n5cPNnKgfR/NZ9/gvTMttLzyfd48+01++PYpzr1+grpDb/D+hff53rEs8akuruV0XOdmr5fMK3/EO6+8zGvH6mmsrKK66iBv/uA1OusdmGQRsryhmoaOeiwrMNmZOykJVOPRjAR20uE70wXdah0BHQEdgXURUPfgvXF1WxcCvWIVAppBw2wxYJZVUE2T8RZPv+nHGGiahkkm941GYy6Pvu1IBPSgbp1uk+MbbYeio8l1zmTV5KKnYZALIEubVEg4c/rdsxJMNVGwVL7FGWsp5a2neOvHP+QHQj/88bf48R+/w8vnD1LMFm2adI6zhSOvvs17izree+co9eKvCtjqX3mVQ2fO0syDzVTxKmePH+WlTvuDwh2cs1gNONTv1MkNbge7oZuuI6AjoCOwJgJGo4a2Zs32L8wFpJntb6du4f0HmtRE/o7AQjdSR+ARCMjI+BG1e7lK7iSaprEyKGLHbGL+fVuXMvd31X+ry4rJanqGN0sNzWDEZDZjzpEJm9OKxW7eWp2aAaPMLOV1mExGDNzfTLLyaLPbMd/fzf032a2YbSbh3CvoAAAQAElEQVRMEvjlCnb4P02Tm5H4sFdfpJB7NHonT7HKgE/13cOr6dKp+kdHQEdga+8XzxlPNXaQW9Rz1qqrexIE1L1U0ZO01dvoCGwnBPJjYGWTTssQUAOtVDJLPJZ/Eceyyh2e1SSo0TSJCJ6jHzmdovd5qdQMBnK0TGHOBu35+r1M/TPJKnc0wzMRvf2FPqorM2li0SjhcFgoQiQSI5WIk8pkyaYzZOQEz8jUbFb4ZJdsMkE8GsnxRmOKL0FgYoDJOT/ehSjRnBwlK0wsniEdjpOMJ4gtorT05XKRK8JJJ6IEp/sYGJvDF0qI3kXG5YnYn+s/SZcXbzgf9rAQFD3xDbd47oyJYIiwf4Hoc9esK9z1CKQSZNJpObeyqPMv56/sZxKJxXP5/vkaDsfklJQZlBzD8/uXO7efQJ3yKez1kEwHCYYTcu16CtsTIaLqOpV6AkNWN8nESMb8uH1pwXN15ZPvpyJeFjwzTKmflfGHpU+f3N9sVq7N8TDRSFiu5XLdjiVIpmQMJ9f6tFz/M3J9Xj0PqH4eQX0vfXX5k3ukt9QReHEI7NXh4ItDfFdo1p3YPghoaJq2fcx53pYo1x+6G0uBBGuJxCwT4zOMjQaIBhYI9F1myBfDPd7L5OQ4Y24v8albXJ7M4O4fYc49z7wMAuLBBaITd+maDeMOxSSIixGZk7q+fsZikk9lCQzfZmR4gLFwGjXQ6b/cxXwwwvzIMFMjI0zKoGKm9x6ewAx9Xf3MTM0jQ4uV6Ijtmkx0rNl9MgjJygA1GUuSlnxaIs90MkU6lZIBlfinfsNx5g4Dk27GFjJkZD+eyCCsZJZ400gMu0JnNp0inUySVOMmGQClVD4hZeJTVhqnE1IXF53prMgSEhzTMihKqt96FB1JsSEldqnBkWRzsjOiLyt8GZGdFFl5nRlh8A2PMDEwiDvH+eBfVnjTEkgLixRmiAhms/MevCllmBTtwI/0CjJmlD5SuO1AB3aYyfGpHqbn5Pyemmam5zpj0SypuWGmfX7mwj683kkGB3zE5JzO5A/K7eKjnHvqfMmfs2RSpOTcTsrxn5agdG6wj2B8kqlZP25PAoQ/m06i3vasfFFBSFr4Fa1wTZ2Hcl7F5Dql/E5E/IRlkioi14Z07lxPkpYG6lh9CAqRn5TzPKXOfTmQ08m4BESiWjGL3HR0Hs/8MDeHwyREd0rkpeTaIOJWihJfMnKtSEh9XPxRlRm5RqSlTVquHWklOxEjKXoyaQ9z6vdqR73ERZ/PH2Ap+BI+OZlU8w2Twm52oEuuu+K3BLMLbjfz4/0EwqN0DS0QjKwd3cqlTxzdsBqdUUdg2yKgB3XrdI0s9GC2aFhtxtzJrk76HUV5v+SCvKPs3s32LvbJVvbHosjtmzxLy9SxIiOKjApIVsQCuWgJo8nN9LSXiYkkWjxE4OaH3HGHGem5yN07t7nRN8L8vQ/41Z0QEzdv0D/Ux4B3gYUFP8mx61ybM8lKnBGrxUhGgsKFvj4mzWYyhggzIze4e7eHgakF4pEJrv/DJ/RMzdJz9Rp3r93hnj/J/MQcNmeEwVt3mRicZO3hBGtsWWKhIJ7JCTy+WcZEx/zYCO6ZGXyBkKwausUnL76Rq/ROjNAz6WN+eh6fd5ppbxzP+Cju2Vn8Mssv0DyQn0kSCwfwzMwxPTZNKDrDyISH2ckp3O5ZJmd8zA4Oic45xqfcIm8Ov2+ekXEvwcA8k8I7PzXJvHuOSXeQmSm/DMA8zHsios+Nb35G5HhzfKG5Sea8XkZ6BxntH2RlUJcmEQuxMDvH/PgUHgki52/fYXh0imkZfD4weOflVGCckcGqGnTvPOu3n8XqWrmeVeHh64zI5EzP6BhD1z7mxvAsgbHbDHkDzMsqVzg0R39fFKPR+EImvpTtcola0/yETPr45Xz2SBATS/nxeXx452bx+jxMuyPMDQ9JUDfN9LzUybmWiPrlHHez4JtizhfBPTONd2YS9dM9SVEin5yebDJGLDDH7OwYA8PzeKcm8IUWcMvK3/zYKN4FNxNTXgn0kixdMrMpsvF55mZ9eDwLRIJuQgszjM948U+OycSWVya83LinR5iZHuDGSADP7CR+r5v5eS8+X4hUTvviv8isyJliZNqDf2aM2XAG3/QYnrk5vF4/AVmVm5drrLo+Bvw9DIzNyDUmht3oZ3g+QDw8JzI9zMx6xd+F3FP2i5Ifm6TiESZufMrwxDDzMiHnkevgeNclBgev0zUdJZLIIneHFXKMJg013kPfdAR2AQKGXeDDs3EhCzI5RTKekaX8rJBKN0hyEcv9aGpkg/x5vrXarS5bvb9G21g0gxropmVEF489xoa15OXL8mlex5OmeTn5dLWc9cpX8+X31+LPl6k0z7fRVLVRtJpflSlaXq72Fa1XpuoULa9fzMci2dzEo0xkyqB22TGV51epokX+6GPShMxMp+Um9WxOgO0vNSu3ezVrHYulSctM8AqLjSacThsuV0GOClw2TMKgSRtvTIIymR2eGhxjYNpNWAKmdGKC4buXuHy1i76wCVtNGdE7XTJwiZEyO3GInCKnC0dhAQ7jIHPOKjx+J9m+AZKpKcIBN8Oycjc6NcfETJzZaRkyyagubbDhsBdis9jY+MU2xXT/EF//6rcMee/w97+8xVd/8xdcufK1DEym8Ix9zn/9aJLRWbcElN0M9tzms4/vMDv6O35x2cu1X/0VV69dp0dW8FLLlSZkYDY3ys2vb/LFX/2c/tmP+Nvf9XDzykfcuPUJf/PBLT79y58LJt188LtL3Lj2CTe6LvLXH9wmMP8Zf/vhAN0Xf8/NO1/xiysDXP79ZYKzX/DFnUk+/fASt658wR0JjD/4+8/p/u1f87kEwT3umAShrNrCBGVgN3T1Orf+4ed8ISsRvniKrKxGsOay5arm23RXE7uMRg2z1YBBBoqyq3+eBwJ2J2mTFe/Fj5haCBEzWLA6HLgKXDicRRQUOCSwW34iPA+jZPygJpzUZWANdR6ZzOj6/CtGxwcl+LjKxcv3uHvjEv2Dl/m0K4xcOh60Sk3jnrzB73/by/zYB3x+Z5zLH/6OOxd/y21vGnWOy3Alx5+JBwjO9dB37zN+/lEPI9evy3VimJt3b3Hltx8wONfLL3/xOcNzPpae2k4GSU9/yG8vDjHYP0lw9Gv6uz/h59dmmfjkL/m670t+8+UtblwfIiLBZTwZ4s4n/0jf8B2u3rjDjZv9RHLaF/9Nf8nN21/zyys9eK78N34zEOPWh3/Fjds3uNnTS++VD/h61sPN33xM39AAc6EAoYgPt2eQL++4CS/0yITZVX736S1udk0tCt1gkpFVzWCvXOM+4tbIHO54Sq5ds1z+xE37sXJcxdY1BWmatpMvPWv6pBfuTQSe/5Vuh+CcTGaYm4hx9fd+PvgP0/zm322cPviPM9JmZlNtlPwP/sMMqq3KL5HSrSivX+UV5fcX01xbaa/affxXc0yPxJgZjXP5A++j7fj34peiRTmq/W9Ezgf/aYbfKD2r65bzbTD/wX8UHUqWyFWyczqWt83VCc/yskfllU2qzTKenP95m5eVP6RrrTolS9HqOlWmaFl5To/yY1lZDqc8n7JN0fL6xfzv/vMMs2MxxvvDXP6N50G/5NuqVNEi/+Ns//zv3QzcDhGLpnbIWbW1Zmqalhs8211GjGYDj9/U0MeLN3uA4mySMuMEt6zf5Jw2gUYVB177Lt/73jd49UAj9qZ3+B/+u2/g6rnCcNddZvLCZbSVunOdqfkIcx43Plmx6wv6yXzjHNztx1hqx9haD5M+MpF5xgdCNL96iubjbbmgMi/m0Wkcb8bBrPE4x1tf4UTxAtayBiqb22hxQmLYTcUrB2lsrMUVmWLWP8y9lAl/rIlDLS4Kag7R2NJMR60D+3JFkXHGh0foHxZ5Uq4GYlpZBZWHD1NcXEpqegGDo4Hq5tMcswWxZr0kS8vpbG+n1tMLLa2UnT9BZWkz9QGNo44xfvVxCGvTDJ5kmKH+FKZUmvrD5Qy5K2itbOBIcxGlhazcEvNMjQ3TOzBLVgyMxM2YLQ4cLitWm3El7x7ey2aQyQqZupBjbs/CoK3p+apCGwUlVbz6Xg3j92ZYcIdX1b+YXYNBy60AreVCaaWdqjorNz6/gefmFfplUmgkUYjRVEtHgx25tLG0yQp8cLybLjkg5kKNNFSWUF7XRnl9JwebXDiE0SCkPkZXpZxHjdTKmf/Kj15i//4GChx2MDqxFLZS13CM49o40WyEAPe3VCSG59YAhQeaqD3aSYHJiVkmDJuPNtF5vgrzVD9hWymm9hNUlznRUgPc6UnhnYxRWFRMdUMNtvuilv6rYLq6qYWag3WEZKU/bWunsbmMEmuE6QEfmqxI2ts6KW9sp66+jYb6fdRW1tPkBEvxGZpTE1TY3YTrOtGWpG4gY7RD6QXe/v6f8u7ZTlotcn1Kuiltz3LlXgR/4KGH4DcgVGfREdg5COSvBTvH4udkqdFooKDUQvNhF4dfLeXI65ugV0s4/FrJ5tqI/FwbabtC12uiV5HU58pVXlF+P5+Kvlx72T9wrpiiCgtF5WZajxZs2o4jIuvIK2L/WnpEfs6OTaQ5/JQsJVfR6ra5OvFzdfmj9lWbZfWHldwntVnJUrRMXs5HVaZoebnoyelaUSa2r+ZbXr+YP/RyCYXSJ6VVtpX9km+rUkWL/DkbHpFvP11IZaNNBsTG53RWbD81mtzyNU3934htWchOkjCWUlXayMHGBkpqDtKUmCaQmeDuna/5+Jcf8/HH1xib6eaarIDdnUkQiJkW36Kalhn0IDf7nTQ0HeA7b1bRURPl5q00hn2nqayqpml/DaVy7qU9PgmQamntaKWxpgSXzSyWbsRGxWOlzBKn0tDFxTsfM0Q1WXMJdpMJR7Gs/FVYmb54hXt9k/i0cgqthZRHvCSSaSxOMwaLFbPZjFlWizQlbpHSCz7i8SgRQ4Zg2M9CLEtwpp/hG13M+yLYawtJ+Ua5d/dLCRILwFxGldGIxVWEqeUIRTP3mPm6h/mFBM7DFZQcrWZ2QXy0NXOsxkZxYQxPykjWWkN7iYexkR5uD8zJTDwrt6iXSCyGN20iEnETCmYxWKN4Z9wy6eEns5J7z+6lktnckyLqiZE9C0IW5PMY9zUMJhfO8iMcOFRHRZFcE3nxm1yW1j3n4/Ek0VCQElMUT1k7Bdk0jmiAtHhrtYFdgpopv4EFOSciAkCytIYamSRKJRIYrUaMco4bTWY5xw0rdGR89xjt+ZS/vzLJwOe3mJGALWaQq0AiRHiun7u9V+i3NlNgdFK4CJHRaqGwtYZA/z2GrtxgMhwlYrfivdnN5esxrDUNFMZnCHRfZ2hsgaShhn01SZLGOEG5MmZMdvm/KGwxifrmGO/u5W73AmWNhVgksDSZCigvdlFTocnqZJqoxYJFrlM2kxmTIqMJuWSRnrjIhKWRiFZB+fQ9wYRNbBoY7LJCW4DdlIV1uAAAEABJREFUZsbsKMFZe5wDx1+jbeYyablOymVvhbxYKE0inkE99bGiQt/REdiBCBh2oM3PxWSDIGO1GyiWAVpVk42qJvuGqXITvKvlPmnb5e3K623YHMYclVRZN2z3cluWy1tevp3zz8Pmp9FRKQGY6he7rCw9ab8sx7+s1oqzyIzBqD2Xc2K7KcnKCkZKVtQjwTSpxFqhQDX19RU0yvlrcBRSdOKbHKpo5OTBBtqOHaO54wTnOippO3+c5tMXONJxkEMy61xTXYbTUUpleQ1HLxyjrVkCtbJSSjo7adIsVB84Qce+FjoPHGDfiZc52naMs00VHDp3kvb2wxxurufU6UaaRGZTdYUEXebcYIUNbyYqais5euYAVWV1HD7aSufJw9TUVONyllPcepoLHRXUHH6LU8dekxnp47z2ktiyr5X6EjONB9qpqKzAEHQz3XeVq1fu0113IQV1h3j19RMcf+Ms7RYDTnsBrrJ97Gtt5ej+IgwWF0XFlew/cYjmfSdprGxif5MDreI0Z2TWvaV1P61N9bS3lONqOsqF8500FFex/9ARTpw/zYG2Zjqaqmg7d5Z9TQ0cOHmE9s5GnGN3l+y4OphEK2nhpTfOcOj8a5yuNFG5X7BtrKPOYV4xSN0wZLuQ0WAEo4xyNcMudG6DLqVSWZlIWZvZ0XKKpvpG9teWUdt+kAJzKTVHz9JRV0aFtZiiohr273dhUEHN2iJeWKnFWULlvqOcfuUCLQ1nOHf8KCePHaCprpbacie1xy5QU9jK/o466js6qGo8yRsvHWRfewf1ZU7qWhqoqq/CFJ6WSZmr3LpxlRs37jA4l8RQ1Snn4nkON5dT3HSIpvJSap1mTLZCysqrOXCmGc09zlCuzU26BmcJVL/MoZY66mtKKa7roK7lKMdaKsXGM+xrOc2pA20ckHO0oeUMbx1v4dTrwn/4MO1Ncm20RJkfVPrvU9eEWyZsrDjLxEbpo5Ny/Wg9tJ+yshrKq5ppO/0qJ9rb5BpSSbGjnrrqShol8LNaizlytBlHWR01rYc5eKCTlrriTV0PTBIRNxw5JnIdWKR3C6obaDh6nqbKVo4ebKTEZUNOK6l58FHnmEEKNU17UKjn9h4Cu8Rjwy7xQ3djFQKZdBb1vTo18F1Vpe/uEgTUDH46lSGbkancXeLTZt2QuA51rKv04bblVNeUUVcnN3IJXgoOvcp+CWCO7Cunqq2JwqomOmtsVJ4+RcvR1zgvg403L0jAc2wf5aWtHJKB4vkLB2hrLMVVXEzRvnbqNTsdxzqoLCvC4qqjVAY5548d5FiJgcb9LVSUNtJSWc2xU03UyaCkUGaiTQ8b9pgSDWd5FU3HznG47RRnD5Sz71Ab5RUV2MyFOCoO8aoEU/vPvsOpzqO8dHgfR04fpqW5lVqZMKhra5YBVBmWdIpkNMz9n3UIE3OKTa2HeOnMIY6/dp724maOHzpA57EzHOjYz5EW0XnyFAf3HePskRbqG/dRWlZHW7UZzVzPweMH2H/mFB2tDTS67Nicjbx0uoYCl42Shn20HTrO4ZZ62upcFHW+xJHOg5x7+QSHjrVTLiuEeTvCVFLR0M6Zc4c5cO51Toj8spZOWttaaK5wbmoQxy7e1GDTLIH3dgxKngvs6rImpAmtpc/WeIT66lo5PkuokmPfpRmwVrVTU1JIiUUmMAqq5JhysB3H6rbCUmraj9J+/BRtJU0cOthJh5yLDTXVVBY5KJdrVbMERZ0HmmhobZHrSguHzxyhpbWDmmI7NXXVlNfUYMskiYfDRIUi4QgJSw3V+1/l/W++yrmzwtt8kObSKtrq62k6fIoDLYc5c7gWpymTaxeRdtGERsrVyZHDnew/tE9kt1Nf08HJE/s4cPo0DWUtdO4/wIFTL7H/wGlePVBK45GzdOw7wP76cioKNFlRDqNkKYqaq6mo7+CEBKkdx07TUWTK+VBaItfRIqlrP82pfY20N5TjstVQWVFOrVwzrNYiOjvrcNQfp7WujgPttVS0NmFg1SbHg7rm3x/frKwzWSzUyHWnyGbHJFXO0jIqG1soMFmpPniEosICzJpULPuYbQZMJsO2PE7QNx2BTSJg2CS/zr55BJ57CzXATcsKRm6WM/Pc1esKnxMC6saWTkrwvke/JqBpGmrQ6yo2YbbuwEuZDE7UuSrJMzlibMXVNB57ndffeD1H5w7WUiMDrJwyow1KzvL68RqaKi1SZKWovI4z3zpNhc2Cma3bjM5SStvP5Gx4Xdlych+tlc6tU6BL2p0IaGC2aEistjv9e2qvbNgKGul85XVeEnr5lXMcaquh1LpasCMX9B46e4AiCZEMlNFw+DQnc21e5szJA9TZQeKa1Q03tG8trKLu4Ou8nJP3OqfPf5tXjhzidNWGmm+aSU1ipmUFNy0TmqgL6KYl7LUG6g6zMdI0DYNB4/62sTb3efX/2wUBw3YxRLdj6xCQ8xKzzYhFZqAMxvwJir5tewQ2Z6BJBjwWuxHj6qnHzYnRuV8QAmo8ogJzteL6/E2Q64LBjM2qYTLe167JtcLskHBOu7+v/9cR0BHYHQgYJGIzWU3PxxmjFbPZwrNSl7tOySSeGuNoSwHI83FtJ2rJkmYjhJbBJGMJi3ScwZTdUBslF+HcibjsVpsNu9WxZ+dXlkwmQzSaJJtOksrIvkxoZNIZkrE4yYifYMCf+62rUChCfM3v+jw7656N5DThwALuGTdJUSDuyv9n8wl5g4Jj4oFw9f5//xizvhjBpXcwP6jeaTk1gE+p1TU5bnaa7dvNXvVosTrvEtEM6fSzPCqfjedq8sUggZRhMajalBadWUdglyOQzSD3nTS5J0523um9y3tn97inVv7UvWT3eLTSE3XqZEmRkdHboyirpbDIYoDdacZo4rH8SlY2FzBmVyrU914oAnpQt2n4E3g8bn7/u37ic5f54nIfvSOzUjZL171xsjJqT/uu0z86x5gnw3a8WKQTCRLRGIl48v5gOJEinYjl3p6XSqZIJeJE4vln+tIk4wvMjIzSd3uQhXiMpCwxpERGKpWSADdNRtqGY5JPDNDbPcTgsJ9kvrnCNysyUpkHZXKzJpXO6c6IjPv6JFxMxVgIh4lLWSaVICn52EKA2NSn3BibZdibkCA5TNA/ycWv7rIQTIh+pWAlpWMREhJQJ2PJbTeHlB/Ia5q+HLKy1za/pyF/MlOrViofPDKyeTkvrIUG6jCQBH3TEXhWCOxUuercsKinTWSUovI71Q/d7m2OgLoA7+oDLCvjIBV4PZ7UfXRhZlbGVkHi0ioZieDuH8SXSkpIuF77bd6/e8w8uVzuMY836K5aSEmnsqSSGTm0lzdKE4lG6B/wkAqN4Rnrp290gu5JD3NzAYxmGza8hGJpokkLJuN2gzjNeFcXo4P3GBgb5taNLty9H3FjfI553zjjYyPcuzuAe+QaN6dijN67y9jEEMMz84z0jjJ+7Wumkwmme7uYHrnB4MwQd3rm8M/PE4lNMzXlxu2OsXLhJMDU5CyT/b0sTHdxdSzBXM9tpqfu0jsxQf/gKO7hK3RNjXF7xI1vqo/Z6SFu9U8ydOUqc/4hescnGO6+x8RIH4N+H0OD08RUIKmuM/nuScdg/ob0xSz3bvYwOzImF6J85XZKldGKns6mlKz4JeQ4U8fp00naoa3lZqxpGkb1hkDJo286AjoCuwcBOafNFg010ETfngcCe1KHpmlou9ZzmUFPBhntH2V4co7puTlGe3q5M+AmlEgjtUSDQRY8s4RTfqano8z13aXnzm3uyfhpwudnYtBDNOJmYqifvqFpxqbdeEdFxp1x/NGkrNXtWvB2pGPbLeLYPiDKalRGIpPHDZhLnRAPehmXoMefMWC0OrDZrdisdiwWCepkwLmNnBJTUoze6WNyYpKZ2Sn6vv6a0e6L9AYihH29jI2P0DXmJu7v4nr/FDcv9zI96yUmoW1UTvDZy18xJat0U/duM373c3rHerg3G0dLSiCnZclqJjTNiCygiK7Fjyzr+yVgG7l3na6+a1zt7ePunW6m+y7RPdDN7cEx3JPdDIv84akA4eluJif7udY/w9CtLryyqhdNJEnODOOZHmU4Jpdg0WM0asj1eFGJJKkozF7i9vgsd+8OMjc+te0uOHJYyeqt2LoFH3V8qsBOvQVsC8TtOBEKy4zMvvjnk8yMxpgcjO4oCniSRENp/O7kjrJ7p+H8vOydGooRDadRP7HhmUo8dZ/OjccJ+lKoY3zHnZxbZLC6vqVkYnVhPsHcaHRraWyL5eXtG4vl7HRPxAgHUsTkmNgK22fz8jeaPiv/HqF/wzY+hW3+uTjxSJpoKMW8YPxU2IodvhmRJ5Oj6n6yRYft9hGjnIr76O0aZrBvgCEZb138+hZXLw0yE02gvugSdHuYmxjEn5yhry+Ad3Ia98wYIzJ+Ghz34feGSUwMMzE1xYQ3KPs+fCMybrt+j+lgnLiKDLePx3veEsOeR2AdADRNy60AmCwGNNbfjLUnaS6yUpEcZ0SdIeuzbp8aYwG2gnoqXS5qCOHXOmjdV0u5KYTRCqbmFkqbanAsDDAVLsVhq6KpwE6BGYxGSMajxGWWJzq/QDYWp6ijntKaahxOkWu1YRGmFUEdFdTbIsTTEb6eNVAT+hV3Mw0YfTGsgWkCWY24o5P99fU0uMzYJVjLJuOkUnHSrjIc0hdlNc00t9RTXlpEMmvHYTHKDG4GTQJJljYNNAPpaICk+f/P3n+Fx5FlCZrgb+ZaQWtNEAQBahEMxRAMrTJSV1ZnVWVW9XRN9+zW9PbOt9/sPOw877cP+zAP+zKzX29PTXdXdVVXVVZmRsrIyAwdZJAMahIgtNYOwLX2PcdBMEAQICEoANINfvyaXTv63mt2zz3mBjtZpxeTrbWZ4j+L2GcYousmVbM7TVxeC5qp2iSr7UmezZJKZOm7HOarD+b44pf+dcFJwT/5q/XRLJexwGN2XXKVx8lfyELQ9Qj+iQT9VyNsVg/luRRO/mpWeK5fr6U8lu+f/LXy3Jy/lvO80/FJaRv1751w1nJurXzWireazC9/O8vMeEImmnGufhlYd59Yzvf8x/MMd0dyfXx7DtDNaZ3JgAbJ8UiGwSshLn/iv7fw8eym+V1ZSaePF/Ts+HKeSQnw5iYTm5Qzy6VP1q/rirrd1Ff5Kfg3qdsi/de8Lt2UsXhuhXJF33/N405tPXA5SNCfQIOxjpMr0Nzw/514LJ5TH/WcDxDyJ9Hf1m2ux25F6ixk0sQNG+acZNZGe7gwkSYzPM5MShYcROVEMERoeoJAWO5JI2GiRhk79tRRVVLAvCyUOtITzF0eIF2zg/q9TTSXObGaVgotUh8WHklhkv9sGQ+YW0aTLaaIzrlNmXwr3E21gqZ2WvYcYr/nbphb5HxohIHOjzk9NESfdy/NopbEa1DbhictgdQXf+DCh8NY9jxFW1EvQwMn+fj6ANOSiSyugt7zH3GmYxq/pwzsGUtq8BcAABAASURBVAZ+9z5fvv85vXNZArOSIRvvZdifEq5ff0pqHNTsbKGp+mle3emjeMd+Svbvw+fxYJ0JgwbEXsG3CFglsgxOEpnsZtBVijdrYmVxMzHTSRySSbw4OIM/suSKoo1mlUYYucRkPIbf5sEi17RFykexNAyDtfRRHsVNbNff07UcKeDJb5Tz/B9Vrgue+34lx79bwfNSrpd2EX+Bh8heJ4/j36+gcZ+PsjoHzYd8m9ZjUZ/F8vj3KhZ4rtMni/Qrlc98u1x4rs/HK/FZU534U9tG/bsm/DvYefy70s7C74585Pxx6Qubkffsdypy7VnZ5GL/C8Xr6osr6Xb0jVLq2jwYj+ld2pB1L5vdxF1g4fBLRbzxo8p7Bq8Lr9f+pJzX/2xzPF/9k4pbeCi/127wPfG9MnbKpKCm2bEpvV//M5HxpxW8KTqv1Qdq36s/FLpV7HtN+CnftfK7E97rIkP5KY7qqKD7q0EOX320xJ5cnei0Gs3S+qOvFFNe76B2l5uX/qj8Ft+q3aqL8ltKs9q+4j31Zgml1Q4Mme89erdJGUSGhypPP35Lmgnq2FlaTe2TbbS4HPjEYLsZI+Yf5dKpDsYsshieDTHadZ3hyVmoqESvP8WNScauXefsl1f54uoAHV2TFDuTpJNZjRmFS/6zVTzwmN4u1u5+4zZUJ1WVVfzxHx/AVfcqB3eV0VhZTG1dC08f2yXYQlF8nL0tVTRXyuFW/LgrqdlxjOeffZ633jpGzUuv0ub2UOBoZteBZ3jlW29w+OVv8FKdjyOvv8tzz7/Lt998lW//+Bu0vfQj3jpygh/85Z9w4rXvcXzfy3z77Wc58OwR6n2tPPXssxw7UiEZuMt8/ptf8L7Ab39zkqvhKsp3H+bFg/W4d32HN/b7qG44wsEnX+Htt46z99B+6uxlHH+qjar6FkobD7K/fRd7rX566v+U59qqaNvbRk3zIU7saODpd7/JoZ0Gs9dO8VlOxm/58NOL9GXrqT1wnCMVFqqyfqKy2rsVm+Be6JQV29LpLFvxZTz3wr678TAEwZSUsE78HC4Tp8u6PnBbcHmExi2wXtpF/A3yULlWmyxQWExUfz12bkaPRX1ulK6cXpb1+eMG7Wp+dIuvXJ57y3M1WeqLBZ9sXp7qrP5YVZbaLb5fi7w78XA4LRjyhywkadveCXct55Sf9g2L1eRx3AwDrHYDfbJBn0pweq3cK3AJL3eBFX3SYTM8l/NQfot1DhmD+op4U9pvMzJyPH0yDkTntfLRPr+ox0o0buGnfFc6t9465aP81kqXw1ff67Xkhk25OtFpLTy0L1glALPZDJzi46U0d7N7Ke7CvgW7w8S0oiOXR27TiMxdTPsTr3Hi+Ku8feJJ3n33ME8dbaDQacMiBhc3t7H3xHd46em3+Rcvl3P0tZd44tl3OHF4Py8eq2Dvay9TtecNXnn6KC8fbOGo1B97+232n3iHA/U+4SNM8p8t4wFzy2iybRQxcTic1NYWYnGVU+i143JYcTjdFBd5FqywlUgGyonHsXC4db4NUcVK89EDtLbtpqG0jMrKIhxl5XgtFqyGC29BCeU1VRRXVFHmNCksr6a0rIbaygpq6qvwltVTWVxO3Y46ystrKCkoo7q6jKKyYtw2L8UlpRQLv6KSCmqammkUaGqqpqykkiJPAaUFDgxPNRU+Cw5XAYXFZaJDKQWFBbgMOyXFPtGnXlbOmmnftYvWw0dpqNxBfaFTdPPh9BRS5nFRUl1DkadY8Oqpzcloor6xnsLKFlrqG2nbv5+ahgYcBo/uJrZJTINhyM6ja+Wqlkk4KyuFmdwjWmlJDKsb1gdGznfro0FolsJGeSgdC5uB8DQEtLxXoPwU7hU/MKWzGYZxj/W8k34qS+FOOGs5pzwU7oarOAp3w7vTeaGXCaeR89Wd8O5+Tn/PrY8XP5qPhbGmzaK+NLg/fU7bSGEz/JVeYZGH7i9ATme0HpBhs3FYwm/NfBZptFQdloPWKyyv38ix8lFYK63iLsIizfLjxfoVSvEm+mhuRt+wLQ6Rz9e+XeSj5Qq0t+DmzhsYpnA0AAUetU2MstjwFlVQVlpBVVmRzLcKKS5wYRUfqbU2t5cCmcuVl1ZRX+6gqKKc4rIqyosKKCuy45Njh6+CitJiKoq8lBQVUlJVRYHgFLis2MR/5Lct44F8c2yZpnhQilio2VVPeUUx9vsl0uLCVVRD0+52WnPQSGWRB+da5TkK8PpKqKqqpKJ1Dw1uC87beqpcrJALTG3TDTmt7NzZSElxJVVy0alo2klhVQ322+jWqsT9wdObkWbXMllZzt+kCENcYOiFWcpNstre5OpKhe1tRV777e4BGYeGXG9yIPvb3ZytoL9e43KT7W3oT32SQrO2W8GPj5wO9/B6bxgGhiHw0Jx0fwUbwt7A5G6A4OjcJJVMo333bvh6XmnIb1vKA+aW0iavzAPxgMVmwbSYD0TWxoSYWGwOyeQ5sduQixFr3AzBs2B3uXFI9tRqYctterHUC6eWW065baaQYRhYZZnQJVlfi13bfokBEjSnJX2XSqVYgLTcqAR0MiDn9JFV3SW3L3QSbS/ip9NpMtJAyUiASCxBPJkifZOP7GckR5hKk0ln0MVioRY2OW7ITg6ymRTJ6DzBcIxEKpOrVrx7Cqk4SbkBy2d9bGWJO5uMEUsidi4hFR9kEnFS6hOxNyN+WLRvCdb6dtNJyaaKDyWTuj7CFbBFL5IJ0uL/zAqn71gl7ZEW2vi90OOOgu7dSX10z+Yw5Vq9rG/fOxHbmpNmMHUco5GT9A0ZsqBjNdc/ZGxKH4/MBwhGkqT0MXWxNiv9MRkNEwjHpR/JuJSOJKQyPrNkpf8vjOIsacHPCKD9JhZifj5ENJEircjCZy0fRVVYC+5SHLUpFY/J2EySTGZIpRa0Woqz9n2lT5OWa9DaabY2plz2c2PClClMfmSspa0MmUNZBKx3hqyFZDxNTP9NgVwnDe6CnztvCk9jLUrkce6FB9bAw1wDTh4l74G8B+6RByxWsEv60GLJXwjvkUtXYCOTIJm8RcIB5uZmmZ0NEAqGSYTniUoEpBOmZDJJQoK+TDJCWIKbVDREJBhgPhAiFI6QSASZ7L1E38gUU36pEz7zszPMBeYl0JOJ0pwEfGGpF1FZCZKiQpOSICiTkKBDICETwdm+s1ztGWRC6OMidwVFc/NRnZOueE4qdYInxcJHZC3s6LcczA+LbkH8kYXjWyaQtxzo+SWQEF/4h+j3Z8gFOYor7DLxOInxUebFnmRoXm7u0ZV/kyq4SnKT49ID2ZfTN08RmSHkn2Rk/uuqpXtf25dFSJe5QuoWkYVpVtorOztNSCbuSTlWAqVZRNHjm/vLdyJ+wv5xhueQyfLXfHUin5EAVufvORJlqLxzBw/3a4uo8XCdcAfpSVkwSUkHzi0+JGJEEllSMzMEYnEi2ai09wi9Zy9xuW8Gf0gCOxnzycAUU0PdXOqekGtBVPp4mpR0Jh23sWCQmMjLZuME5mKEwyky0SChgSucO9dB38QsIZG31nYxLWDccYaVvaXL5rqeMM+InrPDw8QSM0zPRpibX1xauRU/N1iUiBU2qZcPiB+CgQihQJyMjJ+kBLxfj7kV6LZT1T26hYpXF1y5nWxfh65GLviySvB1Z0CDukSGuP7/37RxV/xFvggm+W3LeOCOl5wto+VDUEQW7ZBFuocg+aGIzAvNe+AR9EA/Xdf76bgWJBWcYvKjv+az0QA9X/2K8+dPcaa7j8Cl/8J/vJCi+5NT9I0NMyFeyOqbV8//jM/itaQdDlzWNHEJdsZPfU6HnI8LTJz/Z86d+ZiLU3GioSE+/j9+yvVJPx0nP+bCyU+4GIoxLLLdPj/n/vB7Oi525F7wKqQ3P/r/BZPxDEm5kd6sXNyRtINmzaIyIUvIRCypgUwsRlIgJRlCYhFiAx9yvn+ITn+SVDwqWcFkbpKYkoyC4iUlSLttgT6VID3bj7/797w/mGFecBPRGLFoglggyOzlSwwlo8wHI4RDYZlYxklpxCNBckonv5L9iIkOEbnx6+QwGU9KRjIqNkgp8uKRkEyWZS4pk1Nkop2YuER/z1d8Nr5o2GKZIZ2MEw1GSUgmIqt8VY+YTGDFXhEstkaIyQQ9JinFuJQRCZwjs2HCYn8qHZfJR4xINCU2Z1mqh5xeFLJQCu/k5GWGes7y8WiGuAT3MdFfg/Bw73X6Pv2EsxLZJ2QWnJIsTkzskwXrBdqH+J0Rv2uGJav+eIh6bFXR/R9/wOWuToYnepg69z4/GUpx+Tf/K59c7KRnfo75yCxdIzYasx/x0993cu53v+DcxfN8PFvGzjIHWet1Tn81TH9/lNnuLq787Kdclel9PHiW9z84zcnzY0TnQsx3DpFsKWP0979h6Fonc9JFN+0TmVykJBs3L8FmRts3FZMxGJMFo7QMmxj9X51nJtJNV98Eo8NRGVBpMokIgVACzdylZZEoKeMlB6KPDrebOknwlolFxf4kaSl1rIaGuhmX69UvuyLMytiO6wKUQDaVRrr9TdLHcScZz8q1SFK28nkc7c/b/Gh5IB/UrdKehgGGhW27pWUCppCfEGzbJtyiim8dtXJBRSJNJJAidUtgJINXUqIutwWr1SHgxu20YUTnickkZjowztBQvwQbAwwNX2ekT1bF57vpvvQpJ89dpms+g81rMH6hQyZRKXD5cDmcOGTZ3fT5cNiGmLK5GJ82iPcNkkmO4B/spWeoTyaIgwwMzDI6lRWdUpg2OxnJIGRFP2OZ6wzTwGIzRL/ll+E0U/19nP/wd/ROX+DXH1zhq1/+PefPnaJjYpzZsVO897HIGRkkEOygp/saZ7+4zNTIH/jdeT+XPvhHLlz4iq458ctSocFrXL92ic/OD+KfG5UMZZLus5/S3XuBi9eucfbUFUISiCWJMHzlOqNdJ7k+0sFnl2cJfvVbLk5+xadnr9Nx/gx9faf53ekxun79v3Gma4iOK+fo7DjDV31DXP7V7xgY+4SPznVysXOQueCM+J0lWxp/XwcdX37MFf8MA1MRZidGmOz7iPOXT/LR2T6mTv0fvN85ytjYBS6IvD+clUA0OEfPZ+eZmpe6S51cPfcV/QOneP/MJNd//e85e72f4XAaWWRekCWBMXNnOSN6nL82yGxgjFB0jsnBQbpkgn6hq4++gGRrJEMTScRl0vtbLkkbnv/qMn3nrhBe4PLQvlX9tAa82YemwsMVLHYnZexI4njFwKO6Usa+9NdL3VEGJRXcVNbDiKOSmd4widEZkpItnx8bYUQWb0LZNEMzVsnSetjTWkZJmYxpM8nM1U/45Ff/lZ/85lM+6woRlwgneH0ed1zGFn66wwnJ8E8xPDJE/0RMMnVZzOXDdRUvafsprHR6enCMyx+dYnB0kOnoZU6f7uLaudN0dZ3h9xdCJKJx0tmkLHikScUmmRm9wkfvdzE18Ds+ujDMqd/9nguffcBkmGnKAAAQAElEQVS5ScERfcRVC2Iig4z0fMWvPhmUa9IQ/qnzdPaPin+CwjPArASC6a4/cH5whksXrjHZcYHQTeIFFlv9W32q4yIlc5x7obo+5mzqkzPix61ue16/vAfu5oF8N17FQxoMReZTDHeF6TwdoPPL+W0DPeeChGaTAimGOkT/e637qc354vq91meb8Os6GyAo7TI3nWCoc/Pt0n8pJDf72MIq4yr9+FGvNjQwshqYUrJ0M0wJlizYJKiyWm3YrJYbD4mEmU2XYUSCmJJh60w2UysTITIm7pJqqqoqKCstw1lzhCfbKmCol+nJSSI2GzYB5WWMX2Y8ZmF6Nk5k4DITsWlSjdWEurslHEoRcxcSHQ+TTQTxzyQpb22hrL4q9/polm0yh5QJ6/KpSYKZ+Rh9owaFvhIyMyP4p2eIZzJY0hEisuo+7SrA7nJijfYzNt7FhdF5ZudiaGYuHIyRFjl2lw2dq8hu7hMdG2BWHx91eXE7DAxjmI7LAwz2jRMMhZG4EyOHaceSipMRn4UlOzDZc4mLwxFsExfol8nt9YmA4CdISYYh4A9jccSZHR9muFt8NRcgFMsQ6r2GX5RJu9w47dYc16+/ZhifmWVgzKC0wIPPZTA33MXwaBf9U1MMi6z4VJC0R+yzzJOSzEPSLMCt/k+GSExcpHN4gI7xgAS1CTQzF5gLY9os2B1WbnYFcW64vwN/MknS7cFpS8rEdoTOy/1MDfYwLjSBlBWrHSyWIP2Xr0lWZITZUJT4zciQtW9Z0AAkLZPNXPZl7ZQrYkoXFr0MDGPF049+pdittiusZKxvRwXJ4BiDPWOMxyvZKYsOI5QRGBljfmoMv2EBw054NEFlrReL04Vp2iktdkg/sWEVxjZPCSUVNVSXFVPkTMlYnObqtSkyiVECoWm6RpLifwOXOUHQV4PpKEK6K5vdrBJQpmJ+Lp+5wmT3Gc5Lxr1jLIhm7tKI4UsFiI2zg5c5OTjLxHSUeDJDWINNybI7vA5kXegmRXxyjLnRIWY9hfgKvTg9JmlZ+ErHwCrjx+a24ygymRsfpLdnirGZtPhhqbBtsC/ukabDNO+NrqZcMBSE7b1hmOeS98BD9MA9GhYP0YL7JFrmA6Tl4pmIpIkFk0QDG4B5oVHYCO1SmnXyiIWS6EpWWmY7iWg6p3tknTzuZG9kqW4b2F9Jl5Xq7qTDes/db/5r0kf6Ua5dcv0qlWuXNdGt4uN4OCXZoIxMJLP3aRRsbbaGYWC1mjgkI2dajTUoK37KThI2Gihx+qgrhLmCZ2hLj6CP3hluHy6LXBKjEaLWImoaPQQkqzM5Nk00xz2jD2cxcX0aw1pIVZmBKzVIhwQh2UPH8IRjFNUU4xLITs0KhSmTLQ/1bTspry3HlJqlH534pzXwkWzM0vrcvmmSNa1yDQKn04rFW0lhSRllXiuGZJWy1hTJtAQRknlMJiNEEgmBAirLXTgKatB/LVJeYMeWY7bwlUnIdSGTIGNkJFBSX8RJxoUuGCdjdeAtL8ZhiRII2HC6HDhLaimQsjzdzVVnO9VWE3smRCgucg2fyPJi+BqoKPPiswvPcIR4PI2lqgaP6GUhiUyTRZaxoMDN7xRJucAmJHCyiO6pVJTJkQkJSiNEhT4WzWAa1dRUF+Pz2CgsLqKsrJpCl4fiYjvWTIpEIkw4npXMi+hR4cYUPcrLCylyW7HekJOV1kqLfRnJeKRFXjoZJRkZpmc0IlnKMLFEGpGE1ZomPBeQ4xiRYJiU3Y2lqBj7DT7rKkSOfBDR6yJbCdliMbDYTAxzuf945LbVDDLM1c5IfUkTvsS8jMEZIsW1hC9O4S2tob40JG3ppz/ixFVSQ2V1DQWyzFHilf4o+D1X+xjq72EkmMIs383ug8/w5P5dtBREyfov05kqwlFRgzeZINw3Qdzio6K2gtpKhyxQGKTTInstH2k2Q2AlVLvLxOlMM9M/KItDEQKSVZS1GDC9VJdbsWYDUmfI3CNCMhyUcRGVLHqY+YhXxoAbX0k53pJKasscuX5qsLDp70MzqSTI9SEh/TvtKcBhE721H8k1MhWJk6huxzN7XcZxAr+r/p4EqQvSH8y3+tSUsaGwaPdmJKfkfpyWa3Bu3G6GUZ4274Et4AFzC+iwJVWQORUFpVZaj3o59noxT71Zsm449kYxT2yQdlGeyn7itfXJP3SiiKIKG4XlNnY/4c3pf2ydPBblLy+ffLOYRXhqAz55Unxy9FXhIeUivdqo+j0pvJ/aAM+70TwpfJ9YJvOpeyznyTdKxC8ld+wjqkNxhZ3yOgdtx3x3xF2LfvufK6R6h0smpeaWHEMPXymnTJzsuFwWDIsVW0E5PlsEb2EZ1bW7ad2xh+b6HdT7smQLEowPdXDl5FkuXOySiVYPV3u7mbIUygp/ER6bHZvHg0vCu+FwPS079/H6iWbaWoqZmSikuH4P9bt2s2N3EzXlbrzWNJ6qdlp276Sq0L3Cv+RY8I5hGBiGsXBw89tJhc+gqXiEjoGvmPU24i6sxutw4izwUiBZv9T1a4zIKrtR2EpzZT2trgxOhxWny4pLcOx2B6QSxMNzzM8tQKa0BCOTJjg4wljYQ4mrmYO7SyiucpN1urF5XThLswT9abJWNw57AVU+D3t2FuJp3ottx1M0lxRR7wINNF1um8gqxG4tpq6ugpr6MpCAyFbgoqJ1B9b5GWZG5wjGDQosUUI39Jifc1PosFDhG+ZyX4dk3WYIZIspcJRS7LRhdWWxFhSKz0wsFg8Oh1Myi2CYFmyFRTgbjrCzpIQG0cOh9rrtuAXfbhGTo6GbcgKBMPbGBozgHP5RP3MxkxJHFmd1HTafSwJYA5fTxHRaiIyIv3dX4ioslGMnVtHDwjo3A0yrgdVuYMqkk01uOsnUJ0Y2yWbbkqv96SRIgnplG4xqdpQ1cKitlKJdBfSGd/H8Uwd457U6qkoLCAc8VDRWsvv1JzDH5ymVMWUx4lz97DxXL39F54wVHHYcDlPa24Vb+rp7YhDvwRdpfe67HKmppEEWgWLF1RRXPMuzVQEKbAFkbY61bPqYoNqwEm5C7EpnLbQ2FZNpeoLm4gLq3QZOya67PRaKfSkCUS/EYxjSJ2317RzypPDm+rsVl2S4deHFSMUIz84xl4MA6YIi7CVFJDuv0Xu5h8mwgSkLM65iJ9hNMiNTzCeq8cyP4CoEaqvka1t97rmyiVgGXcDPrtZY91xinmHeA/fPA+b9Y729ORtyU7bKRdAmF3yH22Qj4PJacPssG6J13JCZ41GwPh5OpXWJzgqSxdgIj0X5y0un8pObjpbLz63l2Cm0nkILWi7iL+q3UZ6LfFYrle9ymavhbrTe6TFxqt/vBNIeFgtYZOJnc5qb6heqp81pkJtACj/y2woeaKGtvZl9+31YCyupeP2veLHpBd5+toXdzxyjsvVJXmr30fJHP+TJd/4tP/7BX/FXf/4DvvXuizQ3PMcbz73Nj//8TZ453ER5bR01z57ggFHMC+++TEtTDZ7Sg9Qf+xE/evct3q2zcvjFZ9nZcIxju/byje89xb5X3qDK6cK+gmZaZZF20+uLtqEefw0GJTvaeOIbf8Ebz/yQf/FKC8ffeI4dO3dR4KyhqPkd/vLHb3Dih/8Pvv/Sd/izN1/krR98g2PHjrNHFnL2PfM0TU07sMz0033qJ7z33gL8vqeEsrZX+cGf/RnPf+d/5C8Pu3nmre9y4qVv8NrRdo4c3E35M3/Ot9oK2f3C0zTv2Elj6W4qjnyPH+42KPS1c+zl13lV7D26/wDt1W4OvPYmNZLVKt/9PEdOfJfvPXeYZw7txFPzBm+99Sbv/un/iTdee5u3Ci/yiejxK4H33vuEgXQFLW/9mLefeoWXD7Xy2ve+yfPv/jd8+413+fG3D1Lx6pvsdbkpKDrGLrH7YCNYvF7KXn+b9rJjvHLiNV771ls8ceAQ7ZJB2f/Ka9SWwsyVL/g0J+Pn/OKXn3At8xTPvPIm3/zTf8Pr3/of+W9ffou/+MFx3vzzf8c7zx4W+nZ2PPsu33mmldYX/4J3TrzC20/vpa2xjId9c0wlMuQmnJLN/bpvPD57hgF6jbNYkYUPVtxKjjzPoefe5I2Wel7787eol2DHUf8yTxx5mx+/uIcTr9Rgeg7x1jePsffZ13nq5W/yb/7y27z+zg95qekJ3nqxnuadbkra2zn847/iyN4/54dHithR7GbnsaOc+G++z5FXXuKw1UrdM9+mqXUPFU7WtJkWMExW3Ipqmjj4+nd4/U/+RPR4km9/S8bLd97kyYN72VtfQut3/nuO73yCd775FMdefIa2nc/w/X/1LZ4/8TKH6os5+MReWg+1YJvt5OQ//YSfC/zkn37LZz1WnLvf4C9+9BrPvXOc1tKjHD/SxN7jh6g9LPVvt7LTPU8000plRS27annsN7fPit1lwTSNx94Xj5YDHk9rzMfT7LzVeQ9sfw889regLOjiai6bIft3bVHDIPdnCKbskzsCZN8wDCm+Bqn8+pgbm+DonmEYWiyA7BuGgaFHUiJ7um8Y8q3AGjZBXRFL6A3DQD4CxhIUI3dsGLeXOSSp19Jd2igT02/x9jsLcOLwDhpK7V/TCpJh3OAh+7mPHuuOlFosgOAs7NykvXGIVLCwGei+kskeYGAYN8BWgLdqP8dFjzcE3n7nBY621VGyeB6+xs3VgVSw4ibn4Qbf3D4LW26/lLo9T/NsTsY7ElS+QJtkTT22r/ENY+n+Aim5OtnPlXpe9jfykT6YW+3P6M5GGNxKs9C3pU7Yyfdj91H7c28mTMk4z6xmvkGu/UAK2Uc3LQ05JgfIZhgGemAYhhQ3AC35epNzaB1fb4ZhgAKyLZaye08+ws8wDHJ/WiosMr6xbxhyVgDFktIwDL7ePHiKW3ny29/iHYFvfftVnj3QRLXLwDAWQHGNJV8GMuUzXOx+7Xn272mhivyW90DeA4+SB2SEP0rmPBhb8lLyHtioB/SRHP1NhpYb5ZGnW+aB3KQ397XsxON9aFodOH0lFBcvQKHHiUOygw/cK4YF0yZZtxt6FBcX4nU5bv727d7pY8Pu9lFwU04BLpt5y8ti7p2slTnpuNbHBXPB3cooa67V39PZJKNvWsw10zxqiLpgY+gPFHORyaNm3Wbtkb5tdeErLaEkB0X4PA59ynJ1xhLsYXFTVFZMgdd5y29uVyd6DM7kbx+PQSM/Hiaaj4eZ67dSVwkV1k+Zp8h74KYHbt+RyYl8bq/faI10Up34bJR8O9PpfThne86hua/tbE5e90fAA4Yh/VA+kirZtDUWC1gkCDce07u0ulLtN00DY9PefPAMNMDXePTBS76LRNOKRXwqn7sgbs3TcstDr/vZdPbeuXc7drCt2Tx5rR6yBx7T28UavC4zRr14rISpq7D6Zkm5sqA4gipllkw6g755Kqmv0FZIpUnrozgrMdlWdVlSYk88GmfVp2DuYk9a6JWH+uouqCufEoy8GgAAEABJREFUzsRJJJLEkxvmsDLfB1yrExVTJmv3YqKmGQHN+ulbFB+wGVtGnPYGw5A7sny2jFIbUiRPtO09IH1Qx7VpMdAuue3t2QIGWG0G+sQgxhZQZp0q5OYGeoFaJ10e/e4eyPv27j7KYzyeHsgHdau0e+7mvKJ3MiQlQJmaipCOBwmEY8TiKVIScITnw6SiAUJzk0zPzDIXiJJIbjQMWkWxe1EtV8TcSpeWyk/LHJALTjVozcixnlLIZpME/LOMDU7kXv2u9ynFURAK+UhAq/jZBPF4An2VsuIo7SKE/X6CAkmtEFwNRKQQWvnITlaWNaXQs1pBViKWbCZNRoK5SCRJKjLOxOQsEzNJbuItYN/ynaMT4YqTla8FEJYSXEv1Lbjb/SCTyqKvYuYxnUGq2RaZQLMNJ3zbve/l9X+IHsiL3hYeMO/R4t22MPYBKqnXfVOu+6ZmsR+g3LyovAe2gwdWDFu2g+IPT8c4Y+Pj/M1/vkhk6Hf80y8vcPrKEKNjQ3x+skfUktBh5jMuXB+ja0IOt+AnFYsRC4WJRhMLQUFMgqZYhGgiRVKC02Q0SjCauvFoQ4pExM9QRxeXTnYyHYkQl2ApKTw0uE1JqigdjTAfTpKOXuT0F1e4cGkGiXNvsXxmUHw0OEwwmyabDBMIJUlJZjMt2UyVl4gEERZI7EVK+MXm5Xh+gpm5M7z3806Gey5yvrObr677iYVTt/BePNAgMBWcJyJ26P/LSoquiWiIiGT3kqEISZG1BUPsRfXXXVpkFdvuNMgFNuS3vAfyHsh7IO+BvAe+9kB+L++BvAceLw/kg7pV2lsSR5J9y+ZeKX0rShZ9zDIWS0MmQUmin96hYU72ByVIyWJ1F+Lz2HE6PdjtLhw281byh3okASdJzv/2Q86d/pSTF87zs398n96P/jd+cnGQwdFLXDh3gfd/e5rRsz/jJ5dDnP71+5y/cpnOuTDDfaN0/dM/0CFBX8dHH9Jx5j2+6DjNLz4aYHZwkHnJXAajSclcZm4EhF8bm5HMWyY5gX/sIr99r4uJ3t/w4Vf9fPKr33Lm93/Hrzr7+cM/fsb4pff4rKOT33x4kXMffspQJioBYIp0MkVwaoqxa59z9eIvea+XXBC4KCExOcTwpz/nF8N+OvoDdP3hJ5z+9J/55dkL/OT/+/dc7vmA974YoGMwukiy7UtdseQxTlNpFjadytB3Mci596c5+fPJhws/W0H+SnU39BzqCMt4iDNwKcQXd8B76Hbd0Devxwrtu8Q3Z341jX80zvRQjI6Tc5vuixf+4GfkelgW3h6lpSjWvOk9OBJME5xNcf6jeX73t5PbCj756Qx9VyKM98e2ld6b8vPf3P82OvfhHFMjcUZ6onz8z9Ob8u0H/2WS0+/7mZFxm0nr/GjN3fNRQ8zb84h4YCtFHFvLpQboD7T1h9p3UsxT0UgxMVIz/fQmDUyLFavNglVLiwXlwZbaMszNxElmXDgla8ZQF4PTKSzFXpzRIQKRefyeYrylGWb6OrjUnZJg1UO5x4k9GSc0MkJQsnPBqUlmujqZkjJaWkZxWRFOl+DkAlk7K8aygQkCA5f4YmyesZkUGQxSwSixQAKzwIcRGCEeGmVizi/nQwRDCbI2hwTHHhxWCw63F2+hC689jn8aJE5kYYsxPz9Pb3eEstJiykuciCHEozHSTgux6SDWYogHkyTDmQWSR+A7EcsSDaVJSSbyETBn/SbIPTgrzVlQbKW81kFV4xaAhhV0WKlOdPX4TLlWGOj/aayotVO1HG/5sdDcUxs3wb+y3kF5zdc6V9Q5ULhFP+WvsF69N0JzJxnKT0FxpKzQviLloq7LbVmsX7VcQrsUp6LejtNt4vJYKK4Q36i8TUBZtQ1PgeWOj5vzCG+6aGW1G+ijdu4CG4XljnVBQZkDT7E9B7q/HnpfiQNf6YI8pfUKHy3XykPxFRxuKza5BymtHmu5Hh4FN3RYSuMrsbNS/VKcpfu+JbbcUi+89dzSuvXse0WPRR8t0mndenRbpFta5vwkui2tW7rvLrRhdVjEr1Y2o7/yLJA+5SmyY1rNx3ackd8eKQ+Y992abSpAbyimFSxW444WmMUN1FSVU18oF4U7o96RzwM9mUoTk4Anlkqhrxq3GpVUVUmGscCFw5LBSCWIxq04XWKQBH6JWJR4PA6mgcRV+McGGJmMSNyUJZtOSFARJqTBGQ5IR0nGQoTjGZZulkyERCKKP5ImGQ8Qirrw+Vx4XR4c9mJKy0oodiUwJHhLB6aJCG7UU4LPdGBN+gnHEmQcXgrKyikt8mFPgiGTem5sWckNZkTXdDgkvGPEk3bszgKKSnwUiIyC8iIKbFbsN/AfjWKJAx4Ng9ZnhQGGXMEq6p3s2Oeh9bDv4cIRka+wVA89Vlhad2O/tNqBt9BCuQREu6RO4RYbVqG7BUfoNny8Cf67DnvZJbIVVP6u3LH3Vv8rfwXBU5w1w0Zo7iRD+SkIzi6FI6r7Ul0XjneJDWvS8Qav5bgtB7x4i6wUlNio3em61Rcidzn+3Y4b93goqbJjWgwey03MtjtMuY6bVDQ6adrnWx/s9cp1YQGa9nnXR5vDX6TRchHWrkP9bg9FEtx7pE8syF8/jwW622U25vS7vb5pRR+JXPHFbedydXJuRZq7896Ro1uJfqW6u/O7Vb/VeVQ2unD7LPiKbdS3edbZrsv0EB9U73TnFtYwjMdymOWNfrQ8YD5a5jwIa0wcTge1tT4szjIKvHbKmpppad/PE1WeBQVsxfg8DtyOhcMt950ISrZumMlkmnTjAZrLSimSrKK1spVSn4cS/yjTwwYV7Xs50JwhLUHVZDyNq66S6t21pKZGCeLF0dCa+/84xnA/Iz0jzMY82G1RCfRmmfHP45+cYioHc2TMNJTVYFbs44kSk2IN6MR33jLxVUkpPosVX3kZDlcJbgkMzWyEmNWFkS6g2DlDOOuSVXAvxYUerM5CSr0xIrPTzOT4h8lkDaobTIYHRugd8pNweGWCVUqh001pTRkOs0Bonbhc5pZrjo0qZHeauZuR1WZslMW2pjMMg4X/5WVI3zBxerYX2KUvOlwW3F5T+qoFl5TbxQadVHmLvtbZU2DJZZW2uv7qY9XV5bXc7C8unwVvkVX8/3XdRu3QRUCLDeyyILZRHot0NruRm2dKN+dx3kzTwCbBncNtsh5wShu7C6woOCV7uh5a7RMuoVcapV0vD7eMB6dcj6xWcr95dor8DfG4oYPqsQhLdVusu1OZw5c+vhxntfrleKsd5+iX6Zeze1ndavSr1d+Nh03ue6YsdFjEt6vxWHu9BYvVyC2cmCb5Le+Bbe+BfDdedxM6qamu5s//4hDuxtd4or2MHZUF1NTu4Nlndgk3A0qf42BbNa3VcrgFP5aiepr3PMdbr7zE9759lJo3Xmevx0OhrZH2I8d5+0+/ybPvfps3ap088c53efX17/Pj777Jn/ybb7LntT/ne8df51/9337Em+98n5cOvcKf/PFLPP360+ws2s3zL73Ic8/U4Ald5dNf/opfC/zql18yUdRO07Pf5pX9x/jOX3yD4y++yIH6Eva98CQHXn6FAz4vB956k+qK3bQefJandlWzIxtikDZe/eHbHHnmHd59fi8vHGunqO4IL+8dpe/z3/OHHP8/cHogjuXpP+VPXn6Gbxxv4dk/+gaHnn6ZY7XNvPJnr1HtOsSzT9bS1OR66C2Sy6/lvh66KttVgbzeeQ888h7QR6sD/hSpZU89PPKG5w3Me+ABeiAWTpOUMZbJ5G/KD9DteVH3yQP5oO4+OfZhstVLk/7eLJMWLfRAioWPBJzYeeKNJ9m7pxHfQuW9/7aXUNZ8lFe+9x2+LfCd7z3H4eYKiljDVtZEXVk5uw8dZs8LL/NsAchC2jJCu6x+1nPwjbd5M8f/TV4+vo8mD6iFbOEtk0ImaVnS+R9lb+FWyqv26Hhg+1ri9lkpKrNhc1q2rxF5zfMe2OIecEkWU596MSUjvMVVzauX98BdPWDeFSOPsC09oI/sGCu2roG3xIvL42DF0/fCWsOCxebE4/Phy4Ebp83KmqYmFidubwGFxYX4Cj24TFYI1CR0M2w4vV68Of5ePG4HK76cha21iWvIPe6Rv4FsrYbJa5P3wBbzgF6/TYuBXsu3mGqPpjp5q7aFB7KSUUslMrnsWjZ7y6r1hvTXYM4wjA3R5onyHthqHpAp81ZTKa/PZj2glye9RimgB8sYGjpR2LJBhYnFasVqs2Axlyn+CBzqPUgf87gXN6NHwB33zwRJU8djMSKRiECUWDROOpkgLROCbDpDRlLZGWRCIHhySDaVJBGLCm6MWDxBKpMkND7AxEyAuWCMWI6P8ooQlwlFJprI/U/H+A0L0uk0uTYVvsKcTDJGeLKPgdEZ5iNJ7ktiNjpHMBwnnLihxFqLVIJ0eJaZcFbs/Joom0qRmp8jKjakYxGxL0FCXPQ1xgb2EmHi4SBz0Q3QPkCSrNgcnfETSSSRZPoDlHxnUZt1/525b+2zeq2MRTMynFb2QiaZIasDSxC1/WQIQiRGQnaSJHP/X3V6cJDh6QgxxRU22XiIiH+coYk5EtLf06ks+gbdHH0yiT7cgnwn4mnp/8JfxnHcP8LgwAgzoRgJuX7cb69lRP/o/CypdJhwJEE0dutLx+63/K3OX5pb+gQC2qAPR9u81LwHtqoHHsFp81Z1dV6vvAfEA3ofknu03pjkKP+5Lx4QJ0uwFo9PMTY6ychIkEggQKj/EkOBOHPj/UxOTjA2GyA+dZ3LkxnmBoaZnplhRt8KGwwQm+ji+qif8bmITKyihKenme7rYzQaJZLMEhzsZHR4kJFomlQiyODlHmZlQjk7OsLU6CgTkTATXZcZmxmj53o/U5OzSLOvw9qsTDaVd4qMdJaMTCYzqTQ64dNj0ilSE9fok6BxOJCR+hQJnbiKhIwEKF/jSsXSj5zLhmcIj1zh3FiWsNCkhW86lSGlgWtvH5PpJNFAkEg4QkQmmCIaUQYhlSItotOkZDKsbDMSEWdkcpyTKbhpmRgLKz2FKEVmblj80c/V6YWqr7+zOV6pRArlnxGirOwoKE8hFr+mRFYUvwRbEzIJFzWFPEMqKfUiV4PorLRzRnyREPqcHlKv83zEZ0JMUutl1p4V5XM2ir3C5JaP8klJu49fuMi49hO1Q2xKCU1WJtbDQ5MEAjHkEOWTkcUBYatLArfwudcHagK5r3vNeZvwk2GcklWF1VwQkPHnn/UTjs4Tmx6gT8bBbPdXDE3NMCuLCaHABL0dI8xPd3N9wM/06ADTEwP0Sl8KBEISoE0zMRmStk0Rn/Mz03udGWnVVHKC/r4xxibCMiaChAauMyByhrqvM+v3IyqtyYGqt5iwMm6uT6YXxqwi6ZubpYOnpPOmpX9N9fYQSogOUwHp/0m0H2QzC2Ncx39WxkpG+mkOlP6mlCxZGRMpWZzISN8dG5sS+6LSd24CaCwAABAASURBVBfrF8ZbNjPHrIyrKQl408IL4Z2UsZHR/Zu8tuaOLlabFrDoqq8ebFLNtNitP4fQ9tokqzx53gPLPfDAj/NB3Sou1wGekslbNJgm6E8R8Ce3DQTnUrlVxqTcfSKBh6z7zPbx2/1u4+Cs3FDlpi23V+KRzKb7U2g+LdmlNNpXV+nGj2m1AXKzN81xBgcn6OuNkpWJn//Uzzk7EaL30sdcuPAVZzv7mLn0c/7xQpT+L8/SPdBLfygiAaBM3Lo+5eSsh4TFitNukJIJkP/SZfosFlJGnPHOzzh//jwdY2FioWFO/v37dEgA2XHqSy4Ir8vzCcb7RnF5g1w7dZa+jn7JHbDGLUtSgsfg9DRzczNMzkaYm5xkXoLOYChMPBrEPzVPsP8kVwYHuDYWlHOzgutnNpgkODUlx36Cssp/I/ZakJuOEpWAdXasn+neL/h0NMWUf46gTGj9/gD+MZkMX+9mLBVlWvjP+6eYCwdyPNOBGQLREPNzAeZkYjs7P89sIEFoYpQ5CY4D8wGCkuWbnZvP6RaNB5ifnWdu6CqDfVc4O7mgwsJ3llQsTEhs88+HCMXiYl+AaDiag8D4DPHgJJOiWyA4TWdnt7RXP7FYirh/gtnZWaYlgxoUPSLz0wxPzcmEfRSd4E/553M6xmNBmQwHmZuZFBvm8Ev9zHiQUDR1y3jJJGLEJCsyNT1H12dfMCQ2+yNB5qf9zAjEUuN88cVlhkfmJFsbIxqYRW2cmZwjkUhLCLBg0f34ll58P9huH57iAP2XBvp43EpK+ztP0zfcz+D4EJNXT3J2Lsz1c7/gwrV+RqSPhCJzDI2lKYqd5NMLA1w7/QXdEix1p8qoK3FiWAe4KosxPV2jDF27yuUPP6JfLqZx/1XOf3WBK73jEhBFCA2OEClzMXb6JBMDg0iCeyV1bqtbWAS4rTpXkYrHCPllvAUiJCX4CstiwrwEjvNS+iWtPdbVyXxsiOFxv4zFEKlEiMDMHAHp7/PBOAGxLzAzRSAcQ6YpN/thVoLZqIyZ6bk5IpEJzp65wtDwjMwHkiQjARmTU0zOR0lEe+jt6uLq1QnJBIaZF97z8zNyzYiRuOWikVN3S30ZpoHVZmKV67Jc5tnsloxnZP0ne8t1YbM88/R5DzwsD+SDulU8n5YL28xonLMfzPLrvx7n1/9hYt3wK6FRWCut4ioovpaLoMfL4Vd34P2Hv5tirDfGRH+MU7+aZZGPlot8dF9h8Xiz5XJeeqzwy//fRE7+avx/JecVZ/l5pVVYrNd9hcXjtZZKozJypfhsKV2uTuRrubT+TvuKq7CIo/uL/BfrVivf/08TTAzGGL4e5ctf+3N+UfrV8O9W/+k/T9NzMSyTy8wqvfgxrrbY8Ppc+HwFAoX4vE5s4g6ZJ+KPzTMyMsJg1wC9I8PM9veTjvfTeeYD/vDxGS7OmTiqCvF/cQb/bJKMuwhfQQGFXi+eokI8jl6mCquZmfNBVw+Z9LBk8kbpHuihd3CMoaEoY2MiDANs+ntSDw7Tvo7fsKYZ7bjOZz/5Z65NfMnf/NdzfPSf/jc+/eQjzg2NMD34B/73n/fSNTwugcZVuq9d4KPffsVE33v8/SdTnPyH/8BnX3zBJX+alKl63IC585z76gy/+nwIvwRp2WySKx/9lktXv+QLmcT+4XfnCcr0MEuEAZkMDlz6iIt9F/nVqWlmP/wnPh/+jPc+vMK5zz6js+Nj/v53g1z4m/8Xf7jUz1envuDcuU/4qKOPL//TP9PR/2v++ePLfHFphIBMJm9ocKNIM3HtEmff/w2npyclGB7ko59+wpWOK1y9fpWP//bn9H301/yi8xrnxwLMBDOSGYSEBF/X/9P/yknR6Zfvf8qXv/h7zpz+Z/6fv7zKtb/9X/jJ6VP806+/4Oxvfkn39U/4m0/HGf7i7/js8if83U+/4Ff/9BVDmaRYeEMNKaIDV+j65Gf8fGiaiekMydA0U5LNOfvpaT76h9/QlU1JNjOLJACZ773E1ZPv84eBMU79x58zIxmhtPC4bx/pPoYhX/dNwNZmrKbbnAZarqTpjhYnaWnNy90phqYTHKzpYKLsAKHhOJIiJ6MBzkQ/vZ3DGG4rE5ES7PYKnt5XRmFpIR4JDkKdH/Dxe/+ev//1h3wxvCAl2BmlwjZK3DlLZyRJKjnDUE8XgwELsax9zb/dlvUfzKXjb4F97nuyb5Bzv/uIwdFeJiNn+ezzK1w+8wkd1z/lN+dkFC7NvqXGmBr5it/+4gpT/T/jd2f7+fSXP+OrD3/G6YlUbowvoicHv2Lg7M95f2CIgZkkkWhWsnSQicwSHL/Atd4P+JufXWN0MkBaMn3pxDTzk2f55U87Get+j/OdPfRNrPd57pxJ2/ZL/92E/suM1dpq2xqWV/yx9MAql5zH0he3GC3XezyFVpr2etn/fAn7X1g/7HuumL3Hi9ZMe0BkKKgsLZVWeejxcth7vJj2p1fmrfVF5Q4Ky+w07vGy59kilN9SHnqssLTubvv7RD+Fu+Hp+Rzv51XHQlazQfH2iH/2in66vxSUXmGxTvcVFo/XWqrstqcLpQ2Kb/PB/hdutI/ouVZ+qoPC1/h3t3ERV9usoNROSZWD5gM+0alkBZ1KcvX7xdd3g9YnCimvc2Jw5+1RPZuVVfV0KoO+kjqVXJzWLLd2wTuGoaXizDKT3U2hTO5LzBEu2F/lGMPiw3J2H3+Ht99+kWfb6nE1vsZf/ssX8XSeof/KFSaErSFYiMzUlXOMTEWZnJ5hrv8cXcE50i8cI3u5C7PYibmjluzorEykphnqDtH03BEaDu7EKjzW9onjT7sYNw5woOlZ9hfOYiuuobyxiQZPlkTfFCXPtFNfX40nMsLkbB9XElbmonW0NXrxVLZR19jAzmoJKJcIDPROkrVaqRRdakq9GMY1rnSGGeuP43K6qNpRgxNDKAqoKPfga2jFYXdhDH3G70J1tE9cIySr/11xDxmjit3NhZhlh2hrcYBkD6d6pzESSVwtbVg6xymoLaO6rYEyCYiF6ZLPCMOSqR5PtvPcjjr21rlx2RDXZnOA24frwFNUdp1nZHxO2suJxw0Wa5Cu+XoaqnZzrMpDiTtO0G6jqmY3NRWFlFc2U11RgifpZ0YyHf7UNFOOFioLC2jaUU3NrlZaJNDXa/uCMkHGAxJghio43lZHQ4UFR3KA/r4BevvnsWYhLEG5w+3B4wozNzvNQNcMBIO4du/B7vKsI1Anv23AA8YdaIzaRhKznfgHu5kxd1N18QtGwnbmxyVQmh1izOrB6qvF6rezY0cxxSU6AtPSdxeZGhTsOsHxN3/Md197nidrE2SyA3x5fZhAaJRZyXgP9CawWDzUVcyRkX5md1fgXiTfRFlc7qK82sb5T75i5uKX0q+n6Iv5JAisZGeti9zlapH/7DjBoWtcliBsMlxLTXmh3EN2UFKzi7YGLy7BMwX0Y6tqpKCoHK8s1FwOWcjI+HW7rGSCo0z0XuPajJ14Kgo2GzZXAe5EhMzIJS5mEoyHqynwFlLksyqrxwfE2XfqZ4+PI/KWPgoeMB8FI+6HDYbc+e0uC4XldsobnBuCikYnlU2uDdGqTKVVHrq/HCqbnDIJW5l3aa0Dh8fE4bZQUm2n6oYOFRu0Y1G20issHi8tV6qvaHRRvdNNhei6FHfpvupWuWNlO5bibXS/Qtqgull0aLhdRoXUVYpvKkTPDfMXHlXKX+TcjUdZvTPXJk6PhcIKOxWbbI/iKntu4cFqNe7HENgWPA0TmXQZrHmVNSsr8JYKKopqaKupwFW1n+bkKMHsFL191zj/+Vm+On2NsdlhemVyeH1UJvOh7I3Je1qCjrBkkyQwqt7JiWdKaCwJcOFKCrPtCcoKiqnbVUlRhYv09Cyms4yahnoa6ssp9DkxWLZlQH/Doo9p3XrGToEtSbHZx+Werxg3ysAmwYrDia/IgVMWm2Yk0OwdnCJAIS6rC190TiZrBm6fHYvTg9PpxGU3MZcwdpQ4SUXnGe3spX8iIrZUUFMkkYsZJ4QVi9eJwzHD8GhGVvFNrI4iyj122krmGK86jLemhTJLGkc0LBkSU2Q5wObD7SqkusSOx5FhLpYlVeClrNpHbGKEoZ5hxmcj3LoVUGjP4Mr0cKnrGlf6hQ3zzE52ca1viOG5DJlQlKgrRTCcITs/R2xeAqrZDI2VMUZGO+mQLGQ47aVEGt7ucGO3W2We6sJhs4p/XDjLCmBmlmTcgd0pdeIXh8uFy2Ly9ebAZ0/jyo5z+VovQ7MpohKoRyJhQukU4UiI+bgdR2SM8ekwcXFVoS+DP5wi7vFgCC/ja2b3fE8f0Q7Np0glMvec97ZgKP5OJrJkVzPf2US1xUF9UZJMTTFdnU727t3LC0ft2K1R+qZsuMuqaH5mD6mRaQptIeLhCb74zScyxj/kwmScqLWIgpJKyooLKTDCMHSKmaqjVB16jZ0uB47R68xbC/BVP8GB4mmcxhyBJJveUqkUyVgYVzrIjKcWhywy2eQ4Y5i4PQbO1BgTAYPglJ+oBHMJbwkl0RkS8Qx2CdJsLjc2h/Rnh+WWMZ6VRZVUKkbEmSYwk8UWHmfKP0X/eIC5mSBZM0IkOC88raRifkKxefxGGaXRKVLxlCycWHKPNm7awG3EIBlLk5LFQVmv20Za51XNe2BlD5grV+drDQNMi5G7wNmdJnbX+sEhQZXCRmiVRmkVdH85aL3Ta1lRL5vDzOluWpDzFhwSRCynf1DHqqNDguPV5KluGuSsdn6z9Xfyk/JW+VpuBnI2SlvflYf0I20Ti/Qrm0y474p/lz6n7WyxmhjCj8dwMwwDwzSw2hfK211QRmVVCTU1DkynF1/7M+wqLmdPSw3NeyWYaz3I0RaZ9B3cRbVMBusrKql0OXE4bVgsNhwODw0H2qirraS4qJCC5mZqDBNP/X5ad7Vw+GAbrQeO0FjexoHGatqOHaRlVzvtDVXsba+gdv+TNNdVUeyyYzO4fZM6+WDo1y1nrVRUFrN3fw1Oh4uG3TvYsbeNivIyPDK5K2w+wN4yJ776o7S1PcOLB/fxzP4m6uvrqCqyUt3cSElJCUZ4lqn+y1y+tAADyVJcxbU0VVVR0Pg0z4huTx3fT9v+VprqKqmpK6ewtY06h5XipgbKyiqpK66gZd8+Du2uxl17mP3tuznc3ki9BMRVJQ5q5bjQVUztzt20HjpIa2MNDQ1llOw8wq6qcqokEKyua2Kva4we0eOqwOVL0yRMDw3tVThsDuxWD437WqipraOutpbWw7vweappPniMfZLJ29dcSb341O0tpuXJvVQUFlAmwXLFrsPsqNvLU/V2itqfpFkyGDsaKiU7eIi61mM8K3o272igoqiWhuoy4W2SDI7Te/kKC3oMMZdxUd7eTJnHTcNTTwnOfvaKLUee2kPrkT3UmV5p6zqKi0tkca5Z6o7Q1lhPY2OJtI2V25rulnbc3IH2C4lZua9C2Oi8wnxOAAAQAElEQVT2AOgWnbtYLhdpFFDVuJd9B/awq7kMd5P0F+n7ew/tZ0dDG40lVbTuraJizxHZL6C2sZHKunpKXQ5ZBHBjN6tlzBRRUmzHLX29et8TVFuraN+/j+bWo7TJeN/TWkXRzj3UF+zMXTfKil23BFHLVVrrscVZQHHtLg4dO0x1/TGOtO1mf2sj1ZXlVIqMqt37KHY10FBbKouiTZTWH+L4gSYaGxrlvJtKGbulVaVYJBgbvnqZToFrV68zOJ0kW7yTXfufYF9lEbtbasU+H67iaipanuCw9O2nD9RT5KuRa0w5NTsbKaw7wgsHm9jR1EhZkQeX1VirGY8Eni6qKeiTH4+EQXkjHmsPmI+19Xnj8x54FDwgK9qPghkbscGQGa8hgZ1OgG+nr5JJWwWNTS4snkIKj77J/so9HNtTRW17C0UyqTpY76Lm+efY/eRbvPLCm7z76rM889ReqsrbObrvCK++eoj2neUUlJZSsmcvOwwP+5/aR01FMY6CRsp3v8ArTx/mqTILO/fvprqihdaaOp56bheNhw9RZLdLDux2zXI1Bqysu4GvqpZdT53gaPtzvHioir1H26msrsZtK8ZbdYQ3XznIgRPf5bmDT/LyE3s49sJRdrfupqHAStOeVioqK7DHwwSnRxgZXoDxeCXVLQd54eXn2Xf8m7y50077E09x4OBRDsvkb2dzDQV7TvBMnZtaCfSqKiupKKihsOVpTtQZeFy17JbA7bDY29LUQEOxg6Yjhyjxeiioa6flwFM8t2+H+KsSZ8lBnjh2iKdeep2jR5/k6bJ5Jm/oMTI8Q9pbTdOxFznWto9DO4toefpp9h9+kZeffYpX3zpCWeMhju17jueF3xPH2tlzeB8tMsEtPHSCJ/Yc48RTu9l95CjVzcd4pcVB6ZFXaK8upa2lnurWw9TUHOTVEwdpP9hKTXEzLRK0Nu+wkY6LHiMjjOZ0mSRoL6f88AlelQDuhT96jT2HXuJJafeXTjzBU688zz7Jeu578hjtu+qobRb/HjjOC/ub2d9SgUeCf5ZtutqvE0TuwZi0u0zcPitWm7lMyuNzaNMFGxknq1nsbWynofUQ+ypK2fvcYUokYLOW7KOp8QjHd9fRtqcYw94kfauFGun7O9ul77zwJPsOHqe9bCcHdpdSXmHHU11Lw/E3aKw9wdONbgnyHVTsaKbt+adp3LOPBomui1uepKyqTrLorGnTvrBaN3AXlVO/T/R4+jnRo4UjRw6y/+hhmuvrqSnxUinXql0VzRyUBY5mCfiqK1p54oVjtMp4aSjxUN9UT1V9HY5EkNnREcYERkfHmc368DQ8wZN7nuKZtnL2PSU0LU0SpLbScuxlju1+hnde2i8yGmjc2c6egwdpamjlyRNPiq+kvrRQrjHc222Lc7NIECvNi3GHfrbFTcirl/fATQ88vneLmy7I7+Q9sE09IDMGnThsU+3zat9nD7hK6mh+4g3eeGsBXjhYT32x7T5LXYG91Yu7oo1nRI/XBN5462kO766meAXU+1pl9eAs283Tb7wugeMb4pdnONpeS8k9EirDMfc4bTqVzZX3iO1jzSYXIG9TD6juCtov7o8JLtyFzex/9Q1OCLzy6gsyruood9wfaY8qV6vdxGo1MYx8VMdD3vLiN+8Bc/Ms8hzyHsh74KF4QO5B+fvQQ/F8XmjeA7d5QIYjFouB1WZgSkl+25QH9Ld00XCaVDLDdly80uyPgvaLTTkiT5z3QN4DeQ+s0QOPSVC3Rm+sgJa97TmarKzCZnL/MymbTpHOyLEsxWVkSS4VT5CMBggFAwQFwuEoCbkhrcB2m1WliYSC+Cf9pDakeZrA7BzzswHSq9Bn0hmC0wEyqSUYqRjpuVFG5zLENyZ4FWmPWHV+1vCINWjenO3oAbkNkJIs3eL/vbonNkg0k5V7zD3htc2YGDI7cbhM9PG47bh4pTrnL83bo9Pp7+kUtoe2eS3zHljdA3LZXP1k/sxKHkgyOzfLJ5/0EZ85z+nzffQOTzM7O03n9RGy6SSp2Yv0DE0y7E9LAKi3+pX4PLy6TDJJMhYnmUjmglKSadLJOIlUhnQqRTqRIJpYDK7SpBJBJgeH6L7SRyARJykTjbTw0P9zk8mkyQhtRKKuTHKA3u5BBocC3BrLRpjo62dAzs1J4CvxW874TCKW0yGVTovMKP5AUCZFSTQ4jkXjxAMTJEZPcno4zGQoRSoZYmpihKtXByRY5rbV26ws7aZjkZwdSbVFdE2JjIRMtFJib1oC77u2Rk6z7fGVSWfFJxnpc9tD37yWeQ886h7QzIwpWTrTvEfT+cc8MtA3+xrGPfLlo9758vZt3APSxQxDvjbOYdtTamIiEAhIQiJIQuaA296gx9SAfFC3SsPnJv/yZWAsw0gRkqzVpUvjpOa7GOrupKNviOsjUwyPzGJaHdjTo8wGEwRjttzjOMsYPOTDNGNdXYwMdDEwOkLn1R7mek9ybWwa//wYYyMjdHf14x++SsdUgrGeLkbH+ukfHafvah8jl88zKQHdZG8XkyNXGZoeoqtnmvkZv2QvhxgcHGdsPCLB4lIz4wRGBxntvU7/+DAXu2aY6e9gZHqcwYFhxvr7mAqNc3V4jqnuDibGr3N9aJiunpHc/yG62DfGcOc1RieH6J2YoLd3jKRk7qR5bgpJR+YJDF7j+vQsE/4o0z1XGO67SOfwEJfPXmJispPOoVmmA0J4k2p770gMSw4kyN7elmxMezU7I1mM6dE4g50Rei+H7x9cEt4KS2RsVt7sRIKw9MfpscTXequMRdioLKW/G+1acNbKQ3kpLMVffrz03Fr270R/KfS1v9bCaxFnKU/dV1g8p+XyY61bhDudu4EzcDVCNJQmJjAxGKNXaRT0/GKp+2uE4a4oc3IN1n6+sRGyvanU7lg0QyKWYWYkJveA8IZgqHNjdMNL6DbCY7Q3QsCfJCJjfCmvje4v6rBYbpTPIp3yUVg8XlquVr8UZ3FfcYc6Fnyc29+k327yFZ7KV2GxTsvp4ZiMsxShuSSj3ZEN9Qnlk4PrYSYHoui/D9neo+XeaJ+VQZeRxe97wy3P5WF4IB/UreZ1iRiyMmHUTr4aitaXOWME5qbpHvMTyZpYnR7cHhcupxuHw4HNupVcLEaRovvMBfokWOsd7OWrjz6m/8KvOTsxz9z0VXok8Dp7bYjQ6Ck+65jgq8/O0z88xpxk84ISuI18/AGDkgEbPH9a6D7gUt9lzvQGSIXmiWdTpLIWCYNNblv0SsZIRqcYmx7k45NddH/6Ptf6e+no7GPwegfj0Qmu9swxfPpT+ge/5Jycu3R9XoKWjEx85wldPyuB5TBDcQmyxc+mCbLHwpYmMj3K4FdfcC2clIxfnPELn9F19XPODw7w5W8+ZGTuImeujTMyEV8geQS+Dc0ICOhjSo+AORswISuZ5SxjvTGufxXi6qnAfYMrJwNc+nwD/IVuNb0mh+Iy6Usx3h+7qbfKuPxFgCubsCVHewe5G7ZliU5Leeh+TuaS82qH1q9m+93ql/Nbin9ZbFs3b6VZot+KPhacpXKW7uf0ucN5xb12Jphrz7npJAMdEVRH9cPVUwFy9EvkK/7doPtiiKmROOmkXrc3MDy2OYnef3WynYimmZCJd/+VAOuGywF6zwudlOumVXlC13fpLjwEp19B8ZeABg0alIck+MidV5ylsAT3rrop3cUbdmgpOq1Io3h6TstFWE2O4imv5eeFbkDPLa9f7Vhwey8s6JYr5Tin2yIfKXPHSq/7Crp/J1Ac0U3bLsdTj2/gT/ZHiEqgHJxNMtQRXH+fuMFHdRoQvuO9YVmISSHxzDYfMZtT35RJVVFREYWFhdhsts0xy1M/NA/I1Pihyd7ygnXBIiU31DvdUi31T9HstVAavs7V2JY3aUFBWwne0lYai4tpyswwaeyhta2OCtOP6TSx79lH1d5GPFMX6Q1UUehtor3Mh744T4O1bCade6w0NjZDNhKj7HArtTubKfIV4nF5cUowa1/es9zlFFW30tJQQ7V9jKH+OUKSHbT6CvA17aG8sIZ6N9jMJKlEGqvFisfnxGK1UdG8L/f/dnzCP2O6cLkcOOxZVJcFgyLMR+IMTpdzrLmO3c3FFIg8X0ENdY1VVBWVU9XSQJXTiTu7QPEofMs1WPxjYJjGo2DO+m2QtpSuSNVON7uOFbLn2eL7Bm1PF9H6xAZkHF9dp4pGFwWlVqqaXTf13i12qKy9d6C7m5052jvQtz21YEv7M6vrdjcZS3nsfa6YnMwb/le+u58oov3p4pt23Y3f8vNL+S0/1/Zk8fp5iz+W8mx/pog9S+xvF93V7+1L6pbKzdEKj6V1y/fVJ75SG4XlDhr3+FB+i30mRy8yltPc6bjlcCGltU6yPJ7j25QFq0IZHy6fhZYDXp54uXjdcOSlYvYfL+DIifXTqryjIvPQi0V35vGK8FYQXKVZhAPHC6ludFJSZeeonD/yUlGufEL2c7AMf4FOeK1Qf0TsOCh6qD66r7AivvJ+VXhouQgr8FPaw8Lv0Imi232qdMpjFTqlXQrK5+DzhahNB58r5PAiz0U+Wi7y0n2FxePVSsFR3bTtDghPtXtR5q5DXorKbVTUOjj4fBGL9Rsple/uYz7c0sey6ez670GPGIVhGI+YRY+fOebjZ/LaLM5Ili6dzJBMZO5KULCjnZY9h9jvuSvq1kAIDjPQ+TGnB4fo8+5jh2hlE6CmDU86TuqL33Pxw2HMPU/RVtTD0MAXfHx9gKmMITcoZOXzI850TOP3lIEjw+AHv+PU7z6nZz5LYLaHyfE+hmdXe8zRgsUsZF+rg4zVRBbbSJvgVPkCFhdMDYwTmAniKPJKzdKPBWsiQHL6OqcH5omlFtvGQ7HXTmNZPx98/Bm//ew6Q5MhFs8u5ZDff3Q8YBgGdoeBp8BKUZmd4krHfYOyGieVTc57yt/ptWJzWGRCYbvJVwO9MpnI33dbcpPNjfsr549VeJRUOagQX5VWb5z/newvq3NSWrM53mXSniVL9CuRvlOqdaL7nWTf6VxRhR2704LdbeIttqIyNtNnCiRAdPmsubdp8hhvNoeJ+qJU2ny9UCYT/9oWF2V1jlyfWS+94lc2ONkIj+IKm4xtC/qylzLpazqutVSe6wW1o0rGW5n4oLzesSl7FmVXiF1q2+LxRkvlU928MCa1rKhf2N8ov0W6SrG3dpeLmp1O1O7Fel04scvis1PGWUmlfcPtusivsNSO02vBtBpsq+0+KXu3p9Puk9g823vkAfMe8Xnk2JiS/bDKzUQvHrcOdQflZRV88912nNXPs2dHCfVVpdQ17OLpQxoeCXbhE7Q2VUiQsUXd4iyhrLqNw4eP8vwrT1D77HO0uNx4Xc00tx/huRPPsPvoCY7XF3P4xZc4cvRFXnruWV77/mvseu57PL/7CG/80Td56oV3eaLtWV45vo+Wfa1Uups5dESC2/YiLPOdnPnoWARjBQAAEABJREFUAz4W+OijbtIVNdQf2kdtQRXPHD9Aw/Pf5pknn+H4gZ3sqK2k0F3B8eNtlDS10bx7HzVeJ+lYhszub/Pubjtluw8K3k6ebm3h8DOHaXJOcP3LT/gsx/80HRNZCp5+m+f3iF2tVex56QS79z/L3soGnnznecocezi0t4oauSlu0VZZt1qpRJZ4VLKmqcdzhTErOYyM2L648GKRm/J9A5uB1WZyL/mbcvXVLKsh5SJfa06OcU/lLPK+WaoMSaXfPN6I3+7CQ+2wCM6mZKyiV473KufWLG8l3VaqW6ccWWdAwZQsk9q/mT6jL0JK6jVw8c1SPGabXNaSco3T3w2bFlhz2y5pM+0rNunrWm6UXmk3wsOUOYS2mHmzLxhon9iMHkqv+ihshM9SGuWhsLRuI/vKQ/2jtFrqse5vFpSP8lNQu2/yE38ahoEh/r1Zt6TN110n/LStDIPHfjOMvBO2eyeQ6cRtJuQrxAPat00Z7FbJJsnhko8Ft9tNy64yrN46yoqc+Fx2qSugoqJwAc9RTUmhmwL3wuHW+dYBa6F+/z52te1jZ00tTQ3luGvrKbJasZs+ikqrqNvZREXDDmo9Fsrqm6mp3UlLYz07dzdRVLubxsp6WiWIq5Nz1SV1NO+opby2Ep+9iMrqGoFyCgu8FBSXUJyDMmoapL6yHJ/DQ01dGe7qVmqra6mvKKbI68Fuc1NbV0ppUzt1Ow7QtrOZnY21OEpaaSmx4C6poMhXRE1pCZX1jZQXFub4F+X4F1JYVk5x9S52VldSX1lIxY5GSipqKXMXyEpfHW5LGRXlHrxe69Zpjk1qYpigfRRjk4y2LbmBITd2vSFvax8Y27YB8orfRw8s9G0wjMeng2iWQAHdxOyc6VLq4XaEnP4SnG5H3fM65z2Q98D284BMC7ef0g9C49x1WL5u3mAehNB7KEN/ZK6/Cbz9179WGvc2U11devORx42LXYXS6sFT2kjrgcPsFzhwoIW6Uh+uVdCXVrtLqyVYq6GxqZGW1rqcjrfd000bpquKpvb97M3xb5OgswLfUkaPwb5FVid1FTMX2D0G9i43USdMarvNYaLl8vP547wHHrQH9GULCvdCbi5T4bQ8Fn1b77OBQIDZ2VlisdhN9+k1zjSRwJZttxmiN7fdvLadGXmFHyMPGIYhU8ZsDh4jsx8pU/Wy80gZdM+MuRHQ5QKje8b0wTAS1UmnQR/fWWmCYbFbMK3mg1FmvVIsDpwuF06HDUmUrpc6j79VPfCg9ZKOn5HBm5aBkE5n0P1sNiM3K1FEzsk3Ok6Q71wp5xRnKW46ESWRTJFS+hyftIyrtPASKqnLLZwoI4HsDZ45AbKfFX5KH4snhV5ukoJz20cFL8JtJ9dQkU6KPpll/z5kDXRrQMncsG8NqGtDEZ+kEwnSUqrJtxFlU2KL+nfZ2Wxa/C02prNkM2n0Z7TLMG5jta4KaadsJkUyJfzXRbgCsiqm9mWEl+6vgLKeKum+q17D18NnK+OmZVxpEKcwPj5Of38/fr8/1xeSySTRaDTX/jJMbzMjKw7KCL3yWBi3WcHNIk2Qw/261MaQ+kV8LfUH15kkiXiCpIzxtNQt8EmL7AwZIc5IOyrkmIkCykVGvhwKLzmfFfp4NCbXCKFRfnJma3wyZKVPJ/QlbwtKbw218lrkPZD3wH33wBad2d93u+8qQBYsMEwDyzaMLHRxUFd5FdQG8lveA4+VB2Qmk04RDgWZn58XCBAMhEnGIiQlWMmkZBKmk0Gd0AteUhZAsvEY0VBgATccJZGOMd19jp6hScang4RyfOYJBOYJx9KkgxHiMuGMiF+zMsHTCaiWyORQIR0LMtt/mgudA0zOxySwE8RlHxFPWoIJmX8tO7PGw+Ao07MhZqNrxF8HWnguTDxy7/79hwZ08zJhn5fALrmSHolpmcwHmAlkuOV0coZAMMBsIEY64mdaHK6B3S04mzlIh4iFphieSJGWwHEzrDQro9dbzRobehHeFDOkP6YI+iXoiEsH3SSvrUquAdy1a9fo7e2lpqaGeDzO9LT2BT8joyN0dXdJ5i4uIdXtFsRCIQI3x2VAxmWScCQp7ZgRIAc6JhfGZpJ4NERQ8AOBEBEZw9ngEN3X+xkYnmY+EJSxP38DQsSSccERfkH1vV5PkjKGs2Rk0GZkjKcTcTLhITrPXqB7yM+88Ltdw4dUI9euZHicgdEEcQnsHpIWebF5D+Q98BA8kA/qHoLT8yLzHsh7YPMeyMpKekImvPr/ipKx5UvlMhGjn+6uATo7AqSC00x/+p/4Ykz/59RvuHjhNF/19BO88vf87aUUPZ+fZmBshElkLT44SeTiL/giVknSZsNpTRMfH2Xi9Bd0SgCXEJzJCz/n/Fefcmk6IUHBMJ/+5/fomvRz/dSnXDz1GZdDMUau9+Hy+Dn/0R/ovNTJ8mDGkKuvaTUka87tm04ekwmigQhJsTOZTEtQGiMpk96UBKbEI8QGPuZC/zDX/UlS8SjBcApRj5RkHpKxmOAmcpmtW5inkiRjUUIxwdUTiZhkQ2QCO9LN5MVP+V1fRCbHEeZlAhyVQDcjk9e44AeiSTJSJhIp0Ud8pHzCQaIyaczEO7h84QoXL00RlyA1m00SC0ZIJNIyCYZMKkV4corO3/2CAQm0wyp3EXIKi8wZoe8e4NpwhKwE3EkJsKOJDOlQH5OTEwyMJ0mE54lo9iaelQm28BU/pOVY5UVVnvgooyA+ikcjBMR3CfGdZnMyEgkK+qLUhTKdICET+6HBK3x4dY6E0EQiUpfMkJkZwn/hD/y6J8Kc6JGRSX5cfBqR/rZAfP+/nR4L3iI7+njx/Zf2cCQUFBRQWlrK8PAwkUgEPZ6YmOD06dPMz81TXlYtC6u2FZXLAsFrHQxevkIvUQnirvKTf77K4OAlzp85wx9+e0mCvmF+/x9+Q8/Uec5eGZJrQRCyMQke+3nvF9dzfdnnsWNm5gS3k/ffnyQUkkAu0sk50eE3H/WRSoTg2t/wkzNjXOm+wpXLZ3nv8wHS81fpi1UQ6/49nVJ3blToVtR05crFfh6R/pWWfpWR/qVBbVT6H8kIofBCX0Qygjq+A4vju+NzGWsdnJtIyPjOkI1FCEq/1QUrxU2GxhkfusCvzs0yLzQ3pctYy0p2X68pCVnYyqSGGOq5yEcfDuX8oFfMm7j5ncfSA4ZhPJZ2P0pGy7TiUTLn3tki1z8igRQD14Jc/myWy5+uET6Z5dJHgivlmmkWeX/iF1o/l5fSyv4lgTXzEtxrJ+UGNZUgMJ2k/5LoL3Wr8tBzHy/TV+s+WqbHoo4bKC99LHYpCN/ldui5iyLrkuqwVt7CJ4cv5U1+sn9J+NziuzXyy/lG6G/yWk4n5xblXVI7BG7iLjl3s245/Y3jq59Lu8wkmZWbcd9laRetXwf9cv7dXwWYHomS2WyG4d4NmwfLSe4/FgmKHE4TLb8WnjuB06XTFFMCCwdOu0l6bpxAPMWUf5CBwV56ewYYHrhCT88YoelOuq+e5OzlTvpk3FtsMYav9stkKYPh9OCwWrFKAJH2eLBZR5mSYGFkPEF4YJh0cpiJ6x30DA/Q19NLf+8kQ9MZibviWBwW4qEYiUj8a/UW90TN3D1UysWqhTKDf3iIq59/woAEOx9+dp1Lf/g5Vy+do2dykvnJc3xwcpiRkT7885309HZz6WwH02Of8+mVOTo//RVXr1zK2ZFaynu+m/6+bs5f6Way83ecGhnko08u03utn8DMuGQrppmSyWEq0kdH/wRj3V/R2/kFP/2yg5Hf/w2f9Fzn81MX6b3eyXRokoG+Ps7++iP6/UOMzweFPk44MEPX6Q8ZnOrnq6+ucO2Lj+m+dpoz4zNMDswQkaDw5tQ3ExbfdHHyoyuMDvUxI1mUSdFp+OrnXJie4drHpxicGGFGAqrgzAwz3Zfpi09y7qsupoYuMjzax+nzI3Sd+Uj8PcjZM1foPPlbrl7+jFN9oyR7PubCeIQ+8cXQcC/jNwWLl2VC23XlGtcudTEr/WI6mCA0PcRE/0d8JYHClb5ZEoFpJiMpUtOXuNo1yDXhM9F7hu5ZpE8Jj/v8sVgMLDYDwzB4VDe73U6hvvRKgruOjg5mpJ1jEtxohs3t9uDzFmC1WFY0366P6csZU27WWbcDhy3M9HSY2MwooYFeBiTLd22ii+tnhumTAHGg5wqXPj/L6UvjBKxOrHPX6J0KMZOy4fRYcTizRCMOnE4HmfEQ2alBoulRrgZS+AcmuC79f6Srg/6eHq5Kv0ylwkSzdoxkgIQsqoSTa59OJUTH0atf8snoHAMjIaYvfsgFGd9fjYwT8nfy6R8GGOv7gnMdg1zpmmZ2+Ap9He/z2wuzzIxPMi9Zyrn5CeaGL/LB+SnGL/2ei93n+ehMB+e+7GTWP8JEMIXGh+Ki3CebkuvQdB9DI6f5/ckeugcmJZCeZ2oqllsMyiE9sl+rG6Z9LQerozwWZwzDeKSvNY9FI4qRa78KCfLj9MkNcpksZwUycmXMrQDrKvDdQFbAEtGUrJynZdFsfZCKZ1DajPC4KW/p/t1ky/mUrPglo2k0i6E2ZGR5+hZ+gnOTt+4r/0XQY4GUrLAnhMcd6QTvFj53OE5E0jl/ZFfAScbSkjlIsy5Zi/pqeYNnTmfhtS4+N2hzdizhlTtefk7PC6i+aVlZvYkjdTmZWi6lWWlfsgU6G8xKFiar7aI4SrcIerweEB5Z6Z/a1o/T2Fy0VW5BmKaJ3WVBM16L9bnSMLHZrNjtDuw2BSsmukWZTRVK5m6e9PwQ12PVlAUGc89qWZxu3D4PnoJinNX72FvtISNBxqx/lrhMPu0CNocDy8xVJlJ2pueSRPuvMBObIllVzJxMIoOpOGGbh/BElGwyLNmGDGVNTZRWV9yQrzrcDRJM+4N09YWwywRzXoLFicF+5iNhkokgoaEOBtIOshYTS7SPkdFOzvVP45cJ8ZyMNb9M+iKSVcvaLLf8LjU+dp3B/k46x6aYnZ0jHJdANzDMUF8/Q+PzJCVwtTjtWKxZIhqIzgwwNzNMz0xG/HCRkWiW6akpQlPdMnnu5XLHEKOXOpiIJ4hbHTL5TkjWcojzJ6VOsi0zc9MMD4wwNjpD1mFH4luZNCyxXf/n5MQlrszaSRl2oU8RmBqh9+JlRiSom54J3QwCDckwGNEg/pSVzHQvozLB7p8aYjg4zIVTnblsnn8uyPz4FKH5OSIizO4KMTY0QE/PhNgb45afEc9cY3gmwGTCIcGAhUw6zlTPVQkUr9I9PM6YLIhZrOI/p424BJA9sgjQJ7zn54PIusASI+7fbiqVJSn3hIyM8fsn5eFyTspCSUyCOMMwZJFihJRkdSsqKtDsndZbLVaMVVS02mzomHTkxqUdaS6EDcwGsVojxI0IfefGcDWmmIpCNOPC5fXh8/hwO4tpP7SbCucME9PTDMyDwyH8bA4po4wO+IlIsG8YE3zVm2B02kF5Yg0TO90AABAASURBVJCx2QgTcwkqMpPMyHU8EvATdu2guLyG2oLVNL3dgMBMkJHeKdISmNplwSkl4yoYDksQGSA5co6POqcYHpvGHwwzNT7OSPcl+sa7udwdJBoDi9ieCfvxXz/PV/qI+OQ0gZGrDEofHdTA1G7FWCY2LeMn0HeBjpEhLnSNMTUXleumjHeL45brxDKy/OFj5oGsLJI8Zibfau42PzK3uf73TX29OTi9Fmpb3Ow+6mP3E2uH1sNeoRFYB43ybz3qpfXI7XLajt1ep/grgvDYsc+Dr8SKt8hKfavoL3rcicdt58Te1iNesWEdckXGivpI/U1eK9khsnaLzrfpIHSr8dP62/CVj+p8FzqlXQ638VqBx00cbR/RdymPm+dWoFuKt0v6hbZJYZntZrvo+bXSK+5S2LHXQ3GVA7Sz8vhtmofTG5DMrVjxRze3uUQospME2UGJ3UmNN86k7zh7syOkslZc5XVUlRbhk9lQ0l3PngNVxAa6GR8eJYRuWbLZBDPXR0jIBNHnSWOJ9NI5HiZ79Emc/gDeqkIcdWVkJ2fJZtIkYtLW+2Ty2FiFRVmsCTIS5FhJmIW4rAUUu8Hiq6aovJIKuSYRimAtcsjEzi5Zgiix2ByzyZQEQCXUVrpwFjdQWl5BleDYlshLxiLEZCIYEdy4rYH6wmKaq7JEJLs2JkFkSoLArEyyU85SfBLcuSwZ7A4XxSU1FBd5KCisoaRQAl9mCc4M0T8RRqIOooYd8SxGJiQTzgCz/rQEVjFcxQWYTh/ZpIVCh4lVlLmlq6YSZCNzJCQbg9WJYWQkaI1Jti9MTIInS1VtbgJulUUmI5PFV1QERgWt1UlmRMZ8LEtldUrkpUReFFdJGd6Ceop9NdTvrMazcy++iTNMJ53gqKDSwtdbZJ6UxSTj8GLKAkAmHWW0bwB/KIH+ZjIliysWmRhn4nHxT4CI+C2ctpEWPqVuMLj/mwZzaVkIehQXbVISvIUliNHf1Gl2TsexPnrp8XioqalBA7u5uTlikgHLrHOSmZhOSXP7cDeVkezJsv8Nt2TNM6Qpoay2ippKB5mwQXHLUVoc4/jHh7g2lmRhy0K4h17JcoUcBfisGSavDNIXKeVQRYKkpxKsJRx2ztGXgHgsRrrkIDW1O9hRvMBhLd/xlIVo3EaZLD44HdKbLOWUlFZRW+7AjM4ynQoyG/VRWODEmpmXTPYE8ymTqCy2YDUxjCzJSIRQYJZI1E/ArKbYksEr2caUuwCLYV+mhuKHmO7pYiSQkT4eJYXKtWCVa1pKxlduEC+jenwOjcfH1DVYquNxDWh5lC3oAXML6rQlVDJMA4fLpKDUKjcCO+W1jjVD7S4XlY3O5fh3Pa4SmtoW113x7qSLyq1pduJwWwRMCstt3Al/pXOVDQ4JZkWPurXbvBKfxTq1qappZX9U73BS0yyy1uHfRb5LS9W5Zufm+SzludJ+tfhWfbzSubvVldXYsUuf0rYplMDubvh3O19cYcPtM1nl6SQetS2RSJDJZJaYJRMwmYnkJr26u+TMwq4VqyzfW21ywzZNTIcbh+nH5immqmoXbTvaqK/dSa0lSMwxzfUrn/PxL37HR5+cZWTiAicvfkV31EXaUoDbYsEik3xrNkznRDUtLQf45mtN7JH+0NftxF1/gNqdLTS3NVBZYscWj+Ao2UXr3laqiz1Isy+otKZvFxWuFA2uK5y68gED1kaJecpEByvOQg++uhJmvzzF9b4Zoq4d1BTXsCMbwjAzgic2Ox3SJywgQWUqEUMzHgq2mloKikrxRtPYMLF4ppmI+nAYNgq8GSJGgmB3P9PRLOI4sdeF1ebAJZkE0+HBYTGx24VSMkgWAWepj5QZJ55wkY1OSWAVJpyq5Wi7QVxoEtYyqkuseI1hzlzulkyfJ/f0Qjp+QyfTRbK8laKeTxi+3sdcyKS8soTm5gJCkglN2i3YnF6ykRiR2VkyVjtOE7x767CUNlNqbeFgcT2H2gyiNpOE1YVpd2O3WrHgBKOZ8rkLWMrdJItLWOqLeEUbztAk0evnGBj1Y9jjBNIS0Gft4psEcVuCtDVFqKuPVP0OXMLXHc/KOSumsNb5MPd5s0sg7PRYsYht91nUA2Ovk0UN6AKBAAMDAwwODubGdHt7O08++WRuX39XVlhYSHFJEYHQLJlsCsNYWUVT29pmw4qBIf3Y7bIRjnlxFDbQeGA3NfurObSjlsIQpPovcu3Ue/z8/d/zSec4XadOcuHqpPQ1E58ET6bQO8Xn5nAHNOyn/sSf8tTuPez0n2HQK/xalVcr7VWNFBfamYy5Kd+5j91N5ZT5rKxnKylIUlE0zedfXuTTc8PMRDOYaouvDGfTQQ5mA7hlPFqkXyYtNpLpAipEgIwE0l6IzfqJxtKYTc0UheI4JINtbWjFa0ZJX/uSDrk2GI6s9Pk4cUntxaJRWQtKMh12UeJLYsvGSaQspFIxiHQxF8nwCCeEudMml0lWv4fcifLRO2cYxqNn1GNmkdwiHzOL12puFta5QLhWznm8x9gD6WSWRCxDSsrV3bCeMwaGYayHYFviptNpvvjiC8bHx9F9NUKtVjAtcrTilayFtvYd7NtXgK2gksrX/4oXm17g7WdbaH3mSSp3PcXL7QW0/OCHPPnOv+XHP/gr/urP/5hvffMEzQ3P8cZzb/Pnf/EmzxxuorymjupnT3DALOKFb75MS1MNntKD1B/7ET/65lu8W2fj8IvHhe4Yx3bt4Rvff4p9r75BpdOFXdRb38egRALOo+/+S9589of8i1d38twbz9G0cxcFjmqKmt/hL3/8Bid++D/z/Ze+w5+9+SJv//G7PHnsOO2yiLPv2adpatqBZWaA7lM/4b2fL8Dvewop3vUS3/nOyxw6doQmRx1HnnueV4X22de+w9H9b/Anr+6hyVfJ8SelPP4dWg++xg+OllPxxl/xQmMJTz51lJ3Hv8+BY9/lx996me/8D/9nXt7xJK899yLPv3yU9tYmDn7zL3nzuRO8dKCetmde4uCrf8qP33mVH/zP/5Z9sV66Pv7Fgk6/P8MXY/W886Pv8cK3/oo/fvM53nntSVpO/Bk/PHGMl47ulEzcUxx94igvvX2Ewr0neK3SwOfex3PPHeKJwzX4Kpo4/M1/xVvHX+SlA7W0Hj9Cw76DtGQl85KcYTZ5iMbqUgpT17j6+YIf1B8fdvioP/oab/7wX/Ham3/Of//2ft750R/z3Ft/yb94+1XeeulJSvdI+7+1j10tr/Dma2/w9rsv0r6vlTILaL8jv63LA1m5oeriQk9PD/rGSw3uduzYQVtbGwUFBZSWllJSUoJm8PSlKW2726irrcEuQdtqgrz79rLj4AF248ZqPcyP/uwwx/7F67S3H+J4XQPPv/4cjpKXePuFE/zFv/tz/vJ/+rf8yz/+Ht880sBBadMXf/Df8YNXnuS5hgoKCvdKG1fiPfxHvCRj/kiNg4od7bzz3/05f/H9Z6hoepXDe5o49kI7jc/9C76x5w2+cdRJRQHr3pzVu9j14vf5l68+yzdf2En7my/QuquFJksRBVVP8sf/5tu89NprHGlu5fjTx3jjR3/By2/8Bf/TH++l6ejrHH/+OG899yR7Zcz+t3/xOs+/8QxtDUd44fnX+O6/+gte++Zf8H//Zhr/uT/wm3/6CT/5p1/zRccsxd/617zz/A/5H/7iDV44cpRdrU/y2vdfptxnwWqu24xHgsCUeNywGOQHNblNx2luJ/+1LT3wmA7jNbSVjPE1YOVR8h5YlwdMq4HNbmKRcl2Ejyny1NQUV69eRTN0OvHTf06s/6ZA/3/V+MQEuqqfTkn2Th8fus1HVqxWKzabDGbTxJSsj8PiwGm3YrXbMa12HNIOVpcbu5xzu7x43S5ckumyKp7DidvtlEmlFdNiwWJ3SKbGxJE7b8EwbVLnxu104rSAzWHHarFjt9pwuuxy7MRiGBuaK+iqvd3pxqkZIodV9HPkbDEMi+jtxCN6Odw+XA6XyHeIPNFTbLKZBja7HYvFiquwirq9L3JcAi6Fo+2N1Jd7cbkcCziGRUoHDpfQOlzYbE7hZcNqWrDnfOTCupipE/84LKbUy3m7S+hErvBxeb3iQztOh/AR+21WKzaXB6ddjm0WrFLaJEPqFp+5CsS/NfvYe/jZBZ2ePMaxliq8Prfo4BXZDpwOO1bFl9IhOpgWO3axx+G0Y4oumqkzDRsOuw278DdEV5tzqTwbFpsNKyaG6aLl1VfZXV9NXXkTTfu/9sURkVtVInRuAfGz12nD6XZjF16qq+ph2m74wyp6aRuLDTabcia/rdMDGqhpZu7KlSvo7+iamppk4aGJoqIirNJnTNNEob6+np07d1JeXp6rNwxTcvEGEg+uKNGQtl5ob0PO22S8Sr+QsWG12nBYLDikzQzTgVP6p9vrxuPzythx4ZS+Y5M2dUhfdWlfs5iYpg2ndDDD5sIh7WyzGJjCx+kROhnPptWBzWbB7pA+Jn3UKf3DKdcW02Tdm2GxYpUx55Z+7XJYsYmeVvGDFdHDYsflER2kziZ1dun/2jcd0jd9LpEtcu1ij1P0tsl+7logfPTa45B6l+jrcBbgc1bScuxJnjrxIi+eeJanjrWxo9SDR/u7+Mhhk3FiteOUcSyXjXXb8KgQGOgf8s1jvxmG8dj7YLs7wNzuBtxP/fP9+3569/HkrX3KtICRH3msZdOsnE4IJycnqaqqYm5uDn1Lnv5fq8B8QPxoCsiNyBBYC8PHCMciAaG3pIbq6gWoKPLglgWFh+kCi7uY4rLqBZ0qyqkocGLel7aTfmH1UFZXRaHbJQGjj4LSBT9Uiz/KC53ohPxh+uJBy34Y8nTxZWxsLPcSlFAoRIFk5HQca9Dm8/kkSLLdopZbAmutd0rApScMmWobsqMgRf6zZg+ox1wUlFdSKdnOmtoqKsuL8FgRj5Lf8h64owfy2bo7umdLnzS3tHYPU7kskh0QWOFBc+3wyWSGbCZDRpYQ5YPWZVJpMsk4iXg8l0FI6Ou7V6B/mGZtTHaWpNgUCUWRnMjGWKxIlSaZSIq/0jfPJoIh4lKXytVkyWbShOZDJMW30iS52vzX4+MBneR5JRukQZxm5YLBIKOjo+gLFjweT241P5vVlfx873h8esUaLNVAUTIeNs226Px2DSR5lHvjAb0XajZOs+oa0OmLUHRxRrNymonTxyw1+2QYd28YQ2coiqZwb9TLc7m7B/IYeQ/kPbBNPaCXzG2q+v1VOytzxEwmS/q2oCyde/HA0NA86eg0k9MhAmEJ4qIx/NMBUrEQ4blRJqb8zARiJPTRsPur6rq554LRdJqMBKVqJ2Jnrk4Osjf201IuMM6SycSZm5phpG+MmNBoYJeVUm/eOZD9lPgpmwkTDIQJh5PcJM8xER7qT4Ebh5CTFRPcKMFgUo7lIzr5u3qYmptmOhJhXoK5RCLMYMcA88EISWG6yCLHZ/ErxytDWs4v8NVNYpcQAAAQAElEQVT9DDn7RDetXkR9lMoFXyx8P0p2LbUl9ziRy5V7oUJnZyemaaLBnEvqyisqBNUko31vG7pBuq12V+n4Ykb+k/fAI+CBVCqF/h5OA7nh4WGmp6fRsarBXF1dXW7fMPIR2iPQ1HkTHkEPGMZ6F0gfQSdsc5PyQd0qDWiIZ6xWA9ttjyvFGR+f4L/87WWiwx/w099c4MzVIUbGhjh5qjfHzZj5nItd43RP5A633Je+CjkqGbFIRILORDr3drl4NEwknsxlGOPhSC5Q1SApk0kQD88w2NnNpZOdTEmmRAO7RDQqGba4ZNCSJMNh5iWwTUcvcebUVS5cniH+dfINMinhq5BBg8F0KktWMn9JkRmMJAjp/31LiWwJCLs+/ojuwcuc7rzGZ59dlMBumssfnKVveJK5WAINHm91aJZsIi46RgiGE7IfQ20JSlZRM4vJWJRQXORutUn/vdBHeGhgcKs/Ho0jXSxIyQRR35I3MTEhiytp9PGtffv20dramjuemZ5CH2W1yhiVe5EE8dntBTIO0tL3U4ltpreskmTycFtfy8o1Lzceb4zLzfsIcvy2yZDWMau/d+3u7s69CEV/I6bjtbm5Gc22b9gM9aesJMr6nPic+wSLY1D5L93X443B4r9a0Ta8tS9sjN/X9i/Vb3Ffy/XyVRqFRTrdV1g8XmupNAprxV8JT+mXwko4C3VZufbkBob0C31SasEva6NdwF3go/vKS/ttDjbcQfOEeQ9sHQ9I6LJ1lFmqyXbZr2VAAo5hPusLY8gM0+YpxFfoxectxONy47RbHrgpehPRiaJCVrIYXysgV0ESnHnvfU5//gc+OXuWv//P79H1/v/Cfzk3QP/QOc6ePsN7733ByKn/yt+cD/L5P/+SMxcv0BGIMjo4Ruff/g1XohEu//Y3XP7iH/joyhf80/t9zPb3M5+IEE1mZML9tcTcnjnFpQudXPjwfYYv/YJ/fyrKtV//nIudv+NkTy8XT12j/8N/4B8HpxieSkmwmBYeaZJJoZaAkNlBxkbO8ctPLvHRV5NSueQze46vzp7hNx/3Mdt7hfnz/4H/zwcX+e0//B0f/+4n/M2py3z0d+8TjcVR65dQPpRdNScZy5CWCf2mFZAFb8OQr00z2noMdKVfX6rQ19dHUVERb775Zu7NeBrY6e9tvF6vZO+GcnfnvotBzv56hi/+eXJT8Nk/TaCwGT6f/2SSRfjkHydy+6vxG+4MSwY8weC10G16fy62KCzSfiq8NqvbIq+l5Xr4qny1bZFe9Vus+1x8p6DntF75LsXV+nsNKlvlLOf7+U8m7tqOSqvw+T9N3uZ75beUx6f/IO24Cp7iLsKp9ybxj8aYGopx9bO5XNurjMXz6y3PfzDDaHdYBudWuHKJGqt8dEKswZxm0vvlPmCz2dBgTl94omPVMDZ3jQrNpeg8G+TM+/77Bl/+ZpaTv1zg/8V7fr789SxnfrtwvFG5Fz6ZZbQvin88wenfzvL5z2dQOTm+m+CtPE6LvspH9z//uT/HX49zsEY/fflrPwqL9t1i9zr0+1J8dfIXfhb55HRQeoU16qL+OfUrP5//bIZF227yW8bj+rkQs9NJJofjnP9wPif3lLTdF+KHL4XHLXSqg8JSHnqsIHWn35/l2pcBZicTck+WlYNV+vjjUm0Ymxurj4uftrKd+aBuldbRVZyEZHjiEVl+XQVHq501e6i2JbHN9tCZAA3sLBYTi2liChgPY4yITNMKpmQajdtaOEskYsHirKDUaaPQP8BQuIDi2hIKk2PE0nGiNfWUNHlJDF7hyrADq7WcpiI3nmyK+NwsMVkpi4WCzPf2E/TPYt1ZT2V9FV6PB6fTK4Gsg1tj2SJKUn5mpkb5oHua7OgvODXtwOEuptyeITgTpm/UQmt9BRXFVhyil9XuxOW043RYwCP11dUUO01sEjiyZAv1DUogmcCxo47yymLc8SlwlOKy23A5HFhcxXiMkFBsjYmRYQGLzcS0GKLT5j7pZJak9FF9/HBznLYGdUoyc/o7nOvXr+d+N+eQ9tNHtmpra3MBnT7CFZRMseLpvmYA0hL4+4qslNfZ0f9VuBkorbaj/0twMzyqGu0oVNTbKamwiU6r6+UrtuDymBRIn18us6rBgcJifVm1jfLa1Xkt4q23LK0Svmv0XXWT6NToEJsWoKrBfkMnsVnPCSzIt1NSabsnbbLAz3FT5tJj9Uep+GVpne5XiY6qq+6vBnq+os6xqo5LeZSs0UcV0mYOt4lToLjCylIeq+lxp/rSGhtur0Umm1vj2sWyLSM3yXA4TL8Ecj09PehxZWUlOmaLi4ux2+3oPXAZ2ZoPrTYD9WlVkxO704IuUt4v0IW2RDSdk5G778u+lpuRBwbeQhsFJbYFvrKYl5LMfFxKhZRk6DcGGZLCJynX/5SUiVh6gb/cC7Q+tUG+ei9R+ng0QyySyfFcCy+lWdQhhy96Ka/1+C+HL3KVRnkl72CDw2WRseWUa7UD3VRmXPSNhtKo7nqsEIsk8U/PMz42RXA+QiKeZnpqlqkpP6FgROzLoPdQm8NC7U4XpVUL/HiMN8PY/LzkMXbfljDd3BJabEEltGubpsHdJt+mr5KqmhoaK7zItYatsN3UXVt3pUGajBGYnWYmHCVhL8FrlFBe6sVdUojTTCHLYPglY2Yv9uG2RAgHppmeD5EUXpKAZHLgOn0jIeZTVsl+JQlPjzM5Mi3HNtKJeaKhWeblIvu1L9xUlWbxlhYStjTyRMEwwZJW3IWVFGrwZmawZYNMjk8wF06RzNqwZZJko36G5xNk7AUUFBZT6LKJfreuplkcNjKpKKGpCaYm/AQyaeyuAjxuN263F7fLh9cFojpbYVM9TAsY2jZsbjMMI2eXFJtj9JCp0+k0+pilvgBFQf/JeMGSt+R5JStnsVjQt+ZVVFSg5xTKystQB2gwVr/bxY597rvAnc+3HPCwU2BzfDyig4fmfR52HfLmytX4FVfacRdYUf1Xw1ms33lQeO1X3m7hf+9A+e7c710jz+XyPTl/qa07xN4FcOdsbrlP+u5Y0sbN4o+WAyvp7hF7FNxSrgYelL551fZWegU3a7Wlqd2NR9rTK4sMVRKILOi6wGNh330HfW4/V9fiprDMJl3cYKtt+ru58fFxyZYPyiJhJDcmdWyWl5fn9vXRy83qbMrCl6fQSrO0sbZVQ5ub+wWNe9w07fXk+O+QsmmPh8ZNylMerUd9tD/ly/FSGxqljyzCRm1ZSt/Y7sn1Y+W1Xn0bb+iitAo5u2/U6TmtWwso7qLvluKvR58FHm70WtKY870r1xZL+S3uqx/bjhWw+wnxq+ir9U1y/dF69bkeKzS2eWiQ8+WNBlnXFJHMAPbCeaqarVQ0mli8sziKg4LjkOuYl5Iq+2a77CNBr5l3hUfCmMfQCPMxtHlNJuukW1cKbY7lLrLg9rhp3V2K1VtHebFTLhCN7Ny9lycbCoW33ICd1ZRKZqvQLYdb8ZOKE4sGSDideNoOsqOujjKrFXtpK5WlpdQRJR4upHH3Lg61eyX7liXtdFPZ3kTdvt14YmHsZTWUtB6kpqqGosicBIlBYqkiigrFP44I8xI0jvYPMJCDCeLeAqrb2jm8az8Hd7ezp70Rr7eCoqIymneWs2NnEZH5ILaaRgq95VRJJFZS5CSacVKzqxaf20eZ+NpljzGR4zkgvEcJF9XKRKoIT3iOYChJvLSdplIn5TW1FJdXUlPolCxkDRbTwlbY9NFYiWHI/d5ikwpZrGC1mxiy+LBJVg+NXCeH+u8KdIKoj3AZhpEL3molO1dUVITNZsvpZhiG9BcvmqHTLECuEgPTauAusFBYaqO4wr4pKKt1UFbj2BSPRR1KZIJQUS+8JHBbrFteOj0W7HJ9cfssd5VZfg91W6qHZqs0qFxat5790uqVbVTbS8UH6+G1Xlxtq/I6kb/Bdi+ttrOqjkt45mwR3LvpV1Ruy7Wnw2XiLbLetU3vxs8nPBxOE1OCG7bAphM9XXCZm5tDx6y+BCUej6PjsampibKyMhwOxz3XtFIyoHW7XNxPaNjtRgMCldEkAZ4GGfVSp8ebAeW1QwKOulZXjn99qxuVpbBRvsojB+KT+pt8Xai+Wr9Wvjn8JTY2it1alwuIJBhaKx+1pUkCsaX4ykdhad2d9lXvRglQmySgVn514qc74S8/1yS66wKN2rB4rlHmLq0HS2neW4jVN89svAdPWZyKBgu+yiTWggCldVDb4pSMvQOX13LP+26eYd4DD9oD5oMWuP3lOaisqOD739+Dq/Z59reUUF/mpbKqnqNHdiyYV/QE7Tsr2FGxcLi1vg1clU3s3PMMLz37DG+9vp+KF5+n1e3GZ6ulZd8TvPTt1zj66uu8UOVg/8tv8tzzb/PdN1/kW3/yGrue/x5vPvECP/jL7/DiS2/xzJ7jfOvdZzj8/GEaCpo59sxTPHGkGm9sgMtffslpgS+/7KAvXk15czvP7i3HuuNNXm13UemrY0dzHQdf3Eu98P2jZw7zzf/2exyT4O9gyx6OnXiRozt38MIfPU99RT37dpVTWRyjI8fzNF9+eZneaC1NB47z1ttPc+D409Tu/yHf3FvC/qefpnXfEZ5pKmaX2Gm32yQEePgtIYnEhcc+bvmt48PX60FqoJPDZDKZW+EfGxvLPb6lj1XqSv+ePXtyk8PFYO5Oekmcx1aZ8N5Jz/y5vAc24gF983IymZEFoIf7+KWOV82mx2Ixpqam0N+56r8UKZBs+u7du6mpqcEqi4IbsfFRoMnbsHU9YBhGrm/q/cRut+ceEdYFRF2U0P7b1NR0c+Fw61rx4DQzDOPBCctLui8eMO8L1zzTLeoBHbB2nnjjSfbuacR3v7R0lFDWfJRXvvsdvi3wne8+xxGJcIs2La+QiqbDPJfj+W2+891XeKK5jBLHphk/MAYWK9hdptxotC14LDf9h8RDQ0MSlH+JrvrrjVVfrKBB3WPpkLzReQ+s4AF9UsThtDz0hQsN6HSc6otQOjo6chnzXbt20djYiMvlWkHzfFXeA1vDA9pvh4eH5X5r5Y033sgFdV1dXWiGWV/k84C1zIvLe+C+e8C87xK2qQDNqOiPmaOhFDzchdJ77kG7x47VYbmPmSsDwzSxyOqtruBarRZMU+o2bYnwMO8H300rti4GhmLnvnTn8QF91HJwcBC9qepv6PRFJzo51Me2dBXVMB5Dpzw+zZ+3dBt6QDNyGszpi1DcbjeHDx/OPQKt/yvSMPLjdRs26WOlsmaXdVFC7zP6Ei7DMKiurs5l5/Rfb+gTI5qJfqycsoqxhmFgGAZ5f6zioAdavXFh5sZJH21K6dsSlBjY7OIi49Gy1dAASw18tMzKW7MFPaA3CP0djj5mqY9t6e/mfD5f7g15mpnTfX00xjDu8SCTVZlYNJr733ahUAT9n4ypRIxUJks2ncmt2Or/OMoKXioj6zbJBPFoRPAFNxonkw70lQAAEABJREFUmUkwP9zN8MQcM/MRoqGQnAuhb/uLxTOkwzES8QSxGz7XiYPaKoxRSCciBEc76RqYZDaUELk3ELdAkYrFCE1OE8pmEdO3gEZ5FbaSB7Qv66KLjlcdt4ZhUFlZmfutq/5+zul0Ysri2lbSOa9L3gMreaCwsDAXxGnwpk+HlJaWoo8Ma2Cn2ToN7EJybdc+T3676YHcvezmUX5nO3lAIpbtpO6D09UQz1itBlYN6h6c2PsuKS8g74EH5QEN5vT/zQ0MDKAr/joR1EmhThA1O6eTQ8O4x8FczjhJrUuwlkhMMDw8weBggOj8HIHOL+mZjTI92CH1gwxM+4mNnOfL4QxT1/uYmJpiWgK1RHCO2NAlrkxEmJHgTW/+ETk3db2LQQmIIqksgd6LDPR1MxBOk4jNcf3kZSaDESb7ehnp62MkHGHs+lX8wXE6L19nbGSKdE63tX5l0YAzGUuSFlt00pFKpEklJQyTYCwdj5HU4FRMzaZTpBMJOZaDdFD0GmFyKoD+JutrHsJPRGfTacITUwxdOM94JkNC6hY/2WyGdFL4in0Z2Y+Nj4uvRhhLiMxFpHx5Rw+I28TvSNvdEW1NJzPpbK69s7IQsSaCTSJlpD9oNl1/bzQyMoL+zlVffKLjVSfB+hskw7gf43WTiufJ8x5YxQNerxd9I6vFYkHvN7qQqP1Zy5KSEvSnANrXdbFR/1XOKmzy1XkPbBsPSOiybXR9sIrK/CgpK/KBmSTTIwmB+D2FqeE4k0MLPHVfYXpk4Xi1cuou5xfpZsYTknVIC2SYm0ywFt6LtIqrsHi8Wqk4i7Aazkr1izasRqs+0XMr0a5Wp/gKy8+rrMX6jfC9jZ+0mfJbhNXOL69fPJ4ZS+TaJBbOMD+l/Sqe61OL/LRcxF1LOTuZlAxS+n49Hbzh8aarorr6qW/H0x+la6m/vdHf4NTW1qKPbm2Y+VJCGaNZCXB08ivFkjMy8ZRVGat1mvExPyMjSYxEmMCF33N5OkJ/x0kuX7rI+c4+pq7+hl9eCjEiQU53r2TWZuaYD8yTHD7HVxOmZOIsOOwWMoEAwa4uRmw2smaY8YELXL7cQc/IHInIEF+99xGdI+N0nv2Ky2cvcXUuyfTwFE5vhN6LVxjpHSHF2rdEOMjs2DDjc/PMhf2M9k0wNhYQ3YIEp0aYmJtjfHCCOdE1GAkwMz7BSP8IgcQUFy/3MDTkJxwMMjsxzPSsn5HhaeE3wvTUJAMDI/R9dSkX1H2tU0YCuiihqSkJTIeYDoaZ7u1juOM6ffH1haNrt/LRwpTuiPbHrARjWm7WOg3K05JGzjyAoE4XLuakT01MTORehhKTxQudDNfX16PZDbvdvllz8vR5DzwUD+hPQLQP6+P+mrlbGuDpYoVmpTUjrY9n6r3roSi5RYQahpG7hm0RdfJqbMAD+aBuFafpRDEwnaLjdIiTv5jhi/fuLXz+8xk+/skUWn7202k+/9md+X8u8hVX4W66nH1/lmmZyPpHE1z+LMBnd+G9lJ/y//zn03e199N/nkbhc7FjKf2d9tUGPa80n6jNK9B+Ij757Gd3l698FkH5fb6SzsL/8xvwyU+m0f1FmvWWSvuJ2Kyl6vep6L+cx2fi55XqF/FO/cqPXwLuicEYV76Yz/lY+alu6/Wl8jz/0RyjvVEyssK+Sjd+oNWqh94UNSvX06OBxRD6aOWBAwfYsWMH+pscw5CA6x5plZVwNitZpUQsS0bKW9harLg9TrxeH16PD5/XiVUQ5JaFPx5hYnxMfDdIz7ifyFA/6cQwfVdPc+ara3SFbTiryohfvcr8TJSkzY1L+BR4vLgLfLjMHiY95RIsucl29ZBMjRIJztDX38PA6CQjE0nhL9ktSdukDSdudyEuu5O1X2wzTEvG7/zv/8CVeT9901f5/U9PcfpsP8MT/XR98ks+m/Rz9jef09l9he6pQS6cucynf/9rusS2oAQVmUySqaEezn74vpzv54PfnubCb97jzKWznJ0OS8AnzrjlEyMenmLgahdXf/qPnOydYCialr6Vzv3O4hbU2w7yFeoBQ75Miz7dYaAlm9z00X+Hy4rFuvaes16Ri2N2SoJ5/a2rTm41m66/ndMJr2bq1sszj5/3wFbzgGEYaKZZA7xF3fTepH1cgz3NSuvvvedkYUPHxCLO41Yahl7FHjerHy1779/dYrv7Sfq23W1SVuegrs17z6F2t4eqHW5qd3tp2Oejfu+dZdSLDvXtgqMg+3fSqbrFg/5TY5fPSqXIaLgL76W86vd4qd/ju6u9VS2qu0dwvXfFXcq/TuxVO5rUZpF1yzmxq2qnh5rW9fGsFz71K+ksvqqXc7XCt3KHi9pWz/p0FbpF/XI67/fl7FX/1oiPF88tlurnRrFr8Xh5qfJdPhveIhsVje6cLtr+1c1uGkR/1XU5zZ2Otf94hFfm63TLQxt1qVQq94jlqVOn6O7uRieD+uN0fcPYvQ7mlhqZlXGKITkSLZeeWHFf8PAzk2mnKJukzDLCecdrPGUMYVBJ+wvv8s1vvsTze+pxNb7Ov/5vX8bTeYa+y5cZX+QnKcHU5XOMTEWZnJlmtv8rrgfnyJx4Ci53YSlxYdlZByOzZCJTDHWFaHruCI2HWnJB5SKbO5cRxuNuyZDt58TORg7US1/Z38aOpjIKUkG6OmbJSsbN1dRMiSPK/EAvHT1zOMWKqM2N3eXB454mEBjh8pUMKQlM61qL8KfK8DhqebKlgspSBJuvt1SA+ek+zn41SMKaJpa2YJgu3B4XTo/1a7z83h09oD1M1hruiLNVTiYSCTSTfubMGckCj6GPpOlbaPVfFNw3HfOM8x7YYh7QxzD1d3Z6z9LfkeqYuBeZ9i1mZl6dx8QD5mNi57rNNEwDh9tCabWDGglganZJsHEPoU6CuuaDPvSfbNYKX4W7yVAchbvhVUkA4/JZUNCgdC00izwVV2HxeLWyaa+PBgma1oK7yENxNbDR49y+2K37S2GHBE4Nbevz9Wq8FuvrRE7O1+vku1Qv3V/k1yiBogZwWrcUFs8vrVu6X73Tjctr5gLu0lrpV6KXtn+T2Fy3243SL8W/235Fgwtfse2+ruTfbeDoquacrG5qZk6hqKiIlpYW9LGtxZVRw1hTxHU3UbedNwwDUzIjdoeZK7nrJlPu7AhJawmVJY3saWygpGYPDYkx5jNDXLrwOR/89Hf87ndnGBi/wpdXznNJMqvBuA17jneabDbIuS4PjU3tfPPValprYpw7n8Gy6wkqK6tpaqumtMxGemYW013LzradNFSX4HNabw2ihJ9mF/UR72QiK0dLP05K7FEqzIt8fO4UX1ydZy5qYrX6KPH5aKo1mQykCVtsmKEgRjRC1AKB8Jzg2bCGRpmQbGEg6aSpMioBYpKYtZK6whhRfxdfXu5j0M+tsUciRDI8yzRewtFpwqEEGTNONOxn8OoE+W1tHjAULfelO5uDVDJLLCpB+fIs9ObYogsw+kh0b28v+rp3i8WSe3GRZi28Xi96vEkRefK8BzbtgQfFwDTNXBavrq6OkpKS3AKHvlRFFz0elA5bSY4GtApbSae8Lmv3gLl21McLM5uBTFpslhu002uRyfi9Bbdk0bySZXFJ6brH/J0eCxarkQOH697qvairp9BKLht4j3X3Ft0HvhLgesXX6vNF/TdTqt2eAisb4WHKYoHEItjs5gK9tL9HbN5IP3BIJln5GCYPZdMfl+tLUEZHR9HgTlf69caov1/weDwsfdTlfiloGAamBHZScPtWJcFlhQRgLizuQgqPvMH+8iaO7qun5dBBmloP83RrBTufPUrzsec52LafgzvqqKstx+suo7qilkPPHaJlRzUlpaUU79lDk2GnZu9RWlua2d3ezq7Dz3N412Geaixj7zNH2NWyn31N9Rw71kjTseM0VpZR6LAiKrJ8M6QvqO6mZfkZC+U1VRx4ch81ZZVUFjezp72c6mo3nrI6dj37Ek/t2cXe1irK6vfQ0naYEycOc/T159jtKmLf3lYam3awo3k3R186zv7du2hrqmTn4UPsam8TXrvYd+JpaiY66Tp3li9PfcmXV6eZyNbzwsuH2X/iDY7uKKOpuYHqXbtpLXItVzB//AA8YJhgsYJ0k3smbU4WYPr7+3MTV2WqgVxTUxM6Zp35t1qqS/LwGHrAIgsbPlkw03uYPn6sPyHQR5H1xUGPkzsMw9iO5uZ1XuIBuW0sOcrv3uoBWUDPCtxamT/Ke2DjHtD+pLBxDg+XUt/CqK/11zfkKeiPzHWlU99m2dDQQFFR0QMJ5tbmhTIqq0qoqXFgurz49hxnV2kz+5rLqJCAxVfRwO4qBxVHD9O0/zmePnqcF58+xMEDOykr2cGelnaefrqN5voSvEWFFDbvpNZwsWt/C+UlBdg9NRQ3HeWpA23sLzKp39UkdPU0VVSy/0gDNW278dls3Baz3VB+YdJuSGbE4NbNwFNaSeO+Y+zbsZu2+mbaW0soK7dj9ZVS0voEx1ob2C2BZHFtK3XNe3nySBsHX3iKXR6fBHmi8456GhoE9j0hPJrYVeOlrGUvzbsP8NThdg6+eISabIpMPIa+FCOW8eIs2cVTT+yk/ZmXONBQSk19HVU7W2mvLbhVvfzRA/GARVYCbDYTY5NR3fIxqy8xstlsucct6+vrc6U9/yKUB9KmeSFb1wOLgV1tbW0uc6f3tqmpKXS8PE6ZK/WD3tO3bkvlNbuTB8w7nXycz5niGavDwOG03PbY1OPsl7ztm/OAaUGCHgNzkxM1ZMtlk/XNeJJVlsP7+tFMnD6Oojc6/c2Brvbr66ArKyvRl6CUl5dLcCLG3VctbmeuN1t9qdG2DJRlwSgr7fcwdDesDpz1hzj69HFeePEFXpCs4IHGotsdnK95qB7I9W/pIxtRQml1zOpLIPStljpm9S2X+ps5/a2rPmq2Eb55mrwHHlUPGIaR+z24vjyloKAAfSOmZux0IVPvgY+q3UvtslgsGMbyhcalGPn9rewBcysr90jrJjM5mdNt3ESl3xSDjYvOU97ugYdRk0xkiIXTpFL3N6rTyaFOBkdGRrh+/TqaodPHLPfs2UNVVVXuJvgw7JchQDqF+CBDWv9/28NQYhMy06ks2oYKm2CTJ32EPWAYhiyWbGyCpWNWF2B0zGqpY7atrS2XmdNMHfkt74G8B1b1QGNjI/oopv7+tLOzEx1Pei9cleAROaF2anb/ETHnsTMjH9Stt8klPZJKxJmfn7sBISLhsEzO4qTSEmUlk6RktpnJpMmkdcItZSxMIIcfIiq0odlRRruvcn08QTQ0Tygwt8ArECIUjIN/jpDQJlW3TIZsKkVKX2uQEd4iIzk/xkR/J1e7xwgI+gYXcpX7vYfQFPP+WSZD9551nuOtHrA5TJweC1bb/RvGaemH+jKFS5cuMTc3h67yHzp0KDcx1BW9WzV6sEcy30V/c+T0mljuow/usVU32VmsRu63lRUDjywAABAASURBVPq7yJuV+Z28BzbpAZ146u9cL168mFuA0YWXxTFrtVo3yT1PnvfA4+MBvd9pVlsfT9Z7oGbuUjIfe3w8kLd0u3ng/s0Gt5snlukrcRmZZJZUIq3h1C1ns9mIrNp08dWZCfz+GJHBSwx2nuXCxByzZ/6OLwfnmeo/yfWuy3x2xc/MhTP0JhNE0hlSo1cYHe7jWqIAh0XCtmyazPwVBoYG6RrLEAv6Gf7k33N2wM90VLIQY9cYvPwRJ0diJLt/xuddU1y7NklgepzpxDSd7/0UfzCMqHqLjnc+SJOKx0nEkrlANJVIkYrFSKWkPpEgGYsSTy9wSMciJBJJkqko8zPDfPHFZYKhJBq0pgRXeYhZC8jJOMmJ8/QOdnN5ZqHq5rcEpEkJaKOxlASpMfxffi72TjK1DTMsN216yDsa1OQe4zTuvSL6Oytd3b927VoumNN/2qo3OH3M0uVyoZNDw7gPgtdpimEYuUdZpWDbbeI+wzTYlrpvO2c/QIVlbe/eSFsfl4Rcj/U3QDpmZ2ZmKCoqQn8zp2PW7XZvmTG7Pqvy2HkPPDwPaEZbs3X6QiF9+Ze+MVafVNFs1sPT6v5JNgwjx1wXhnI7+a9t54F8UHenJpP+nZt03YJjYLFmcdjDzPiRzYYRmZEgS7JvElxN9H3OFcmgDfVeoq+nk67eYYJD5zh78Swd4wGC0XkC/kkGhwMYNium3YXDDBCXG3JYAhzDmKJnJsDQ9Ski8zGBEYZ6LwrPcSb7Tkp2bojxkVmSEpQlzSTz3V3EJGBc+wN4WaYlSzgw2MvgXJCJiWlGz/yS66MSTPZ1il7ddA2N0n/+ClMJybhJ8Nhz8ZrY0s14ZJb+vgnRNZnLFI4MXadPgtGOK51EA1e52CG69ncx6Z/IBaTinJufZHiO+fEOBvrPc7Y3hL+nl2nJTIa3VJrxprr3bUcSvRIQgy4abFaI8siq/+7hJDIpmebFN3/pYyeGYaC/vdGb2uIb8jar972iV/vTkrmeHIrTeznM9a+Ca4aO0wGufRm4Hf9skE6BO/Ja5XzH6dtpb+MltDm5Uk6PJgjOplD9l8tTuo4zt9uTq1c5S851yr7KXs7jbscdXwp/0SOHJ6Xyzu2LH5Vn7ljrhf9i/XpK1Un53EYjPK8riJzbzm2kTnhdPSnteUr8vw5d1b8r6ad2K9ymm8hRfLXrtnOid/f5EMG5lFzfU4x0R2/vW4KzEt1qdQPXIvgnEnK9uPMAT0nmYE6y6Jqd09/O6W9/NKDTMasvMNJFmHs15vJ8tqgH8mrdNw9oYLc4nhwORy77rYGd/qb8vgl9SIwNQya9D0l2Xuy98UA+qFvFj9q3TashAdwyF8kJ02LB5XbgcLhxuZzYrBZM0pItSzEW88JkB8OzcfwSlDmC4yQyMcKBOTRoo7CKwsISiqKz+IdGCBs2LE4nTocLu2QAiQ3Q495LrG+IyNwU0ymT2WCC7PgVrgU9pP1TmDE/cQnkEmkr3uZdOO12LGsaizo5SNJ9dZCRMT/RTIZwMMDY5S8kYAtKIHmZnq5r9IxOMNrdx3yoj66BITrOXqK/d4AZw5SsgonFMkvP5Ut0d15naGyM/u5+AgOnuDIWxB9NSsByI83H4pYlND3KWP854XeRLzsiJCS1aBGlTXNNii8y2valtoAGI/fEEGGmvO7FqppOBEOhkAT5EznQfaf0S13p18mh/mhcs3P3RO97xiRLOpVlZjzJcFeUgWtrh57LEXouhm+j6bsaoe9K5Lb6Rd79IkPP9wveYt1i2S+TcIWvj6M5Xktx+wSn+0IYLecmE0SCKWZk4r5Is1gqn6V0i/Uqu/tiKEffL7pofa/o23Ppdlv03GqgtGqrloqj+ihv3VfQIFmP+0VfBa1bLyidwnI6rVNYXr/RY+XVdT5M75Uwur9WPr3is5X8pjxW8r3W94mvl/ptqazB61HC8ykJ7JKMD8RX7UNLae60P9IbZW4miS5crDRkdNzrK9d18UUnmfoSI52A6tv7NKvu8/nkWm1ZiTRfl/dA3gPr8IDe+zRjp7+zs1gsaCZcx5zeJ9fBZkug3k0Jva7cDSd/fut6wNy6qm03zWKksnEmsyfYY71KyNVE1lZLY3aeuLOJ/c+/yuGmEoqLG6lvO8Sx9iKGfv0rRqIRYjlTMyTn/ASu9zLrqMQW6mI81EtfshiMevbbz9PhfoNaM40vO8NcNCRBmZ3qN79FkceDlWWbzPblI5VZgaWfGMPRcmy2SppLvJQWFmAU76el0Q6xCKGJOUkjGbjqGygOdNE3MMm8BKcZw0LC6sQlaIYxxNhEhKnxBFaLndLqSlKC56ouprC8BJfDuVSg7Cfwjw4xOjaBP2UjHcngEEZWCZolRpbzj8/HlBEn9wQJjjdvs/rOkKDYMDYeGGswp49t6RvyhoaG6O/vl8xAhrq6OlpaWnKvdjZV6c2re+85aNeWFHVBmY2KJhdVO91rhurmVXClvnLH6ryqRUalQNVOz22yals91LQsqxd+t+DKcUWjkyopfaV2XF6rjBk7VTme7pul8lF+y+srha6yyU3NLg+qi55XfSsaV9dZcZaD0ta1CY+WGzKVr8AiXuUOqReoFntU1mL9ekrV/ybtEt7KU+E2XoqjsMwXt+GtcL5a7Kjd7cn5ZS34ilMhfUZ9p/tLQX1/U+8lstT3KqdO5Kj/ltLofoX4y+62yLXNQnHV7W2qOOuB8noX3kIbZG4d31m5sKckO6cBnWbndMzq49IayO3evZvi4mJ04kl+y3sg74F75gHDMHL3Q/2NncvlQsfe4OAg+nSLjsl7JughMjKMW681D1GVvOgNesDcIN0KZI95VTZElmlSrlba65ppbtpLjayUupOD9Icu8ru//ff8zV//ii9OfcK5ax/zwfnLdCWrcWYtNwKyGFMB6J7awR994zg/eNtDMj5B/3gGT2ELB5uaqd1xkBpLlFRafF3WROu+Vuq9YDXleMlH7vkk4lkSsQwZxb15zpA9L+2F3fgnPuTXp7/idNfiG01KaK734Cu0MB2DaDaNdWoKw2ElmolK1i5CNBzHNnudc4PlVJciE44Y02lDbC6gan8NU2e+5MLZqwxNzYucpZ8Q87Es8ZCJOybZoMgspmuOke4RpkfmxG9LcfP7a/aANGfuGizlmmmWIepKo/5O4MKFC+jNSd9o2draSlFR0TLMrXdoGAY2p0FJpZ0amXzXS5CyVmg+4KPlUIEssHhugca9Xnbs891St5xnk+A0tN9KtxxHjxtEn6Z9XpbiNu7xsvtYEVoWlttx+awUVzjuKE95LcIO4bfrSAHKe7Gueb8PrVs83kip+ijvRVr1j+q+eLzpcg3+qlccBfHbeuQ1tHtpPVqAtst66LT9dx68vQ+sxkN9pP1jtfP1Emh7i2wUlNmpbHSvuU1X41clQaLystoNlm762Je+vOj8+fO537vqAsyuXbvQx6OX4uX38x7Ie+Dee0ADOs2G63jTLLneP3Vh9N5LejgcNUBVeDjS81I36wFzswweVXoNjDLpLCu/Lt4rma59HH+ugtISG56Wp2k5+j1eadrP66/XUbD/NfY313H06T20vfunPP/6v+Fff/fP+OH3X+LI4SfZu+s4b73yCv/ixyckKHNhLzzCzh3tnHi2mWNvPE+VzYqz+R2eOfAy33q2naPP78Hd+jovNjnZ89pLHHjrmxzZs4+dkkGRRA3LN5nrYpOJgM1hIijLTps0P/0az77wLi8e2MdTB6vZ8/LrVLq9lO95mWPPv807T+/jyIFWvO3f460TL/KdH4ltL53g6domnnn3WxxpruXgiXc4fuJtXjrUzoGWWizVb/LNt09w4jv/HS8f2MXu+d/zm1+/twBnJnDtOMxz3/gTXj7xHf71N1qpOf4tjj+xn9aqAm6dsixTN394Xzyg/3enr68PvSFpMKf/l0dXIPWFKPqoiWFsg1YRFQ3pPYYMAgVTyjWDxcBUWIlmtfqVcDdSd4N/zsUGIFfhNeut8m7Q36TRYwU9d69A+SncK373m89GdFUahXukm2GBxTY11tumK+iQTmVJxNJkpEQ2nTjqvxXp7u5Gf/eqwZxm5ioqKnA4HCLbEKz8J++BvAfupwcMw0BfPKQ/TdDFFH3KRbPlWt5Pufebt2EY+WvI/XbyA+Avt54HIGUbisiKzpkMKOi+HC75WKTz+ygpcUjwZGLxFEk2rYoyVwHlZU6s3jJ8bieFRV68lbWUlDXSWFNHXU0ZRYXFFHhLqCgrp7auBKfVxLQWykXCS2mxm6LyYuwiyXBVUOwro6rYS2GJF9NTRonLxFtWiq+ikkKvD7fgrfYxcpMEOSsDVb5v+biKyikuqaSssIDiAife0jIcFgt2b6nIqqCiyEehz4PFW015aQlVtdWUlZZS7HRTXFlFodjmK6mguLSC0gIvBR4H2MuprCyjrLqRqppmmhqbaN65awGqK6mpqpSMSi2lpVU0VHhwFFdRUlSAx2Elvz0YD+jqWzwezz02osGcBnaFhYW5f1NQXl6OxyNtLv3AMIwHo9AapNwRRQamLr7cESd/Mu+BbeoB0wJWq0k6m2ZqahL9f3MazOk4raurQ4M5r9eL3W5nyz4ivU19n1c774E7eUDHm/7mXF9E1NDQkHvKRd8WPTs7i95n70S7lc8ZhrGt9d/Kvn1QupkPStB2k6PTWlO8Y0pwpPvbTf+Hqa/pKqSwqpldu3YvQK0Ei27bw1TpsZetj2xNTU2hK/1649Gbkr7VsqqqSgLt0txK/2PvpLwDtrMHHkndM9kMiUScqelpUqkUPp9PFs8qcwGdPgZmGPm70yPZ8HmjtrwHDMNAX0ykiyu6KKpPvOg9Vhde0ulbfvey5W1ZVNAwFq4n2zkwXbTlcS0lbHlcTV+D3dK/b/TxNSDnUfIeeLAekPmeZJKzaLmaZJ0IakZObzb6Oxwt9dERfdRS32qpE8PVaLd8/Z3Gp6Tw0umUTISTAlqmxU8Ckt1DzulNS3cX9sVSScmnZdKs/krJDTkj2ZFEZJ5ILE48kSKdSgqfBUinxeepNJl0hsVbd1Z4CheUn0I2kyIp9IFwlEQqo1W50/f8K50glUwST62Xs1ifiYltadSe9VLn8e+/B9KpLMl4WrIAaSySQd+xY0fu/85pdu7+S3+UJeRty3vg3nqgsrISzdppYDc2Npb7rWtK7ic37wv3Vtx942YY+UzdfXPuA2KcD+pWcXQmozfUDPFoOv8ij1V8lK9+uB5I5yZ9GdISNCzXRG8meoOZm5ujp6cHfTREVxUbGxvRyaE+OmIYEhUtJ9xOxxKXZGV05uIp2f9adTlIJ4mEA2hWcnY2QCgYIh6aJZJMk4xJoJVISCCUJJMIE0pkSYWDhIPzzOn/TgxHSMQDTPZeoW90hqnZECHx45x/htlAgHA8Q3J2jnAoSFCuE9lMmkgoTEqCwXQ8RioeJx4L4e87w7WeIcang8QSi+Hf11redU8hwNhLAAAQAElEQVTMyOFoKUZqm+YgV6lfWbKhCeZmphkP3jhWXNnNSkCbC1JvHGtUeQttJkk2OszIRJhAJCMUt35yuDnaDFkJUBOiv9bdipU/up8esFgMrDYTj9vN7tbd6KPSGtzdT5l53nkP5D2wxAPr2NWMnb6B1jCM3KPS8/PzpLZhYLcOk/OoW9AD+aBulUYx5YZqd1pweSxs86nvKhbmq7e7B6w2A7vTzE38WLJlJOsUCoXo6uri6tWruUdE9N8TtLW1oY+JLEHd1rsS0pBOZomF0xLY5iKQZfb003V9gGtXA6QC00x99Nd8NjpPz1e/5Pz5U5zp7iNw+W/5jxfSdH16iv6xESaEQzYwSeT8z/ksXkPabsdlTRMfG2X81Od0yPmEwMT5n3LuzMdcnE4QDQ7x8V//lM6JGTpPfsIFgYuhGMMi2+2b4dyHH9Bx8RpKJ6Rr+mQkUE9p+k3MSsaSkvWLEo8EJXMYIZa6wSIRIzF6hq6+q5yZSEuAGiEQSpCSgHb+8gW6zpzhSuQGciJKJJogLkEtEqRlYrMExs/w2dVxRvzLNJOALy4ZxngiSTo9zfz0WX7xXhez8wkkhr0hPF/cbw/oPcjmsGCz5393fL99neef98C98IAuvOhv7PSnDVeuXGFiYoKELCDeC94PgodhLGTq8gt46/f2VqEwt4oiW04PmUxFA2kGroW59PEsFz/yrxnOf+Dnwh/Wjp/j/aGf87/389X7M3eUc+53M4K3Ao7QX1QQPa+dnGN+MsHcZJLe88E78svJFprF8oLooDIUFus2XIo+6otzd/DH+Q9mOCewYRmiu/p6kc+534tvRO5m+Cmt8sz5U3jl9kWO1p8X/kuPtW4p6Dm1d2nd4v7lT2dlgpzEPx6n9+Lt7aLtr/SL+Hcru84GmB6Jk01LZ70xgPQNXH19fegb8rRK386lb+kqKCjIBXcWi0WrHykwbrNGaixWXG6LTIidYrcHt8uGEQtKdi7DTHCS4eEBBnoGGBruZrR/mHigm65Ln3Dqq0tcD2Sw+UwmLlxjPpgCVwEupxOX+M7i8+G0DTFl9zAxbSHRNyAx0jCzQ730DvfT1z/I4MAco1NZCThTmDYH2aQBEnzKN2vbUkz0D3Hu4zNMp6c48/5Jzv7sP3P2/GecutrNl7/4FYPTn/D+qe5cJnA+NCcBW5TAaCcj13/CH871cV10iEUiMqEIkhn5lI8ujtJ74UM6rn2E/juVjz+4hN8/QiAaJ7mk/yBZx5R/gPHRL/n0zEVOXxojkwoTCCQlwPu6n63NjjzWZjwg8ysMY+29ZjOy8rR5D+Q9sHkP6G/V9ecNmrHTnzfob9h1cXVmZmbzzB8AB8PIX28egJvvq4h8ULeKe7Myf8nqsrRANp2BdUBSX0OdXB+Nykjr7yei6WWylvHRH1CJTsv10ZV9hYV6yWGI/mpaVvHXoXtaVvIT0RRqg+q0wG+ZDmvkp/SabUhKaiGzmj/E0YZkljYjR+1OJdKkxO+aSshukl9OF+Gh+isg+7k6sTsVz8hk/Q5tJLjGKj7P6uRZ20VB8BZ53iyFbj26K25W+kJa+MZicfRZ/tHRUfSlKEtfqKC/wbFardodHjEwMCWjbl3pX3cYJlarBZvVJqVNSgsGuoWZTZdjSNbLjAzTkWyhLjIIGSveslpqaquoKCvDWXuUp/dUYQ71MD0xTsRmy/GxCj/GLzERM5mejRLpv8xEdJrUjlpCkhmNGmli3kJi42GyiSAz00kqdu+ivKEai4pfE2SIBEPMjE8Ry8SYGplkqn+EkGTaDGsK68xVrl68KFlFK4bbjcNmEpfAbuz6BQb9Q/SPhZFEG3a7DVP/x2TXGbrGRxmdjxLzDxOZHWaAcnweN1aLeYtGWcnihQcv0Ds6zHV99HQuAjaH+G8BN3/Pv8Vd+YO8B/IeyHvgFg9YZPHP6/WigZ3+Zj0QCOQydvr0zC2IW/DAMAyyMidT2ILq5VVagwfMNeA8pihZHC6D8jo7je1uGvesEQS3aa+bprXiL8FTuh1Ceyd5zfs97Nh3uy5NKvcGr7pWF55CC+4Ck6pG59p1F3rVe8dekSGgPNdst9Aux1VeTcJnh9ik+8vP67HaskNs0v2NgvJu2iM67/PQfAdZ6+HfpHyWwCLtgi2eVX2qdGrTIv7SsqHNhctr4pa2qah33MZDeSsspbnTfk2zi4ISC4lUnJHhYaanpyX+zKCPfugrz0tLS3MvWHhUB7Ahhsk9CFOuYoapR1Jxx49E09kJwkYDJU4f9YUGgcKnaUuPkMimyTrd2MiSCYWJWAqorHMxNzTE5PgM0RzfjJyNM359BsNaRHWliSs9xLXhKNmDx/BEEhTVFuOuKSY7NSsUFkzDS/3uZspqyjClZm0fE5uZxpKdY3xihOlwClmzkExZXOL/uMi2QjxBhoRk2TKk0ini0QAjAxNEElkiokdWgktJDxIORIhmEiQifqJpLw67myJHkpSRJR7LCj+WbFky6aRkHQeZEbpQLEYilSRj2rCk5kjqy2EyS9Dzu/fVAzK3kgnWfRWRZ573QN4D98EDhmGg/3qktraW4uJi9BHM8fFxNLDL6ILufZC5WZaGYWAYhlxzsptllad/iB4wH6LsLS3aMAxsTpPSajsaJNW3ulkT7Haz84AnN2FfE/4Nvg1Ct0OCkpbDXuplfz20itsgQV1Dmxvdr2l24vZZclAuwYPWrRWaJAhrOeRl50EPG9HjFjlihwahOw941+2PW/jc8NFqdRoEqxyFTet8F1naRk0SwK6my53q61pcOD0WCewslNU6uBPuWs5VNTnwFFlIJGOMjo3mbiL6IhRdIdQXoWzpAXYPlNNbjyQ3yaSyaMbydpZOnC5H7jFMw2LDVlhBgS2Gr6iUmrrd7NrRTnN9E3UFQlmYYnK0i47T57l0pYeZ2T46+nuZsRZhdRXhsduxy+qrW8K70UgDLS17ee2FZtp2lTA7VURpfTsNrbtpbt1BTbkHny2Dp7qdXRLQVRa6kUuJCFnrx4LXa6W4MMHY8CAhm5usNUl4doShqSBTrjaOHGnFNTPG9FSUeMagwG2QdUum0VWIR/YdxSaYaaJzKVx7DlLhcFFodeEq34GvtIySqSsMTSYky5cikwwxP+tndnaOufkw89lSigo9lMs1xGF1kDGceC3DxBIJUpIZXqsVebzNeSAX1Im/pXdvjlGeOu+BvAceigd0YbW5uTkX2OlLu/RxzEgkklt8fSgK3UWoYRh3wcif3uoekDv/Vlfx4einN9S0TBbj0czDUSAv9ZH0gGaVrDYD03qvLp5ZnE4Hx44do6mpCbfbzeOy6f3HvPH4pSHl7Xa30Na2g337fFgloKt4/a94sekF3n62hdZnnqRy11O81Oaj5Y9+yJPv/Ft+/Ed/xV/9+Ad8690XaW54jjeee5sf//mbPHOoifKaOqqfPcF+o5gX3n2ZlsYaPKUHqT/2I3707lt8o87KoRefFbpjHGvZwze+9xT7XnmDSqcL++2K3aXGoGTnHp749r/i3Wd+wP/l373LgV17aGg4zPOvv8G3/ugNKirf4Y++/SZv/sm/4xuvfZ8fPdfOa3/6I55++V/zl+8+yfHXXmXPs6/xxuE2iqve4PvffoOX3jguQehRDrU/z3f+5Z/y9Jv/V/7VCx7s4yf5/Xv/zC/e+zW/++g67jf+Bc+/+Kf8y2+/wzdOPEVFyQHe+dG3aKgpxHHP+u1dXJA/jSl3Z+3fBsbD9EZedt4DeQ9swgMOhwPN2DU2NqL/Uqi/vx8N7DbB8r6RGkb+WnPfnPuAGMtt4wFJ2mZi9IZqs5s4XNvPRRqQJhNZkvEsmbTmM7aZ8/PqrtkDFosFp8OJQ24cpnbaNVPmEbeTB+peeJX2vYeouddKuxvY9cRLvPLud/jGu2/z5utHaXTYcNxrOXl+eQ/kPfCIeyBv3moe0Pu0Poa5b98+UqkUAwMDbMWXpxiGgWEYq5mRr98GHth+EcuDcqr0a0O8Y5iy86Bk3is5orLFChZZVc/P8++VU7cen4QE7bFwhkzKyF+It17z3F0jXW9ZhLtgu0rK8PoKcN0Fb92nTTtOj4+ComKKigopLHRjl2uesW5GeYK8B/IeyHsg74GVPGAYBjabjYKCAholY2eRxdjJyUkUttpLSQzDyJlwX/XKSch/3Q8PmPeD6aPAU3+rk8plu5Y9filpsIystOgbBhcgTiKeIC11mYzM0NJplCIrDLKKm8mQTSaIRaNE9fXhghePzDM/Ocb4fFpoY8Rjek4gFpf9FET0dzIZ0upI4ZEVHgv7wluO09EAgelJRicDRJMgVYp5E3RImjIxMy1SdWOAyt76PlmRGPETiKTQf5e1LuJMnEQsxFxQbBeXrIs2j7xmD2jT5hYdtMHXTPXoIGq/1zGXTmXJ6th7dEy7zRJDJgGmafKYNvVt/ngcKrRfpxJyDX3E+/bj0JZ5G/MeUA/oNVwzdvqPyi1yTZ+ens69GTMt80adLyrOwwbDMFBdFB62Lnn56/eAuX6SLU1xz5RbOmG8hamcSKdihEJj9PXNMDsbITI1yuzkCGPBOLHhqwzNxQjPjjItgdfAhJwfHmQsHJYAKU58boKZ8SF6xmaZCSVIxiLE5ocZn5hkZCpOOBAi0HGa/rko+i+yUsFp5scHGQomSc90MTAdYXJonOmhPuExwUhHN5FEMhdI3qLnHQ701fo6CdZBm0llJNOTIpVKkpLgMTd/EBuz8QipsYt0jkeYiQiOXHRSMnlGcfyjTM2JPfHMwuCXcwnhI2QSYaZJx6bxTw1zdSBGOsdwUZksWaFPJVNodTYTYH52TvwUzR0vYuXLtXnAZjfQx4M1I7s2ikcQSxYNsrnOtA1t0whtEbah+nmV768HZF0QuVySu67eX1F57nkP5D3wAD2gb6heDOzGx8dzGTt9Q6bOyR6gGiuKMgy9Ka14Kl+5DTxgbgMdH4qKpmS5bE4Tp0d2lmlgGBKEZHo5/aWf+bkU0YFL9F0+zelRP5Of/jV/6Jxm6OpHXLzwFe+fmWTy9Odcmp9nNpEiMXKF4cEBLsVLKHKlsVhMzOA1BodHuD6RJRmZpuvD/8gXHUIXyhAZvkzX6d/yQVeQyKW/4/3zo1y4OE1kfpaQZZ6O//qPTEsgmJTJ7TI1VznMSsAZJhaJEZfMYWBiluDkKLMBPzOzQUISfMZiYYLTU4S6f8+Xg/OMzEaJBueYnQ8QDMVJXv6IM9dH6ZX6WDRMYC4gwZmfkGQcQ4Eggal+BgY7+fx6UIK6JWqkU6Qkgzfv9+OXADgZ7aHrWgcXLkyh/8ZuCeYD2M2L2O4e0FuPceMKlpSMRjyS5mFA7A5y73QuJYNWf/OaSmRlPKZzsFn9Y+H0HX2g+ihsVI7y3wz9RuUu0qn8xf27levClTZcD/7KsjNoeyokZcFrs37SBTGLxcAQ2O5jNa9/3gN5D9zqgaKiotwLVPRN1R0dHehv7LZCYGcYK6tcdgAAEABJREFURk7RrRBg5hTJf63LAzemROuieTyQJUhaWCmVnaUWmyZWh53CQg8eTxEFhT7cDhsWkMAkyXBokpHrg/T2DzEyNEh4sp9YuIOPf/Jf+f2lcabsHtLRINNfXWHe4sF0FeIt9FLgK8DnTuPwTnK99Djxa9NItEYoEWFkaoyRa/10jYwwNThAPBgQaRYMw4bdZsc0DZAPd93UlgRnfvslV65eoaOrg9/97z/hs7/+f/NhTz+/++mHfPmHn/LFtc/4u/f7GfdPkpQMXsQ/wXjXh5w78zP+5rN5ItEYSckNpmc76b16mp992s3syf/Aby99wX997wynv+iU4G+elOijEqXIfTKROYKjF7nW8zv+w0+uMjAaIKX/0FsRcxj5r7wH1u6BjKQw4rEMg9fCXPp4jrPvz6wLzgj+md+ugUbwVuOt9Kd/PYPyWo5z5v1pvvzlNGd+M7OiXiNdYWYn4gx1hDnza8FT2IQ+qsvJn0+h+qguenx6mezTv1rQSc/fDZSPwlK8U7+cytmkdWfEL6eX6ZyTqXVyTnHWCzn6JTqr/lqnfLT8Uv25Bh8p3RfiC6XRfS2Vx0qg59T/p4S34q6Es5a687/3MzuewD8ap/PLedTXa6FbDefq53OM9UVIyYLF2kdFHjPvgbwHtosHPB4PTU1N6P+V1ZenTExMkEwmH6r6prkQFuSDuofaDBsWvtB6GyZ/tAkNCZRM/VrBTK02DAPDUFCEOAkJY0bTL9KW/pIJSw1xs4bmTIC0p40Xvv/HvH6siYbG/ex76kXePlbByD/8A72RCFHhIYzIzk4TuXaJrnQp4cHLDAf66MmUSuBTSXvmY07ZXqUqm6QoO8H0/DT+sEG18C3xebGpCmuEVDJFOp3OQTKelUmDh+LqGtqq5WLiH2ZoPEThwRZqy0slaDSYGeyVzNsQo3GDxHwCq/6/K6+blH+a2YEuJlMRJu27qJ/vhJISLI3tlBcX5QJdY4lO8dlxJrouc3HSQkgyfBmrBbvLi8vpxpbvieS39XlA+5aCy2tSUGKhqNS6LihW/LK70xQKnsJq/AuLLeR4Cd5SHK0rrbRSXG5dUS+X28QmHd8pZUGJlYLilfGW8rzTfrHYUlZjo7higU9hjqflFtkqw1d0a91qPEuEzyKvRRxfkeq5QK/26XmVu3heS5Wh5UZAeZUs8VdhiQW1o6jUmrPDt1bdhUe5+kJ8ovyKpVzksVLpE9/7ChfsWun8WuoKSy1Ybcj10UDbdjN+UHkFYqvTZaJ9nPyW90DeA4+cBwzDyL25ur6+nsrKyly2bnh4mFgs9lBt1YBO4aEqkRe+IQ+YG6J6TIgkEYC+iGFN5mbDZLLzhG0H2FfupLRmN8XeYkpSY4wlZ+i/doWLp67Q0z/I+Pw4Q9PjdA3G0B/DL/BPMDeXYHDYzZNPH+TFg0lCkRF6Z6w4Pc0crnZgq32KOkscI50g4SmmsrGWhp01uGxW1taQBkioVWgPMj/TQ8fAkGQW05ANMDHURd9sloyzgGJ7kpmeHvrHA8QTQfzzEQKzCbLxOP5IiKw7Q3hymlAyTcJuIzsXJJEqwF1ZgSM6zfxQP+NTQcnmCWuRuPDJEAlFmZmYJ2NEiUi2MZq2kIoHSATHCErGZQEv/71WD2jfSckqvj7utVaaRwpPbohWu0l5rYOmdjc7D3rWDS0H7k6jOAor8W8RmbsOe1eR66Xl0GrnPJRWOfBKkKT6twoP5aP8VpKz1rqlPFoOeVC+S2lbj3jZfXR1nZbi6v5yfdqEdvcR3017Ww7eykvxczqswa/K/26wS/yndiie8lbdtdTju4HqcTccPa/81E9tT0h7SXtq3UageZ8Hn7SnT4LpulYXynMjfBZp6ne7Ka6wYbEaj9SwzRuT80D+K++BnAcMw8DpdOaCusLCQkKhEIuB3cMIrPKZulyzbNsvc9tq/lAVt2OxVNH8/2fvP4MjSbI0QfAzM+cEcHDOeXBOMiIjIzmvyiJd1dVVPT1N5npnZonsipzIycqKnOyP+3c/Tk5ObuXkZuZmpvk0KV5ZlbQykgTn4Jw7HHCHc87uPQM8AkAACBAHV4M/qJnq06dPP1NTf09VTb3eArNJga6oGkVVzWjOz0XzkTpUtZ7F4cYGHG6uQmVbPfLr6lAiydA+WYsoQ59jQ+2ZoyjU66A1VKCwIA9lFfkwV5/AhbZqnLh4FDUlZagqLELDoVZUN5/FqYYKNLVWo7TtECobWtBaUoBcHSBLWMehoKK1CsUlJSgqLELtoWroKTeL0JXXo6LtDA7VNaDWaoBUdhqHy61obKxFTdNJHK5twtFmK7QVDajINaGkvAYVzcdwsr4CFZUVyK85jpaKPFRQXWyFZThSGcV0X4/63lx3Vz8m/DK0VL8TDfU4d7gcNmspCovyUFrGGkAcAoF1IUDfharBayFDOr9UB3aO1k2V+ufnYx4mch6fkU/xJdVrkLFMXlOuom50Y6UZmeIqPVQ5JO+ZMpbJuxaeYpLFchfychmlNYbn13mFMktryfioWaW+VCaXUUThwnI3es76cz3U/CSTy8+WbFUm15Pkss4sm8t7Es9p66DCch309H1gtCjIK9GhZDWc1iDXSu1a0chioxSIQyCw/xEwm80oLi6GxWKB3+/HxMQEeIf1VCqF7TwkSex+uZ14Z7ssOdsC94s81f+iqTr6LFMlIzSaOpw8lYdc+uI1VB9C1aGrOF/egIsXC2FqOI3GikK0Ha1B3dU3cfqFD/DDt97B+2+fxZFDR9BURzNxF8/infdPoMSkg9bSjKqKWpw9UY6jl47CJgFK2UUcbzqNV07WoO1UNXTVZ3CqTIP6i6fQfPkSOV51qMBGDgnlJ8/hxNlX8caLl/Det8+itPIEDredwktXT+PwsTNoaDiLt9+6iCOv/mu8cbgOV18gx+2l13Hu7BV893IVjNXncfZkC440H0JLy2m8+vJJtBxvQXluI06fP4vzr76F8+dfwFtH0pgdHcZw/wAG+sfh1+ah8uKbuHzkCv7gnROoLalDffNhHDndjFyjvJHK7Jk8CxVV25TawBbGrv9c0UjgmSpZkdafWeQQCAgEdjUCiXgasXAKKd51eFdrKpQTCAgEsoEAO3SlpaXIpRk7fr+OabsdO0masyd2YpYwGxgedBkHx5Je553mJW1R3sEsyMsT15l5D7EbCgrQ9oc/QltODqxZ1dsAnakGJ956C6+//y7eff8VXDrVgApjVgvZc8KeOHRZcOr2XOWFwmtBQPAIBFQEDGYZ1nwNtAbxNa0CIv4JBA4AAiaTCRUVFSoNDg6Cf/KAHbvtcrIkSTh1e7mZiW+LFe6eJNMsiCJDoyWI5to49uMhyTK01IloKaSaQhxbiwD3lxIDvY/b1NYiKKQLBAQCcwiI/wIBgcB+RECn06GsrAxNTU2qUzc2NoZgMLgtVZXJFmQHkmlbChSFZBUBNi+zKnC/CCOfDopWgla//61vduz2fy13WcvMAuDhQBK+2ThiNKO8y2q3w+rwNGgMzoF+DPSOY2I2giQoLh1H0N6P4dFpOLxRNS6VCME/3o3+URdcgThSyRTS8SSe/MpGPIpoKAi/P4BAMKrGpxFEOBRHlDco46nXxDx3Kqnmz8orELEokgEf/CmAPpvDk6oedAeRiM7ruTlpIvc2IcA/qZNMpsU7dduE974uRlRuTyEgSWR7arXq5in8cwfs0PFPHvC7dltdEUmaM06EU7fVSG+NfOHUrYQrtWsasIAs3ldaCSERv8MIKBrq+HUSuJ1CHAsQIC+GHK/h0RDc4wNwTQ3i0VAAgc6v8Wg6DLd7AMPDQ3j4aAyenju450oh6O5Cz8AYOh6OY7Z/ABMkLUkUGhyA3T6JqVgccXLeUuwcztzHrc4hdEySo+R1wPn4c3w1kYDP3YcZpwsz/DOSlHfjnzSSkSgiXtI5nUQ0HEMikUKKq7VQKKUloqRXLDHn+JGDmYyEESOnND49hunhQXTORJFIRjHr84OX8CST5HgSHygk/xXpRBwxqluM5C8ULc53AQL0HTRvX+0CZYQKAgGBwHYiIEmS+nMHJSUlKCgoQCgUQm9vLw0w+rGVm6fwTB3XUzh1jMLeI3nvqbw9GvMoaSySgncmjunRKByjkY3TyMp5pziNKSOfzu2DYTgoXK7MqaEIpoYjq+oyMxFFJJQkSsHtiD3Dy/kztFwZa45jHZnmdWe9We5G8z+Tj2Tbqb6Tq+DxTJ55XVaKZ/0YQ8aXzzlciZfjmYd14PNFNK/boriFZVP60rSZ8SgZ6CnwDBvfF773GdkccllL86x27XcnwO1UUQ7mY8y+SYpmMvg55fBpz8DeTwRTdh+mBwcxPTmMwWkvxu61Y1aTA7M1jZBzEp23uzDUMQCPuRh51jhmxycx+KAXM2MjcJAwdurCYz0Y7G1Hx/gUZoJpyFSod2gEAz3dGJ2ZgdfvxWzXA9zu6saYoxsTLg9mN71KhvTz+OHoHYJzsgO9U1OY8sYQiZNSCz6pkBfe2VEMjU2gb8CBAOk6MDOLqdkwQpMjVI8h9LhCSITt6Jt0wzMxBJdzBmMzAbgH++HyjmJw3AX76BB8LjvCYiJvAbo7f0o2HQ3YSOBw57URGggEBAI7gYDBYEBpaSny8vLAP3cwMTGhhjxAtxX6SJLY/XIrcN0umdtoDW5XlbJTDhvLQW8SY70hdN3yoeuGP+vUSTI7vvGh84bviewOOn90zQsOlyvz0VdetFOe5dIycX33AvA5E/C7EhjpDJH8xbq3X/fh8dc+cJjJs5GQ8zNx3k6qy0PSm3XrpDqspD/zZqiD9FiJr5PksWyur4oH8WbybSbkej/+2kuYUP0Jg86b/ifYLyeX6/OYMF+atlI887HuHaQ/h3ydoe7bfvhnE/BMx9X7wvWf08WPR196wdcZ3rWEg4+CcE3GkDyou+ORg5WMp2nwIgneKXDpk5/wOzBpD2DGE4Us+TDoMKG+zIaK+hbkaxWkpsYw5DbhUK0NJfWHkZ+OQUt5FvtkfjjtAxgYGMW4PwklFUTPiBl53nHoYhMYjRkhJQth9NzC6LQDs6E4z+UtVWWd12kEyTmbePCIHLsvcKunE+2TfrhD7Kw+FRWbHsD42D18/fAxPv34MUa/+gz3ZgOYnI0gyh6glEZKSiAdmUDnwCy8Y50YHe3HrfZR9F+/gYmBz/HZ41F0P76P2fFe+KJPZYszgYBAQCAgENgdCBjIsauurkZjYyOmp6dht9vVd+xSWVnrv7iOsjznFoiZusW47JWrubu3V7TdVj3TkAgdWZEh6zSQ9UrWSWGZOpK7QL7GoIHRpgWHy5ZJ/ArRsmksj4nSJZlGeIlkjQxFJy/SXWfUkHyF4pVF8avKZLlLSKFyZDKOOV+mLhyn6Ek+EcevRhpVj2WwpXJYHsvSUBmmXMKDeFeTtdY0jUEBlyuzflrCheSvlldn1sBgfVZHVT/Sc7m8nCYT5mq4kIfKIu8Ckjxr6a4AABAASURBVCKB07VUJ4NFA5VvDbo8UxblYXmpLLgR2IMHt3HeGTAnXwudQX6mBpa6C7j03ctobshH3ydjMMGDCJJIIIpYSkPOsAFm+BACKDaMaFJBPKmDhq6ffipw6Pw7eP+7b+KVJhnp8G3cH/Ij7HHA6fCga1SG3mzFsfeuID08jMCkHUsm1J6KWvOZAqvVgMqmEhhOXkJp331MTk5hasm7k/7Bh+gb9WIiEIM37EP7eAkuNNbgZFshiouspJcFJpsNuvxaVFm0yGmpo5ldFzwDXRhT2lDU2YNwcAJOXRHixgpYtWtWUDAKBAQCAgGBwDYioNPp1HfsDh06pDp14+Pj6oxdtlWQJAns0G2Fw5htXYW8ZxGQn40SMYyARIa3KUeDiiYTWs7koOVs7sbp3Mp5D12wofX8kvRzthXLOnLZhkMXl/Av0a3hhBXWAi14O+zqNjNalsojfQ5dyAXTZurVRnovlHHsSh4OXbStqPt6y2o7b8Nhqm8LlbPevCvxs75MrYzBJRs4XIn3SfxS/AjvNrpvhyn/Ex6KW3jOui+85vOm0zmw5mmQW6hDVQvdF84zL/voi3lgvZhvrVR7xIqCMj205Lhzmz2ItFqdI44BtF+7hYGhaVSeqcPJF6y48Zvr+O1/+kd0z3iQ8+IxHG7T4KO/+hS/+0//gKEkINXlIzx5C7/4D/8R//E/fIIH449x6+aH+Kf/8Pf4m7/6Cu3fdCH35cs48Ufvo7rAinR3LzlxCqCUk/wzqKkphVbCpg8WkY5EER8ZhavEhBA5dMlAxl1Mk/w4pp0pgGYO5UQIUjyCuspRfP7VDfz6ix70uzzw+52YeDSAyQigvjInV6FCNqO5IA79hXoUnj0EYzgB2RMjBipRQ2LFZ9cgEA2nEPQnlp2F3jVKCkUEAgKBbUNAURTYbDa0traq79jxrpgejyer5cvzM3VZFSqEbRsC8raVtMcKIhMHMjl2OprZMVoUbBlZ1yfbRLNGRqZVdDKYFCgaSSWdcQX5LINpFTnPrTPnZ5qXwU6wcZ31WbUMkmVS5Wuyhz/LYyKd52SvgA+lr6obpa87v3nuvmjo3uiXtKs57NZXT71JhoZmBCFDHIsQYEBsOPFCE05fuYIzp87i8skK5Bx6BS+dPYxT56/iwtnjOHe8DiWHr+D18604dv51XD7TSmlH0HD5XXzrwnlcutCMlkuv4RLRmxdO4jQ5QeWtL+OFlnLUVLbgyOE2vHC1BcVnz6BJMaCw6iLq66pRkbdImQ1d6EpLSe4FtFWdxOWLb+G1Q0YY3J24+fsv8MXvvybqRvLQRdL7DXzrygt4/92LaLr8Bi62NeF4QzEK6w6huuU4rrSVwKbLw9mzDSgoLEBB/REcOXcRJyts0NdcwStXzuHixaOoqCqFjju9DWm7JzLtOSU1NDqg08vq99CeU14oLBAQCGQdAUmSoNFoUFBQgPLycvB7dfyOHTt2PLuWjQIlSRIzddkAcodkyDtUrihWICAQ2CwCNGGjduQUblbU/srP3okRlQ1lqD/chvraWlQXmSHbGnCopRZNh4+jqbYSVTTTpi9owIlDNWg4fBLN1SWoLC9BUeMJnDtyBMeOVKOy6QhayDk6faQFrcRXWH0INTl6mDVWFBYXoa6tAtaqKhTR6KbWWI7cHCtyjZtHU0NyLDV1KC2sQWMVlV1dROdmGE1mmE0mIiOKG5ppZrANRxrrcfhwHWzVh9FaXYGGyjzYispRUFKFZjq3ak2oriqA2ayHvqAUBZW1KDdoIJmq0dBQg9r6CtjyrKCxhs0rLiRkDQGFboiWBm2oaWVNphC0FgQEj0BgdyOg1WpRWFioOncZx45/7oDPN6t5ZqZOtS02K0zk33YE5G0vURQoEBAIZAWBp77c07OsCBZCdh8CujwU17bg2LkzOHPuFFEjSk166HefpkIjgYBAQCBwMBDYwVrqdDoUFRWpzh3/XA3P2PHumJt17NipY4eOaQerJ4reIALCqdsAcOlUColoFPx7UKn0nEGdTiWRTMQQS6SQ+T2pubg44hQ3z4XFe1qkwbJSJI/lZHhSGQGLdCPeOYZFsRu6oPL4gc2GOJaTInkb0kNk2hQCEk1ISZL6b1NyRGaBgEBAICAQEAgIBPYWAhnHjnfGzOyKyY7dZmwyduoYBbbtOBSUHQS2S4pw6taNdBIR/yyG791F+6ALnnAC5M4hHpyBc7gTj4c9CMaTSPEee95JTA33oGvchyg5aml2/JIpJJNUKDmD6UQcYb8Pfq8HgVBUdQiTyTi87jiSvE19IgEwM/++QjIB+oCyUeZNfgIeRMIhhFOblEPZ45EYArMBOhMfgYBAQCAgEBAICAQEAgKB7UKAl2Lm5+fjyJEjmJ2dBc/Y8VLMjZYvSRLZmWmkxGD9RiHc0XzCqVsBfp7FSpMjliJazBJHMBJFz4gG+f4v0D7kRM/9RxjpfoSHIYoLfYbPbo2j7+tr6B8cQG8oDr3nS/ziq2m4xm6if2QC/Q6SmPAg6bqGW31huAJp9SFKx13wTt7G3//0MZzeCHw9n+LB/ev4emwWMec3eDAShz9CeRd91nuRRtQfpjrEESanMh4KUkgTiFzhjCjyHNOUFvaHECMnVPX9yKNMRiPwhyNIRx/j3p0e9PXNwB8KwRMMIE5OYpw6gRQ5oSnKk0wkkYqG4Q+Tg/oMhpmCRLgZBOKxNCKhJJLxhTdvMxJFXoGAQEAgIBAQCAgE9hICiqIgNzcXdXV1iEaj4J878Pl8G6qCmKnbEGy7JpNw6la7FTRiQZ8lHCnEIwFMD/ej59EIvBE3pl0+uD0pFJaXorisFPHxXgz2jMMbViiuBPn5eYgMdMHnn8BsiBwq/pHfdBzJsAP9D6/jzsNBjM8GEaO08Mg40nHKH45i1pOAZ3wIY8O3MepzwR1Mg3ylJfqs9zIJR88IHP230Df2EF/1e+B0BpEkRywjKR0PI+oexoT9Lr66S+FwFyaGu3Hn0SS801MIxpyYnvHBPzuFmZlxdPRNIjX8NTqnQxjq6IG95yb6Jrpxq9OOWXJMZ9we1XHMyBdhdhDgDRR4MwVprU9xdordNVJ4eUgyloKfnhPXVAwzE9EtpenxKOxDYcxQmI2yQr4EeNv6gDeJJ/JYNpFjNEJlRZ7GZ7Fu02NRTA1Hsiqb9Z0cDGNigPDJoq6MC+vLxOfZItbXMRJBNuU6J2PqIEskmILPGd80vu7pGLiNJHnVxq556oQiAgGBwG5DQJKe7orJ79klEgnwzx3wjB1/T65HX3bqOE+KBunXk0/w7g4EDqg5uAbwafIjlUwjQV+odLoogyRJULQGaPPyEA8E4HMFkUxpUFSYA1NhJQwhHwKeCNIS71CUB5OtGAafk2TFwSsvseCQFS00Wh20mjhCXjfGBmZQljeK/ukAzeCZYdJroJdcGB+eoFmzJJbqskDUGk8lJHxuRMIeeH0OjA/1omsihCjVMyMgGaK00YfosQ/jYe8kJns7MT01BntMgZ5/E41IVvTQKCQrHoHHE4AsuzA82Iu+ATscNEM5M/QQD8am4XJMIhSJET4QR5YRUAh/jVYm7KUsS94b4rj+/MPjXjKgx3ppQKE9iKEtpsHHQQwuLYPiNlKubzaBeDQFz0zsid6q7I65MgYeBzD4KPgkbSNlLJdnsD2AAaLl0tS4x0Go4dJ6rnLNuPQ/JLmr6LvRurC+g4TFcjoNPPKj774PfQ+84HPmXY5vadwg3bNBqs/gajhQ+tJ8q10PdwVVJ51nz9lp5DJW4udyl9N5cEE9J/rDCAeTsOQpwMF8xCEOgYBAYO0I6OY3T+HlmDxjx45dMBhc11LKjFPHjt3aSxacuwUB4dStcCfUpZfk6CTj6uLDRVyyzgxzWQvaThbRjFYC6UAIWimIKfs03OQIBXWFsObqICX9cNin4J6ZRMhYRE6QDilymNzT45ianoEvocBS3oaGmgLkaWcx7ZlCX8iAkmIDfENTCHjCVE4lymproKEZsgQvi1ykyUYuFNhsehjJ+TQbDMgNdqNjKkxOXaaeacSCPrhoJnLcLyEcDSPi8ZBTFoe+0Aq9yQyF6q9VqGydCTpjDgqsBmgaj8Fovwe/ZERCY4OZnNhQ1AefphYGnQEqP2URnywiQIYejS/goBp8Wr2M+uMWGM0KEjRjxwbwVlKEDOwYOWEcPiknkEQokECYwidxxLeWc1OOgrxSLQykf4Y/EkqCz6OhFOKRFEL+BbK5DC5rjfJZznIUIdkxkr1cGtdjUZlrLItnHHk5MDup2ZTLshiLaHgOF75m8rkjmJnyYGpiFs4pH/zuKIK+OML+xXzMuxyxvAhhzbNqajphG+K8FKrXa6z3Qt5YOIWCUj1sRVpIMvWdq8mi++qeCcBB+nucIfg8VB+HFxOjM3A7gwj640jSCKC1QIvqFhN28SFUEwgIBHYRAnq9HsXFxSq5XC7Y7Xasx7Fjp46rI2bqGIW9R8KpW+GeyTQLojXIMJg0S2xmCelYCOHJDtz+7D6QY0HjuUroDSF8+S+f4Zuf/Rz+mno0XqwDIi6K+wR3Pv8C0ROnYLLaEBy8g7uf/A1++fHHuD2Vwsjtn+PTX/0NPvn4Q/R7UtBd/lNcfOWPcTQ4CInyh5QcFBQ14uyL55Fr0IDUWkHjdUQrGsghF2LxIHzWImgDXqTiMXUmMZGI0cxaAm4/GZyWEFLRAJTSQqTkBCa//hIPvnmAsZAOEf8QXE47pv1pKBoTGTFtaNPFUdKQi5yTTcirqoTJG4ISkykNKkEcW4PA5qdvt0avLZaqo+ez8bgZL35QiKvfL8ZL3y3aWvpeEV7+AyqHwidl0blaNoVP4taoxys/KMZrPyrBKz8kmUvyXP0+lUXpLxO9lJHN4fee5V1vuVdJzssr4UVpV5fWcYluy5V3lfR9lerx6h+uoB/JXVSXNch8Ug7lfWm+3le+U0j3uwCHX5JQfMiFghYHjr+uIRzL8eoPy9bcDvie8b1kvdVyqAz1nEL1ej36ZXgp72s/pnv6R3P3VJWXSVsSXqHr8+/loPiwC40XYjjykozSw7MwVQ+j6WIcF97NobZWhAtv56Oq2QRJ2uKHSYgXCGw5AqKA7UJAP+/YNTY2Ynh4GA6HA5FIZE3Fs1PHs3TCqVsTXLuOSd51Gu16hQwoLK/FB3/xDl79g/8R719sRVPLCbScex9//sffwSs/+d/wg7NlqGk8h9OX38O/+uMf4vUf/I/4ERmfRZWX8dL7P8H/6d/9JX74/T/F1TPfwr/5d3+OP/+Lv8T73/oLvHnxJbzbokCCDee+8w7OfffbONbShlp9MXTlr+J8kxa5Jmz6sJ09j4Zjr+Ji66v44OrL+MnlFPpufoLf/fJn+NUvP8cjexqV3/s3ePv8H+Lf/+QNnDn3Go6ffhM/+IPXcO7lF1BnbsVLr7+GCxdP48yhBrzwQitAVkfZqz/GuZYmNBTWo+rQm/ijH7yOsy+dR7HNSjPWribnAAAQAElEQVSZEEeWEUinAF4iDJrBzbJoIU4gsOsQ4N9f8ng8aG9vx+TkJKxWK1paWlBRUQFFUXadvqspxIZTXl6eurlBb28v7t27B41Gg/PnzyMnJ2fP1We1uoo0gYBAYPsR0Gq14B8ob21txczMjLp5Cv+e3fM04b6Jedix43BHSBS6YQTkDec8sBklKBotLDYLzNY8WIw66HQG6AwW5OZYYcopQA7NqGl1Rprl47gcmHPykKOXKZ8RJksObHk25FhzYaI8fJ5rs8FiscFsNMGiAx0yDFYLkRV6nY4cIgWSxgyjToKchRFb2WCEVm8ieWa13NziWjQfP40TZ87jzJnjONJagxKrDVZjDvJyzDAYzNATWa10bqK8sg4msxlGowEGvZZCHfjQmHJgYH0VLTR6MxknZsLASAaKDIkZBGUVAfKjIckkUhLoEgris08RYOOCf3uJR5z7+/uhJWOFHbnKykqwY8TO0F6rOjuoTqcTTKFQSK2TyWSCz+cDO3mZd2H2Wr2EvgIBgcDuQECSJHWgiJdilpaWgvuZ8fHx587YsVPHfa6Yqdsd93G9WrBJuN48e5lf6L4UAUmBpM1FQVklKqqqUVlVhuJCcs6W8onr3YcA+XKSxP92n2pCI4FANhBgQ4Rn5TLGCG8AwAZKQUEBDUhZVGcoG+VspwxeBjUxMfFktrGmpoYGzgxgp5XffzHTgBk7eMoem33cTgxFWQIBgcDzEZAkCXq9HiUlJTTIngOeqeP+NB6Pgx235SRknLqV0pfLI+J2DwLy7lFFaCIQ2E0ICF0EAgKBnUCAjQk2OnipJb8Lwi/78xbd7NDx7zDx7BzP1u2Ebtkok0fAY7GYamzxKDrXh+vHS6TY6GInj40wg8GQjeKEDIGAQOCAI8CDRNynWCwWcL86PT0N7mO5r10KDTt1HMf9FIeC9hYCwqnbW/dLaCsQEAjsNgSEPllDgA0JdmzYkRsZGYHb7VbfnWNnrqysDBmDI2sF7oAgNrAaGxtx6NAhcH3ZwGLjiuvIs3Rihm4HboooUiCwzxHgvoUdu9zcXHDf6vV6wYNJS6vN/Q/3R9w3LU0T17sfAeHU7f57JDQUCAgEBAIHAgH+sdyBgQHcv39fnclqbm5GbW0t2CDZDwAsrQM7dDxTd/bsWRw5cgRsUPHyKHZsl/KKa4GAQEAgsBkEuB/l95F51cPQ0BDYsWMHbqHMzMCZcOoWorJ3zoVTt8K9SqXS4N8y8jhjcIxF4BgN7whNDYdhH1pf2TMTEYT8SUSCKbgd0VX1nhoOYaQzgCkqZyvrODkQgp1oYRmTgxQ3FFpVv4X8mXPWdbyX8o2E1503I2NhONEfBOuyMC5zPkVlTBFGmevlwrHuAOxUl+XSFsZNj0fAvxEWCibhnpm7L1OE+0bxn7VHEfQmkIynV2jFIlogsDcQYGeON0EZHBxUZ+NOnToFXobIs1qSJO2NSmxAy7a2tidOq9FoVM95lnJ0dFQ1uDYgUmTZHwiIWggEtgQBfseOB8pycnLA7/BOT08vKoedOnb0UqnUonhxsTcQEE7dCvfJnKuFyaqBczyM0fYARtZBw4/9GHm8vjzLyR966MfQI5LVQbSO8ifI4YlHk4jHkpghhzQje3iJTqznEOnKTslIxwb1pfzDrOMK+mXKHCXHkZ2XjC4cMq6jK5TLui2VO/jQi4EHHgy3+6DKW6FMlr0ccf7+++45GaQ3Y8v6sQ5My+WZiwuueP9ZxmgXpS9TD9af6zEnI4AxwiAZTyIaSmCGnMW5eP98XfwrljHH9+z9sQ+Ewfe5oFwPif4gDoHAHkKADQd+t2xiYkLdJIQ3EOERZB5J5o1Q+J0yNjD2UJXWrSo7rZl68iwd/0wDG13s5PImMesWKDIIBAQCBwyB9VVXkiR1YybuZ3U6nbrEnd/nzUjhfihzLsK9h4Bw6la4Z3klWtQfMaO6xYTiKh1KKtdOxZV6FK+Df0XZVXqUVutQSuGKPMuUU16rR+sZq0pVTQZV9+X1Ifkku7yeeNZZx4w+xavUtXheNw5Lq6ksokw+Dktr9Cih8vn8WdI/g6HJFoPWFIS1IIkyquNa70tRuQaKwY+0xg1zXlyVyzpxmRyyHqwfXz9DjAvTfF0WpnPeEqp/ed2zdSsh/kw6n6tE9ef70nzSgqomI9Q4qv8c/vq5a8qnxq8hrGgwoO4wt1EjhE8HcewhBNhhmZqaAs9IeTwedRdLduSKi4ths9nUrbglSdpDNdq8qpIkqThkjK1gMAimzUsWEgQCAgGBwGIEeACpqKhIXRnBP63C/TAPtEmSpMaBDjFbRyDssY+8mr4HOc1q05DBbMLJqzYcu5yLo+ug4y/m4hjRevIsx3v8Si6OX6Hy1ymLyz79ah5OvZKn5mfZXAeO5/MM8TXLP8FlrKN+mfwcZmTw+VLKlPkkXFIPzsu0NB9fczzrxucZqj+hoOJQArXHJBy5ZEHbeRMOv2Bd9d60XTCj6kgahQ1BVB9N4/BFC05cIVxetKnY8L3icri8o8tgkNF9pbTV7tFSuSzr5Mvz9+Ulm6o3l6u2sSXYLFfe0jguu+2cFcXkGFI/fJAfV1H3PYIAGwns0PGulvxbbLwRCs9W8VJL/qkCXoK4R6qyJWpKkgTGobCwUP09KR5B59+025LChFCBgEDgQCPAKyN4MI2dOX6Xl/tm7qMzKyRE37P3modw6vbePduNGm+ZTtzZ8Na7vEyLO5toNKq+a+Lz+cDvnvCGAhy/nAK8sxO/CMwvBHN6dXU1uAPLdFgcJ0ggIBDYegT4OWYDgWeexsfHwU6dRqNBZiMUduYk6WDNzK2GemYEnd93YUNrNV6RJhAQCAgENooAO3YlJSUIBALgvpltKkmSIEmSujvvRuWKfDuDgHDqdgZ3UeoaEWDHrKenBw8ePMCtW7fw1Vdf4YsvvlCveVMFJh7tXyqODUg2iIaHh8EzAWw88s5PS/nE9XYjIMo7iAjwc8wv5fNzzI4db99/7Ngx8Mv6kiQdREhWrTO/68KOHf+uFBta7BSvmkEkCgQEAgKBDSAgSZLaD3OfzEviecCNB9FZFNtRHAraOwgIp27v3KsDqakkSep25vyuDf+u04kTJ9Tfdzp+/LgaVlZWqk7bQnDYgGRDiNeJ82+y8NIuNpIkSRiPC3ES5wKBrUaAn0WeUeedLdlgKC8vR21tLXh0mGfqJGmVZ3KrldvF8iVJgs1mU4lH0LkvYyx3scpCNYGAQGCPIsB9MdtK9fX16ioK7m94hZRw6vbeDRVO3d67ZwdKY0mSwA5ZZskkdzT8Qi/PwrHjxoZiZnkSj2az4cO76fHucTzKzcsKeKZOkoTxeKAajqjsjiPAzyC/N8fvakiSBN4AhN8X49k5rVa74/rtdgUYI97MgIk3lOGl59zH7Xa9d0I/UaZAQCCwcQQkaW6TJh48z8vLA8/U8asrHG5cqsi5EwjIO1GoKFMgsFYE2Ijhrc7ZceMOhg0bNhZ53Tc7eJzOsjjka146wE4fv6PDy5fYIOJ0QQIBgcDWI5B5Dnl2jgde+N1XHgXmZ7GsrEyddRdbZq/9PnA/xpumcL83OzsLDteeW3AKBAQCSxAQlysgIEkS+OdUePCNX1XhFQLc56zALqJ3KQLyLtVLqCUQeIIALwHgUWve5IRn3ph4CdfRo0fVJZgczw4dv1vHs3fcIfGMgHDonkAoTgQCW44AP6c8+MI7NvJzyEYBP5v8rgaHW67APiyAHWKe2eQRdHaSefR8pY2h9mH1RZUEAgKBbUaA7SYeSOLVUTxIzgPoPFi3zWrsguL2pgrCqdub9+3AaM1GDW9y0tDQAH5/jkf7eXkAGzaSNLekks/Z2BkZGVHfQWE+duwODEiiogKBHUSAv/D5GWQnjjcmam9vV3/ctqmpSX1mDQbDDmq394vmAS1+L5hXKvDMJ69c2Pu1EjUQCAgEdisCNpsNbGfxYPnAwAA43K26Cr0WIyCcusV4bMuVKGTjCLCBw0sE2IBkY5Il8cwA76zHI9o8K8DpHC9IICAQ2HoEeLkzf/HzTrQ8W8ebGfFMOi8d3PrS938JkiSBB7d4WRQ7dLwiYf/XWtRQICAQ2CkEeJaO7SleYcG7FfM+BTxjt1P6iHLXjoBw6taOleDcBQiwccNOG3c0PDvAS5J43TfH8Qwdb6oiSXMzeLtA3c2qIPILBHYtAuzA8fIcduh4kIV3tOQZJQ7Fc5jd2yZJEngJJvd//E4x453dEoQ0gYBAQCAwhwC/98zEqyx4MIn7eX5PWrzTO4fPbv4vnLrdfHeEbs8gwCNIHMmGDTtzvPUudz78nh3vdslpggQCBw+B7asx7zDLywB59JYHVfiLnzdCYeJtsdnxkCQxsJLtO8I48/su7Exz35dt+UKeQEAgIBBgBDJ2Fof8fh33O9zn8KoM7n+YR9DuREA4dbvzvgitVkCADUZegslLkHgzBp6t45kBm822Qg4RLRAQCGQLAR6p5RFbXu7MzyDPkFdXV4PfdeWfDslWOULO8gjwey6MOb9DzPciswR9ee4VYkW0QEAgIBBYBQEeKJckCWxfcX9TVVUF7mu4zxerBFYBbhckCaduF9wEocLaEeAOht/V4Rk6Ni7ZoWNDZ+0SBKdAQCCwXgT4y52dCH5/lQdTeMSWlwPyZij87gUbAeuVKfjXjwBvAMXEo+Xc/7GhtX4pIodAYG0ICK6DiUCmP+dVGZIkgft43lGcr3l1htg4Zfe2C+HU7d57IzRbBgHuVPh9Oh4t4pd4ecllpgNahl1ECQQEAptEgB0Ift56enrASy55VvzYsWPgL3lJEsssNwnvurNzn8fEs6XsbK9bgMggEBAICARWQYCXXUqSBO77M2w8iMfOHdtf3Pdk4udDEewSBIRTt0tuhFBjbQjwuzw8Ql1fXw/ueMRI9dpwE1wCgY0gwL87Nzo6iocPH4IHT/i54w2JeMZckoRDtxFMN5uHZ+r43UXeCZP7Qx7o2qxMkV8gIBAQCGQQ4L6ezxf2LZIkgd+bZseOnTpeirnQ6WN+QTuPwO536nYeI6HBLkGAN0fhZV/c4bS0tIC32BXLAHbJzRFq7CsE+LnipZZjY2Ngx4HfmSsvLwfP0rFDxwMq+6rCe6gyjL3BYFCXRPEAF9+rPaS+UFUgIBDY5QhwHyNJEhY6dawy9/38uguvFODfJOWBJTGwzsjsHhJO3e65FwdMkzTSSBIl1kSJZBT+gAfJVAzFJYUoKS2E0aRHMhlDPBFVZaSxNllzfEnCO0UkPgIBgUAGAf6C5qWWk5OTYKeOl/fxMmd+UZ4dOt6kKMMrwp1DQK/Xoag4H6FwALF4BKn0evo+7vfSO6e8KFkgIBDY1QjwwLkkzW2UslBRdvYsFjPZYEWAlEQw5Cf7K7IB+2s9/dVqvGxDsi0n+jPMH8KpmwdCBNuLQBqp+Y4gTuHzKRwNIEGOndliRFFJPrQ6iRy7ApISRzQWXJOMNJaWgISBUwAAEABJREFUIzqD7b3ru6Y0ocgSBNJpejricfBs+NTUFHgjIkmiZ6ykBGK55RKwdsGlVquBLS8HOr1CA11RldLP9G9L+7u5a6iDX8II2gW3UaggENiVCLBTxw4cfy8wLVRSq9XCZstBRWUpImSXhSMB6n9iG7TB5vqktfZdy/OxHbdQw4N9Lpy6g33/d7j2aeoInk+pdArBYAB6gw65NisURVLz5eRakU4naaQ6Ss5dWo1b8T/N8MWTKep80k/4drjyoniBwK5AgL+0Y7EYeGnz0NCQ6tDxckt+f453l90VSu6YEru0YHK4NRoFtrxcGuyKIRIJU8gDZU/7t5XPdmmdhFoCAYHArkGAHTumOA328XfEQsW47ykozIeikRGJhmlgPfLErlq531klJZ0g2yyBeGoVHi4hHUc8mURiAd9CvcQ5IJw60Qp2NQLcmfBmDby2W6/Xg98lYYUlSQL/tAGicYRCYQSp4+H4ZSkVB3ydGJgIYMa/LIeIFAgcWAR4ueXIyAgGBgbAz9jx48fBO1vqdLoDi8murzgNdIH6NUkyIhKZxtDgJEaHRee2o/dNFC4Q2EcI8EwdEw/4rVQt3jSF04PBIHip/kp8z40PjWLaYcegYxVO7vN83Rie9MHhXYXvgCcJp+6AN4CdrH5otBPt31zHNzfvoWewHZ/+6mt02IPwkQ8GvwOOzuv42W8+we9ujSPinsRQ+z18c7sLHaMejN75LT7/phOPP/8MX3x5E1/1jCLiGsTdTz7E7+/ZYXezECAZ8sDT8xV+99tPcKNvHI8eteMW8V9/ZEeCKi8WIREI4nNgEXA4HBgcHKSBkZC6zJLfnTMYDOrOspIkHVhcdnvF01EPvIM38N9+2YvOnhGM+/2Y9jox3X0bn/3mGh7ZZ9Df/gD3PrmGGze7MRoIw9v1Db7+/AYGRqcR5dfqdnslhX4CgX2KwF6oFjt0iqJguZm6eNiPqXsf4+ZXnRizj6Kr4x4+/OUX+P3dMfjjPgzcv4Gvv3qIR497YO+9i998fAu9gx24/tWXuP5wCCMLnLLI2APc+fJz/P5OOx4OjuHRF5/j428GYZ/sQefdO7hxpx/DLj8CfV/h048+wfXuETxq78Sda9fx5f0JRGjWTnRnT1uUcOqeYiHOtg0BdqUi6H44StSO0ZEe9I04MTgeRCyRgmpLBv2I+XxwaXIhTQwiLEfhTwYxPT2L4QEPnCMz0OeZkKs3wqDIiAWmMfXoJm6OONDZNYIpTwAR+BAIzaB7WIfSfAP0vl709ffizuMxTPaMIUD1TRGJj0DgICHA21BnZuf43TmTyQRebllYWAiz2UzPn3Dmdn97SENWkkibCmCy6pGOBjHRO4iO2/doJLsPHUMOdI+EEI9EYNbMYnxmGLc+78Fw70O4ZmcRie3+GgoNBQICgZ1DgB06pmedujiisSi6hk3I188gGpzG+GwSPn8auc4e9Pfcwlddw3j8aBjjPQOwe5yYNhXCoE0gHnZjatINx1SYKsYD7yPoHaG+TNLDBidcw49wrWMSQ/f7Mem0Y8TlhdPjQijmQHu/HoW5BhgCAxgc6MGt9nGMd47Ak04jiX17rLtiwqlbN2QiQ3YQSMHtiSJKQ8Z6rQYS/en05ISFU4jxsx6PIRmLIaQYkA74EPb6EVVSCKcT8E7TeViH8qoiVFQVo9BmgSYRhnfGjhkpB5KcgiylkEYCvN7bPhVHrs0MU9qLEFkzobgOemr5UnYqIqQIBPYMAtFoFLNk1I+Pj8Pj8ajLmXmpZXFxsXq+ZypywBWVFA10lhwU5hhhpcEtiQbDQtNe+GY9SFu1kFNJ+KMGGHMsKCvSIBwMwU6GlCzL0GhEzwdxCAQEAqsiwH0FO3W8vHIxI1lW1L/MBnSwwIdEIoBAUoN4QouUcxze4BRmQjISFKdLJiGnJegqq2GJhCDp0wjGowjSoDuQAhDClCNCNpsOVn0CqTA5cREjDLJE+RRo5BiS6QBmPWGMT0ZhsZpglgKIRKI0I6iDQYE4liAgL7kWlwcFgR2tp0Sl61FRV4z6tkOoqz+C1rp8tFQGEQimEI5SMo29ROkBd02Ow2cthc6XgE7WQl9gQW6uAkthEYyKAmOeEXqjHorGDF1pJerKqtF2pBbl+RYYqcvRKVYUGKZh98qQC6pQV12Pwy11qDlSAysVIx4AAkF8DgQC/OXsIUduampKdeh4Zq66uhpWqxWSJB0IDPZNJWUNJK0FlvgsQANfGmMOiooL0NDciMr6NhyrL0ZlqZVm8azQ6gtQYKlA8/FK1DadRBH3nfp9g4SoiEBAILAFCChkXzE9O1OngVbRobzAQ86WBhqdBiZDAr5QDINhA4oqa3G4ugZtRxtQ11yDSkseinRAwulHymgim80AsyFNGmuJKlBgpMH2aAwhbSFKahpxorYaDWebUVNQiYZCDXJMGvj8uSg2TYHG85G2VaCG7LijTXWoO1aHAlmChiSJzxwC8lwg/gsEthsBBa2XL+Limy/ixPE2NNQexYXX/wRvn8xDpY3HcDTQGgtQR07fH/7wMo6+/i4un38T33vhDN596xCOvvUKSk1G5B0+j7MvvIDLR4/AUncR37vShiuHS1GUw1aLDnmldbjyox/g4uv/Cu+99DK+9+45vP3WURxtKQE3fmm7q70HyxMq720EeLMhfomdf3uO36HjDYaOHj2KiooKaLX8xbq363cgtVfMMOS34b1vt+JY3Qkcb63EiZfb0PbGB3jz7Fm0lZfhxRea0HjyKHJLGnCithQXvvctXLx6BlWl+dCJju9ANhtRaYHAWhHgmTomHgxcnEeGOScPF999HWe//T1cOVRD/UsFWi5expX3X0axrgWvvXwKr15tRcPJYyg8fBavl2lQfPENvHT2dXzvxZM4d7yYRLIFloPT77yFS+/9GK+//B6+9/o5fPDdM7h0pgb5lXWoP/E6Xr70Et45V40rf/QDXHzjX+Hdq6/ie++cwzvvHMOJQ2XQ0oCkBHFkEGBUM+ciFAjsGgTi+VWwNh3DSxVGaGkk5nmKsXFqNpvh9XrB7ww9j1+kCwQOAgL8LPAz8fjxY/AsXUFBAappds5oNG5F9YXMHUJAo9Gos628vHaHVBDFCgQEAvsIAZ6lY2KnjgcGV6xa7nE0NjbjYqtWXfXB72tzP8QDiSvmEQlbhoBw6rYMWiF4NQQkmieToKX/umUpEpMQDKdhUXRQoFuWR14Qr9OYYdRb4XUH4XJ6EYuknpNHC4kkg/5DHAKBfYhAOBzGxMQEenp61Bm5srIysFOn09HzJIuufy/fcon6LQmaRX1cNJyE1xNcFCcv6CMz5xL1exLlx44eonCBgEBgNyPAs3QrOXUS9SFypm9RcmAg2yvHaIBea4Ys6eCc9iAUiOEJT4Y366GWejIF4niKgPhmf4qFONtWBCR6GGUiZVmKhGMIBiLQ60yQJQ0k6kRWI0XWEK8RFnMOHFNOMm4CSCWxaj5AhjgEAvsNAR4h5dk5fneOQ35nrqSkBPn5+WIzlH1zsyXq22Siuf5Tq9Gr/Z3X7X8SJ63YZ8oAcUEcAoG9gIDQcUcQYIeOiWfdFs/USaSPRD3IXN8jLehnNDQIn28rRMAfgs8bQDyWXJZvYZ7Nn4v+DAsORmPBpTgVCGwnAhIVtjzFYnHEYjHwduugbmEtpNFoUVJSSsZNCrzULBgMAavmhTgEAvsGAf7i5WeGd7fkd+d4GYzFYkF9fb3q0PES5X1TWVERQuBp36nXGyDLCrjPS6XSi9KwbB8IcQgEBAICgRURkGUZiqKodtizTE/7HizoX2RZgc2WB51Oj0AgCL8/ACxI37pzqIf4BzFVIRrB7kOAjdNEIoFUKgW9Xg9JktakpCRJ4HeFKisr1Y7I5XKB5awps2ASCOxhBPiZYYduZmYGQ0NDiEQiNMBRgrq6OnV2TpLW9gztYQgOtOrssDNxn8n3ntvDgQZEVF4gIBDYFAIKOXRMbEOttz/hlSH8PjcPrnO4KUVE5nUhIGbq1gSXYNpOBDJb6Go0mg0Vyx0Kz1D4/X7wjMWGhIhMAoE9hAC/PzcyMqK+P2ez2dTZuaKioj1UA6HqZhHQ6XSqA8/9Hjt3m5Un8gsEBAIHFwGZZurYBuOQHbP1OHZ5eXlqXxQMBtVVUwcXxe2vubz9RYoSBQKrI5AxSHiUaHXO5VMlSVJnKVjON998g5/+9Kf41a9+hc8++wz8o8vL58pSrBAjENhmBHg0lB06Nubb2trUnyrgZcuSJG2zJqK4nUSAZ+p4ZUMgEFBXOeykLqJsgYBAYO8jwA4dDxbxKhC2p9ZaI0mSwIOL3Cc5nc61ZhN8WUBAOHVZAFGIyC4CmREh7lA2KjnjELKRw4Zuc3Ozut0uL8nkDSQ2KlfkEwhkC4HNyuHRU56JzrRn/qmCwsJCdQnyZp6dzeol8u8MAjyqzv0dj46vxwDbGW1FqQIBgcBuR4C/Rzbi1HG9cnJy1D0RuD/iAUfRJzEqW0/Cqdt6jEUJO4AA7/rHjl1TUxNaW1vBTh1vGME7ObEhvAMqiSIFAllBgL8cfT4f+MfEeZBCkiTwUksmHhmVJDFDlxWgd4+QNWnC954NsFAohMzA2JoyCiaBgEBAILAMAhmnju0mHkRchmXFKO6LzGYzuF/id735e2tFZpGQNQSEU5c1KIWgbCEgSZK6OcpmDBMeGeIOid+vy+jFW7pzHL9/lIkToUBgLyHAX4w88jk6OqouJeb2zG2cZ+j2Uj2ErtlHgAex2JBip47bSfZLEBJ3PwJCQ4FA9hDg7xee/V/v8suMBuzU5ebmgp06lrEZmy4jU4SrIyCcutXxEak7gAAbJ1zsekeGOE+GeOqfDRu73a7uhMmbr/C7JpIkqTtqZvhEKBDYKwhwe2aHjtv0xMSEupy4vLxcfXdhr9RB6Ll1CPDySx4V590vue8UBtTWYS0kCwT2PAJrqEDGqcv0KWvIsoiFdyNnp44H0tn+4p00FzGIi6wjIGddohAoENgkAmycsIjNjOzwzAUbOL29vfjyyy9x+/Zt/OIXv1B3YiorK2PxggQCewqBzIYovOTy+PHjaGxsVB27PVUJoeyWIsADYgaDATyIxYMAW1qYEC4QEAjsawTYqePZf7bFNtqfsB3Grwbw76fyMs59DdguqNxWOHW7oFpChb2MgCRJ6jpsdu54hGgjI87cGVVVVeHChQvqO3V8fv78efCoEe8U2NPTozp4LH+jndVexljovrcQ4M1Q+B06SZJUZ66goECdcZYkaW9VRGi7pQhIkqS2CzbCeLZuSwsTwgUCAoF9jQDbUbz8kp2xjfYn7BQWFxfD7XaD5exrwHZB5eRdoINQ4cAisHLFuSPgER6est+IU8eSeT13aWmp+vMG3Knw7oDs1PH67nv37mFwcFD9XS+ezeOfOuDNJzZaFpcnSCCQTQR4sIHfjxoeHgbPzvEMDM8y87uh/GxIknDoson3fpDFRhj3nX4p754AABAASURBVLzMidvPfqiTqINAQCCwMwhwf8JO3WYGv3n1gNVqVfdJ4GWYPOC0M7U5GKUKp+5g3Oc9V0s2TJg262hJkgSe8eOOieXx73exQczGMhvKHPJ7Srw0gGdD+H0ljhMG0S5rMvtcHR5M4FHMsbExDAwMqMTOHLdJJm6zPDDBDh1/Se5zOET1NoiAJEngfo6dOm5TGxQjsgkEBAICAdUR4/6EoeCZuo3YRZIkqSuveJ8DdurYvmJ5grYGAXlrxAqpAoHNIcAv2PLMBL9HtJGOZKXSuYPi3QIbGhrUjqaiogK1tbXqZhPs3PHsHW9CwR1PNstdSR8RLxBgBPgLkwcUeNa4s7MTGWIHjwcieIaOvxSZV9DqCBzkVEmaM6DYqRP910FuCaLuAoHNIyBJkjoozrYYf0cxbUSqJEngAUme8WPHbiMyRJ61ISCcurXhJLi2GQF26pjYqeMZjGwZKLycgDsoNpDZweNllzyizUszDx06BH73rq+vDzxjwo7dNldbFHdAEeA2fv36dRw5cgTvv/8+3n77bRw9elRth3V1dWJDlAPaLtZbbUmaM8LY+MpWn7leHfYQv1BVICAQWAMCbIvx5ktMa2B/hoXtLpvNpr5Tx47dMwwiImsICKcua1AKQdlEQJIksPPFozvT09PqzxJkQz4vxZQkCdzJ8A6C3NHw8jZ+z46dPH4Hj+O5TIfDkbVyIQ6BwAoI8KwKf9HxzxPwMmFm4yWW3P75WpLEu3OMiaDnIyBJErjtsEPHg1UQh0BAIJAFBA6uCEmSwE4dvwvHtFEk+LuMiR1DMVu3URSfn084dc/HSHDsEAJs1PJWuOx0cSeQDSOFHTd26Fgeb6TCM3PJqA6j/W4M97oQmAXkRC50KIBzMoqxATdc9tiqNDUcwcx4dFWe58lwjEZgH4pgenT9cpyTMdgHw6Tv6no+TwdOnyY9nBNzOnBoH4zARfI5bT3knIiBaT151sI73hemupJOz7kna5G1kGdhvRfGZ/vc64w/8zRxe+R35nhTIJ5hYQZJktSBB4hDILBOBNip43aUjf5ynUULdoGAQGCfISBJc04dO2NMG62eJM3J4X5pX6+C2ihAWconnLosASnEZB8BNnR5Jo2NXt4whWczNlsKO3U8WsQj2X6/H+zYJQIWOEdkjPeRE9cXgWMkiWQwD/4ZPSYH4xgjR2JF6g1jtCeMMQpX5FktfyaN8rOcUQrXLYfycN5N60C6jPZGkNGBw9Ge0MbqRjplQ5+lWIx2h5/otzRtM9cL670ZOavlHe4MgSmdWtyK2QDn9zl5sx5+p47f6+R36XgJML/vybPLi3OIK4HA8ghIkiRm6iAOgYBAIJsIsJ3EDh3TZuTy++GcPxu2HMsR9CwCwql7FpPdGnPg9GJnjmfreEmkx+OB1+sFG8CbAYJHsbljYeKNKXjpWzJsABJWKLIJcZpIYdLrLbBY8qHVmp/EcfwzlABSkJBISqvzzct9Jv98fDIlI00GWTK1fjkJ0iEtyYhTuJL8tcZz+Zm6JBISUhuVy7owzddvreU/j49uEtKE9/P41pu+sN7rzbtWfr8nCftwGIl4EpFIFOzIcZt2Op3gpb482MCzdezcMfEXaFtbm7qb4WbavMh7cBCQJAncx/GgFY+IQxwCAYGAQGATCEiSBLaX2Fbi5Zeb6VdYDqsSiUQ4ELQFCAinbgtAFSKzhwAbKPyuEXcmHnLseNnkZqXzqFNeXh7YqeNlAJKcRn65AbXHclB/IvcJNZ3OA9PCuOXOm87Y0HDqab7leJ4X13g6FyyHw+fxPpN+kvKeJR0onEvbuC5cfsO8HK5TM8mtn79ej2zOy7SePGvhbTlvQxPrtOA+rSXf83gW1vt5vBtNL6kzgtsaO3IzM9OYnJxEf38/uru7wY4dO3AvvPACOORNe86fP6/uGMaDG5tt8yL/wUCADS4e+OJ+kjff4fODUXNRS4GAQGArEJCkp8sm2bHjAaONlsPv5kmSpG6YslEZIt/qCMirJ4tUgcDOIiBJkjpTkXHs2PjdrEbcsfC7euzcsVHt9Xk3K1LkFwg8FwH+MmSH7tatWxgdHYXb7Qa/LzoyMkKzvHE0NzerI6I8msn0XIHZYBAy9hUCPALOS3jb29vVwQKXy7Wv6icqIxAQCOwMArxqigeNuI/ZqAa8GoVl8IDTRmWIfKsjIK+eLFIFArsDgYwTxsvTZmZmNq0UO3atra2qwxiNxsioTmxaphAgEFgdAQkWswU8A9fS3KK2PR5Y4PfmeJdXnpWWJAmSNEeryxKpAoHFCPDM771791BQUKD+JEZhYaE6E8y/ebiYc2NXIpdAQCBwcBHIOHWbdcj4e45R5FVSHArKLgLCqcsunkLaFiHAG5yw4cubRrDxws4dz3xstDhe0sYGdWVlJTiUNipI5BMIrBEBWZag1WpgsVjg8XrAbZANcCYeZJAk0QrXCKVgWwYBNraYampqwCsbeGdfNqB4RngZdhElENgqBITcfYhAtpw6rVarvve7mRm/fQhv1qokZ02SECQQ2GIErFYrcnNz1c1SxsfHwZ0CT+VvtFhJktR3lswmk9rJbFTOrs+XTiEacMPjnoUnlCJ104j5puCaccLjjyCeiCMZ9cA5aYcnEEUsmQZSKaTiMUSjEaIYEvEAAp5pOKedcAcTSJKUhZ808SeJP5mIIRaLUB6mKJ3HwHEZOfFkEvPi1ezsmPM9TEUDCHmdmPFFKZ3KV1P32z8JCar/pH0SvPNqTk6O2p7Z8Ganbr/VVtRnexGQJB400ILfF+YBA+4ruV3xezDbq4koTSAgENhvCHBfwt/VbHdtpm7s1PHgfDQaBbAZSSLvcggIp245VETcrkSAOwI2WIqLi8HvivAOgdzBcEezGYVlRYZEsyibkbGb80Znp+B0jGHSPoapqUnYfUk4R7roegRj43bM2MfJyRhG/8AUpiaGMDHtxsyMByHnFGZCQQRDEcTDk5im/MNDo3BMjWLMm0Z8gWeXID7v2BC85NAFw05Mk/M3M+NHyBdAyDEBZ9APfyiMWDyIQNAD+4QHKcTgmnTA757ErGsS4xMzcHnCSJBPR5/dDOmGdEun0+ANf+xTdthsNnA75jbNcTx7J0lipm5DwIpMKgLcvnhjFN4khc85jMfj+3vASq25+CcQEAhsNQLZmqnjVVc8kCmcuq25Y/LWiN15qUKD/YkAdyz8fh0vL+Lf8eL360TnsNq9TmPi7hcYcbgRSoWQHP4Yv2qPYKBnHCmNH9Oj3Xj4xaeYDAxiJFGF9OQ13LhzH9eudcDefge9sRjCNLWWDg1jNpyE1+dHcuQ3+MXjOPzRp65XcGoC/R/9Av2JBCLSGAYHJoiCSAa8mL31BXr9PngSKZoAtGN86B4++c1dhFNTuPvhNfQ9+A0ejg2jfSYHxRYt9qt/zYY23yl+14nbL7dlfq+A2y87eZIknDrGR9DGEJAk/jmUuLoJTyAQAPePPCPMI+wbkyhyCQQEAgKBOQT4+4rP+Psq813G1+slnqljp44H5NebV/A/HwHh1D0fI8GxyxDgkR5+F45n7RwOB5h4RHqDau7jbOx0hdAdroXJWI1jLTXIa65H+EEHUn6aoRvvx7g3goC2ADmyAp0xF0XH30K9QUKu7zHGnQ/x1a9/iq8H/PBHaF7NO4PpiUnYnUlY88j5UpY4IWRUQm+C2WKCxZIzRyYA8T7c+ZjktI9hcsoNxTmByPQoHky3Y2zUjfFUIfw+L6KDdzAS10JKS5Ao2377yLIMs9mE2upadZOUzEwzLyvmL0xJ2o+13m93cffWh/vEc+fO0Sz5NP7xH/9Rde4aGhpw9OjR3au00EwgIBDYEwgoigJ2yFjZzThkLINXqLBzyLIEZRcB4dRlF08hbRsQkCQJ3CnwRgC8yYTX6wWPSvMytm0ofo8VIUGbToG9pJQCmgVLI5bWIK3JgU0OwJJvgrasBhYAkiRD1sQQU/RIScUoyTuEM6++jfPNhbAZNdCTQyIZChFP5ONolQS9Fs8edG/YecmQJBug0dTi2JW3cO5oLSrkNH0xJKBtMmL8Zy4UHUojnlOLwtoXcP54KbT3fobxYAzkQz4re8djNq8AY8xtl2fo+L1QHowoKSmBJEmbFy4kHGgEuF3xjC//NAYv7eUNUzjkQbADDYyovEBAIJAVBLgvYeeOl3ZvVKBWqyWbQANhr20UwdXzyasni1SBwO5EQJIkmvUwq+8l8UxHMBgEG8k8+rOZpQHYVwc7CjrU5rngne3F9evt6OuYROHhSmhMebCWtKHCqkdubAKTwRAcXZ/j9ld34YYeprJ8pKNuTI8NY7CjD1P+EOI0k1dYVoKKShPsQ7NIxJJ4/pFEKu2Hyz6Gke5+DA644ZdzUXi0AVLciKa2XBiSYfhn3HB7PJgcsZNDlwLPMT5f9t7j4HeefD4fhoeGkUgkwLPNOTk5e68iQuPVEdjBVDa6eNCA+0EeXNlBVUTRAgGBwD5CIBtOHQ8+cb/Ethp/H3I/tY8g2vGqyDuugVBAILAJBHiDCR6N5tBDToHdbge/R8IG8ybE7qOsGlTVFiA3R4tYWIGsFOL4sSKU1Dchv+IkaorLUG3TI22sQJkliGRMj+LSIlS0VMJYlA9TMIBwMIKYphh5+SVoqC9FbVMldAEnZsaGMDrUTw7KKJyhFExNh1AgK9DAhvz8HHJYtJD1ehgrK2CORZAIhhHR5MFU1ITm2gY0nm1GTVUr6mxm5MoxJDUmmGqPwKYnGRL23cFfXvxFNjExAR6E4HfruO3yyOW+q6yo0LYjwDvJsjPHqxb4Zwymp6fBqxg4ftuVEQWuGQHBKBDYKwhknDp+Z3ejOkuSpA5o8usH3FfxapWNyhL5nkVAfjZKxAgE9hYCZrMZpaWl4FmPoaEhsNHMnc5SY4YN6oPo7BlqLuHEmVfw5muv4tKrb+Bkvoymk6dQlF+MsroWNJx5A4drr+Bb3/823vngA1w4VIO6+mbUv/AD/ODN9/HOm2fRVHsBLRUVqKsqRk7JCbxxDPBO9KG3qx1dXX2YjmlR8so7qNdoYEAVamrLiEzQWItQeP6H+Pbr38F7b17CuZcuornpKFrN+Th14RgsBadwuO04XrhwCueuvIjLb72KUoMW2n3q1PGSE6/fi8qqKpSVlcFkMkEcAoFsIMD9m9PpVN8x5kEuHtzia3b0siFfyBAICAR2FIEdL5xtKl56yQPoPGDEtF6njPNz38Tv5Q0ODoL7KO67eNBzxyu4DxQQTt0+uImiCgDv8MaOncFgUN+vm5ycBDt2C7Fhh487ENF5LERlA+eyHpK1GSevvo3X3vkAb7/zKl4404QiErUPfTGqVXY+NEAJq8WCC+cuoJwcOj3NYmZHspAiEKBBFq8XvBtwU1OTOmDA/SEbXFNTUwIegYBAQCCwaQTYCevo6FAdsc8++wyffPIJ1tu/dHV1gVdUvfnmmzh//jzu3LmD4eFh8FII+2cgAAAQAElEQVTMTSsoBGDOqRNACAT2AQJsJB8/fhxHjhwBjwZxB8RGDs/O9fX1qUveuJqSJFwPxkHQ9iIgSTJkRdneQkVpBwIBHjnndzV5ho6dOYXaWXFxMaxWK3imjn/XUwxmHYimICopENgSBNj54lVR77zzDq5cuYJXX30V3NewrbV0AH0lBdihM9DA+8mTJ8F9FQ/Gv/zyy6ptxvbaSvlE/NoREE7d2rESnAB2MwiyLKvL2fhdJd7eW6PRYGBgAI8fP1a3+eb43Nzc3VwFods+R0CSxIDCPr/FO1I9dup4CRP3cfyOpiRJ6g5zvAkPvwfD79cJp25Hbo0oVCCwLxDgQSOuiM1mUweLuG9hO4sHzdfq1PEAE9tpPNjEA0+Zc5bByzFZvqDNISCcus3hJ3LvQgTYiCkoKEB+fj74Haaenh5wh8EjQzybtwtV3o8qiToJBAQC24AA93Hcv7GRxAbXwiK5z+PRdX73hQ0n4dgtREecCwQEAmtFgAeLeDk3O2aZPPxuHDtma7WrePUA90O8/DIjg2foeACe90TIxIlw4wgIp27j2ImcuxgBSZobqebOhomn/Hnt9+joqLqe2+FwqLN3vANTKBBFyJuAdzoGtyO6dpqKYtY+R246XzUvp2eIy6DzRXnpWpXBIacvoFmKY+J0zuOajILP1fI4jXR4cr0gn5qeuSa+RTx0zbKexNG1es4h5+FwIXHcMsQyFtITGZyX+TnMEF+vRhk+DomP68yk1oPiuBxVPqWpcfOhykPpT+L4nIj5mdQ8dJ0JOY4pc70onJf5RNbCa5LxJB/H07Wal8/XQH53HIlYahc/NTul2tNyU6k04oRRLJLCRikaTiESSm44/9JyWRbLXBq/1utIMHu6sB5MmbL53OsOIh5NQ5H0QFqj1jsZlwjHNJDSqPGc7veGEQ1nT5eMDkvDaCiFkD/75USpTXB9l5a3VdeJRBppgvBp6xRnAoGDiwAvteT33vj9N7aj2BljO4o3++JZu7UgU1FRAbbH2BYbGRkBE29sZ6PZv6Iifit/LVIEz2oICKduNXRE2p5FgEeTuMPhkaVLly6BO6S7d+/i008/xY0bN/DgwQN0dnait7cXjgkPxvtC6L7pQceXs2umduJ9/PtZtF8jovNV8341i8fE10Eh8/H54y8oH8XxOcdzyLI4fSFxnEqUl3ke/t41J4vK5PhHn7vA+RfmWe6c9c3Ecz6VSIYaR7L5+okcvqY0Lu9JHF2rvAvCx1+48Ij1oZDPmZflPCmL5DxPRkZm+xJeVQ7ho6ZzGuO1oGw1nq5VPgoz16oOdP2Y9WJiGZw/E5Kuj4ie6EVpLONJfsq73Pkz+hGfKoPC5fiXxg0/9iPoS2Lf/ghfFnoLNtpnp+KYGY/CORnbEE2PRTE1vPH8mXJnJubKZ1kb1Yfz2Ycim6pPRh8OHSMRTI9G5nAh/abo2kHXIY8GEZ8OTopz2eOI+fXwTadVPr9LQipqwdRoCDMTC3AhXtaP5WaTWKfx/pBadjblztB9dYwu0H+D7WMtOjFOXifhGKXnNQvtWogQCOx1BHgDJp717+/vx9dff40PP/xQfS+OX2nhVQJrqR/P6tXU1ICduGvXruHzzz8HL+FkZ89gMKxFhOB5DgLCqXsOQCJ57yHAo0k8vc/T/LW1teD3TKqrq8GjSfxiLi8B4M1U+GXdqqoqaDQG+GbimBoIY7Jv7WTvD8MxHMbUYBh8/ry8C+XzuWNoLi+fc14O7cvowPFMdtLNQWXNkCHH15yH+afpms9XJdJ1oY6cb6neHLdQBvNnylkYv/DcQQbr9HAEHDJxGsvhvHzO9DwZzMPE9VvIy+dMnMbEeC2Uy3FMzLM0nq8drBcRp2f4OGQ9p0nvTDzHsc6ThBGfr0SsH+OfSecyFsrIxK8UOscjiNFMSYrsRDEBsHy/4pmOo/0bL2595Majr7x4/I1v3dRx04fO2/5151taVvt82d13/Oi4sTF57df96L4dAIdL5W/kuuOmH+1Eat7rPnTdCmC0HZgZMGK8S1HL6b4VRsJdgZEOScVg8GEC3rFcjLSnqR4BNS6TP1t6qfLm8eoi7PsfhJ6WMx+/kGcj5+1U3w66txvJu948tz/24MHvPZigPnf5lipidzsCQr/sI9Dc3Iy3334bvHNlXV0dmNjRW09J/HpMeXm5uvPlqVOnUFJSos7erUeG4F0ZAXnlJJEiENibCPBoEDtr3AGxA8fXvGabz3mUiB27iYkJ+Hw+9bftbPkmHLpgxbt/XooP/n35rqfvLNDxwrv5yC3S4NRrNrz7F3tD/53E+K0/LUF5g0G939utx8X3CmDO1ezNh2qbtJYkQG9SUN5kQdNZG1rO562bWi/k49AL+evO90xZF+bKbr1I4fz5MzzP04/ytV3aRP4l8tuoXm0Xn9atlXQ7dKkAhy8X4/Clwrk6U5mHLxeh7WKBes3h0RdLCJNCMDaL6kC8i66XlLeRtFbS79ClfLXsjeRfKQ/LbSPZK6VnM76yxQJTrpYm1SWIQyAgEJhDgG0pfreOHTNeRjk+Pv7MT0fNca7+n98B5p+d4sF3HoRfnXvLU/dVAfK+qo2ojECAEJAkSf3dOh5B4s6HoiBJEnJzc9Vdmzjk6X/+zTqmRDIGa54GxTV6lNUZ9hTll+ig08uwFWtRUq3fU7pvO9a1BpRUGWAwy7Dma7YdK75XikZCOkUtUkzVEQjLfMiG1mhlGK0aWPJ0dJ+0u4A2qUfBJvPnPwcDkp9DZM1fWM7i85wCPeG4MO45Mp9X5vPSC7ZY/vPK32Q6tz+NToY4BAICgcUIsBPGu11m3ovjd+vYjuL4xZzLX3Fe5ufNm4LBIPg1Gf5ZhOW5Rex6ERC91noRWw+/4N1VCPDyS0mSwKNNPP1vtVrBHUs0EgUNyUIcAgGBgEBAICAQEAgIBAQCyyPAs2wejwe8+ok52Eljx4wdtec5drxTL/9mJttdbH/xADtvVud2u9WdylmeoM0hIJy6zeEncu8hBLgDYXV5ExWdTof6+nr1RV9ZkXfcp2O9BB0MBCTudaWDUVdRS4GAQEAgIBDYPwiw/cRO2eHDh9X9CvinCHj/Al5OyfGr/WwKpzPxxio8sM4b2MmyDHYS+ecR9g9KO1cTNi92rnRRskBgGxHgmTrefpen+nlUSZIk9UVfHjFak4293JK5+TgO0qkUUskEEskU9spW2NwBs96s/9pvRRq89XyGf07G+iRk8u6uMI10KolkIonUMtV55p5ShFp3NVxck2WyL2bY+JXIuScRSFHfQO2K+oi5tkHXiQSS1FeobY3bELW9xX0HtUeOVwlq20wlqX2yjDkhi5FIk8xUYkH/k8lPbCSD/j/9LJefU4kv06b5chEtSMvwqCGVmaRKUPIidnEhEBAI7C8EUtT3sFPHyyZ5N0x+/vlVFnbQ2FHr6+sD7zjO8UtrznEzMzPqDB87czzTxw4d734ZjUbBs3XMszSfuF4fAsKpWx9egnuPI8A7YfLWubwOnJcNcCfFVVJtHPUfX80TG0lkdJHtRRYVEA/HkY7HkUykQLYVGVlpxEMUl4gjGk3B75zERN8jPOh1wB9LI7lU3rzY3RRE3R54HDPwk1JrUzeBRDyEGUcICcIBSMJPMpxTLvCrYiRm734SPrjGB9H1qA+jbrrPqTgSdB9T5OQl6B5HIomndSNDNhYJIeDxwOv1IRiMURtIQ+WNJxGNPWVddEYgU1a1PS2KFxf7G4HoNOwDvRgacWA2xu3KhfGHd9DVb8eMN4p4cBbe8S486hyBK5BAnB6mZDyCSNCjbujkC8QRm+nHUFc7+oYmMRtd0BbnkYsFZjAz9AAP+ybhCSWQTIXAS8vDvgTSsTCoWSKdTiAaJVlEaerY4pQ3ze2cOqtULIZYKEDleYlCiMZjlCel9mMpcji5vYd9Xvh9rJMHgWAYIX8AgbFH6B5xwsf9I8kTH4GAQGB/IsAOHS+h5IFwXu3EYYL6EbapysrK1Erzb89FyUlTL+b/sbPGThs7fBaLRd3fYD5J3ZWc5bBc5snEi3BjCAinbmO4iVx7FAHePIV3weTw8ePH6ku63JmoM3XqvwUVi5CTZp/Co9E44rFp3PzVdYz0XUPnyBh6JqNk0E/iy3+6BvvoNVx7NISvb0/AOTFKRtAEvvjrn2LE7kKEjPgFErf3lIfOYxGEwjHEyAFLsYMaiSMRDiNBRlwiEsN0dzf6Hj7ABPGmo2EEyTCLP+GNEW9E5aXkOd15JpL43CEy9sg7iYVnMdYziP5Hw2ADcY5pj/6PTMHt92PcGUG0/W/xsweP8PF1O/q/voPRznt4GFCeVizQjbHRIbSPpciRCyHt/gYPBnxo//oBBjoegqKf8i48ozZGE8QLY8T5vkaAf7/CjRtfDsEZjCIwM4TBW5+jNzyBrhENtMFOdPV048aNYfjHxuDPiaPv07/F7b4RPOodwlhfBzw0Op6imbDgwAgCiME1M4Lh61+ilwYO6DF+gl7Q68fM2DA0Biduffwpeh58iK867uHzrj6EXHfx0X0vZru+QO/oBDp7ezD68CN8zT+z0fdTfN1jx6MHg5ga6Ka2S22anLi07w6+utVJekzC7bbjAaWzAed9dA9j9glMB4fgnryDL0ZtMCoa6BRq3E+0ESd7CgGhrEBgDQiws5akEW12zCRJUl9fYUeNiR0z/nkCXobJfAvFZZw63jHTbDaDZ+gy6XzOq6g45KWZmXgRbgwB4dRtDDeRa48iwFP+meUC/NMGvINTKBQEG01psr8WVSsZQjAUopFzMnKSYTholD3gtcMdCNJIeJJmcYKwD9oRDNgx6fJhyhmjGTwN8gtyUakZgJ9GsmkCZ5HIbbtIRREL2vHlrXGMtd9E98AoHnSSQXn7Uzy0R+DouImOkWF0DU/T6P4QZh2duN41C3v3TTL67Ojs7sfAnS/QPh1FiAzKlDSneTruQdDVj/ahIIZu30b/yCD6aZZuajqgztTtpA87p+Em/tM9jtMXVpgmQRT/IMY8bkwMPcbDHgeGZ7QoMs6DwEXE3Zge6cb9O49wr3casbgd0/238HAsiIlIDlb75QJJ9LqM4MEgmgVDYALjyQLIOWUoNcegiQyjfTKAmWkv/FMDmJmdhdOXQJIanrYwD4X5IczM+DAx2I+J3ht40P4Qo0EZIc8svH4XJqdnMGWfRZTaUXpBk0zQDGA0FIaG2qln0ompIeIfG0HY78Csxgq9/QvcHvDAHweUhAMTI+3o7nfAMXwXfYOjcIwPwDF0D/faH6HPlSR9phGZptnB0VG0j3vgmg1BqzdCCQaQoFGelEFDAxpeTPX0wU99ZxIS/R2M2ypqKRDYDALxaBpRGhhdjSLBFELeJM3Wp9bEG1wDbziQBPMxsfzVyl8uLehLIBJMQ07rECH9dRozwsEE/J4I9QUamAw2RMMpeKivCPhiyMiIBJOYnQ4iHdcjndAhGk4jHoVKfK5IBiTj6fWB4QAAEABJREFUMrzuEDJ5nhdGAimEfIQP6fE8Xk6PMJ7UUXHI18tRmNKZlkvbqrhEPLtWE30tbKZpirwCgb2HAC8b4GWY/MOZ7NhJkqRulJJW/2+iPpICRWOBNacYbVUSZJrYSSSxM0cijJhnFDfGEvAHJmGfmkFPlx2OwR64yeEbbu/GlMeHCJlhab8Lvt7b+IYMvHEa6XfM+mAno3B6ZAAeaJCWJeLC/BFFPDFD6XY8vDsKJ3XCKUrPbrc0X9QOBIlYFNEYfeHktaGlVAdNiIze2SAZwgpyDYsV4iVpSbrBiZQMRQF8rhFMByg/jLDQ9WLuBVcSnTNRID77HAGa8ULUh0RuMfSWIhSTt59ricHhAZKJBHyOADlKGuQUmCHJOuiNNlTX2chokhEj4yjNM+PEpzYwKYVk1IUADbKE9SUo0gDyQvjSCTKMojTIJKOkNgfBoBkKOYzmpBtj6RoczumHA5Uwmy3UlhV4QmloZx6iO5iDtNcNTdSDOMng2bgkdV6yJCHXogeifjgcdjiTGmgMBuh1euj0BuisJaR3LRryYohO9ZGRF0Byv3QEC3EV5wKBLCGQpucj6E1gvC+M4a4QzcSHVyTmGeuldCbiH1uFnvCuwsP5n/D1hFUdOG49ND2ShMeuUYlleae08E5paIAzicmBKFzj1K8F82hAKYaxnuCTuo33R2hWX1HzsYypoTjcdoX6Py3slG9mNE1ytHBPyk/yrEkvwob1WBMvY/O8epM8FXPm3QYa7gzRxEAE7CxnqYkt/k7IltCNyRG5BALbh4BCVjjP2LW2tiI3l4woWYJMhIWHJCNFw0lRrws+vw8RrQGSho2cMMIcFwwiajBDkeW5BykVI0PMTaPsTgy7cqDTKtBrsTOHakyGIRUWwFhdATMZYfq0BcbCerTVAf6QATa9GSW5OujSEYSm7QhEpuFRymCz5qIoLx+moga01pjJQZHm6gdAMhihy7MhDzNwRPNIrg0lBi2Mi6xL7NkjGYsgTCOJiap38FqLASZNCYqVKKzSGDpmAkhH3ZgNxBCl0bXcihYcvfQa3rpQB5siw6evQ37SAxPP8tGI6IogpCmFiQLx2ecIyApgsEIXmELEN4UZb4SeMwV5OQr0efxcFqKQHKccSxKJRBBe5zRm7OTomY0w5pfDVnYYR4+dQIU+BEUyIdemR35pLoy5RTDTjJuEBQc988loBH4v0HBUh4TFgjT3TfEQBkdiKGosQ1VFI3KNQBQ5SEt1OKZ/hGHLqyhRUrCmU9AUNKLl6Ak05VADpWdaKjqEinwbKtJTmEgAFPu0QMkCK/GfvHIK+u4vEHZPg8ZDnqaLM4GAQGARAmkakJmZiKLnrh+9DwIYJSdiRSKnYmIogrH+8Op8LIN4J5mXwhXlEd8YOVfMx3JHn8O7nBw3OXBRnxW+ab2qk3NMQsyXR9cGjJLDNDmYgBwthddhAJ9nZIz3R2nmPx8Blw724TimhpMIucyIeHIwOZTAxGAcQaeJZNlUuZl8q4VjhMv4YGTt/FTf8QHip3AluSyPaaX0bMf33Augj9qBcyK2qJ1s5oK67c1kF3kFAjuAQJaLZMMoTUPMyUR6sWS9BWH7CAZ/99f45MvP0F92CLriBqRGutHzu7/D7+/dwXDDOVi0RpCrB4THMN7+K/zV3/w1/pPjKBSNFTnaxSK37UpngpxfhoKuz9D7i7twhKJQaqxUvAaSVIhjJVPo7b2HLx6Mwk4GXu7hBuimfZB8SdDkHGAg1hU/XNsmHNO1o6f3Or7oHcdkaEXmPZVgzCtBZfNhHK0yQqtIKKxvxJHXz6CijEYfP76F6PDP8C83JjHkJIt6Sc3qG47h8sv1yM0DHtz1LEkF4Q6QjQ2yvSGOA4KArAMsDaic+h167vwd/v7GGO5NVuDFOhlGsw0NLx2FFAxj+uEDTM/cxkd/+5/xH7/MhdVqQo1lBOMdv8E//u1/xV/9+j7GfTHItlNoKTCiAXdwbQbgDVWeIKmxwFjQgMPH22DuH0VBK802f/dbaGypBx49JN7UnFOWdiIlp2DMacSx2npU1BxHuRJDIjmErsFr+PCv/zP++m9+jx5vEPxYWyqbUHfkDE6Y8WRwRy0zPgvP5H38/tMvcWdKQSCuQJbUFPFPICAQWAUBW4kOjSdzcfyVwtXp1eekL8y/Vl7iO/HaOuQuKOPU68U482YpTr1ROqc3yTr5WhFOEB2n8xNEnH76jZK5uAV5z71dRvko/lXiJzr5WjGYGIMTxHeK8px5s2xOLl1z/POIy3sez8L0Exus90IZ2TyvO042YqEW2TzkbAoTsgQCexUBmQx4RSMtVl8pxKELL+KP/vs/xduv/xj/3ZtVqC5rw5k33sUP//JP8a03vod//0Yx8mtfwZuXWvHBD97Da3/2v+N//vP/Dv/zj46jqsiEHXvAZD0MOXX44I/exCt//GO8du4wXj5WhcNXLqNIVlD00k/w3pvv4s/+zffxrT/717hQ/yb+zb96Ey+/fRFtVUVoaazDoYunkBsbwaPf/Bof/svP8LN/+S0+v+6AR3ME771fgTM//hO889YP8ec/ehff+f4ZsKsnYXcd69LG0oK6+iZcbOZcGvp3GOcuVKGhpRG1zSfw5tvk1BtsqCywwVxyHo1NLTjTQGyKCSh5Ey8czUN1/SG0HD6FN8/YKGHxh5fepFIAwb84QVztYwRkqpsBR979Md54+1/hj77zAb79zlWUGY7i5VdKYCs+hBNnz+DKB9/C8Xf/J/xPP/k3+O/+1Rs4UV2I+mNv4OqP/jf8mx/9Mf743ZM4/OabaCmvRF31cVQfu4hjrs/wxUc/x4e//hk+/OoexpNWtJy/jEJFQe7Z7+F0fQ0aLMWoIqft3e9ehL70XZxvs6G8oA61ddS2X2qDrvkdvFirx+E3XsGJ9/4S3/rW/4D//id/gp/8+GW01L2D881laCizoqi4HpdeOASFZNvOXUJ9ZTXKtPmwlZ/CK2+9he/8+R+jvrYSOomqKz4CAYGAQEAgsCMI8DfOjhQsChUI7B4EyBKhD5gWKiVpYLRYUVhaBFtuIUpsOuh1RlhybSgoLkJebj7FaaHR58JmNSKvIA+5RZUoKy5BWYEJes1OPl4yOQ965BXakFtYiFyLETkmHYxWK7RUUW1OIelvI2MtH3lFRbBQHYoLc5Fjs8Ko08Jo0BOvDXolD5WHDqPt2FEcPdaGptoKFBlNsOXpYCksgs1WgOLCPOTnW3bOgcXaD94QZ266Ypk8ihF6vQEWA6dJ9M8Ei0UHvdEAvcEMW0EB5KKzOFlnRkGuBQaDcY5XkgGtDVaThviMMBqJ16JQ/hU+LJpphWQRvSMIbGGhMkx5hci1FaEwPw95thzoZBNyaBpfozXCbDHDSvEmWynKCotRUpQLs14DgykXOQUV9HxRPpsZptxcGHU66PUmGPPLUUwzaC1tR9F2mKi+EtUlNhipv9JAgmLJh5meYb2ihY748/KtkLU2WIwKdBo99HpquzlGSAYbcvQyjCTbRLPUeXmlKKXnurAwB0Y98Rt0MGgVaLV6mj0kfgkk2woDv1dH/aOiM1OfYUM+9Yd6vY5KhjgEAgIBgYBAYIcQkHeoXFGsQEAgkBUE0uDtgpNxCrMib6EQBbKSg6LaWtQ2NqChsQaVZfmwahfy7LFzifRlomDdH5kqbqpEiU0Lkw7iEAjsGAKSxgB9XhWqa+pRW9uA2vJiFFj1O6bPwSpY1FYgIBAQCOxOBOTdqZbQSiCwvQikUwDT9paandLmlvWlqQLZkbefpcjSRj26/YyKqJtAQCAgEBAIZB2BfSEwjVQ8hIA/iFAkjmQqDd6VNx6PIx5PqNepVByxSBA+XwixJKWTUcKDzRTMI0D2SSqCkN+HYCiKGNlbqsFC+SJ+L0JhiqN8SKWQZrlIIZGII8HnTHSeTKbApMpNxubK84cQJ1lqHBVGpcyJJTnzBR+4QDh1B+6WiwovRYA7Anbo1KV5SxN3/bUEWZag1csQ/grEIRAQCAgEBAICAYFANhBIJZGK+OFzTWJsdBwOl191wOK+WbgDPvgDIUTjYYQDLszYRzE4PIEZdxBRyhOOxEAf0iKNdDqGkGcS9qEhjI1PwcX5ElEE3Q44Rgdgd7kRIE8vHYsgNj0OVyxGzl8QAbcTHiJv0I9wNASni8qLhBEJujA9OYqh4UlMU3mxqA/+UISczoTqDAZ9YfBOo1T4nvlkS1E5W4KEHIHAXkWA525kBVAUaa9WQegtEBAICAQEAgIBgYBAIGsIJIMOeB79N/y6K46UToZBC/hG7Zi6cx3dVEqUCMEOdPd0425PEDlmF7766W8xMvAhHg+PoW+KGNJhJKK9+PjXvfDRZXCiG71f/w73pnrx87/6HF5dLkxmCwxkfoWcg+j79P+FL4bDcJPwQG8XJro7MAKSkWzHr37djvGeb9DZ2YsH/UGYDTO49k+/wdjQb/G7r+7imwcjcHvG8c31bsRoFpGKO3Af4dTt+1suKvg8BHiGLhJOwe9O0IhU/LnkdsTBvyvisseey+tzxeGdicMz/VRu5tpNcR5KY57lSM3jnMvnpVC9JnkZXpYT8CTAP8UQ9Cbhn31WfzUP5c3k8dE568/hk7gFMpmf01l2Jp3jFvE/R0YmnxrO86oy6VyNW1AeXzMGq5a3hJ/zMB4sk2mRbivwqnWYjcPriiEeTSMaSi1771gPlqnyLyOLy94ohfxJJFPPa40HOz0WScHrjGF2MoKpwTAm+9dO4z0hTPQS9YXpiz+k0lryc56x7tCisjhutCsIJpbLNEFyM/L4ms8n+kJg4vOlNEH846QPx3PI13yeIY5jORzPIZeVSVsuZH7mZWJ+vmY+1pXj1HMqc4z05vMMD6dleDnka5UW6Ma8HMf5lhLHcxkcz3yMFdME1Z3jlhLzjnWFnsWfdOPymZ95WJZK83pwPBPzjNG9nOx/ek+4LOblcjlkmlylbUxQWVwG8zAvE8fx9VrIRe0v6EsgHj/Yz6Oo/cFGIBSWMDiqxaHWEpSXFMFi1EMre2gGrR3Xf/sz3ByYxRR5bmlIMDe3oLSgBidyJuAIBzFNNpX6fRf1Iz1+F/7yw7AWN6K5QkG+bhSdfUMINr+OwsIKFFiN5DB6EJY8GNG2INpphy6lkNNmglFvgM5shlGXpOcxiSA5lUmF0qi8svxKnMwZw0QohGRoHDPTI/hmyK/yrbgh2j6/pfI+r5+onkBgTQi4JmPouu1H+ze+51LHDR+6bhHd9D+XV5V33YcOIvWc5fM50aI4jl9CajrxZfKp1wt5KG2EjFF2FibIwOlcTn/ieUyUkcHnrH/7grhMWjvJ5jSmRenE+5jSnvDRdSdhsIhnYfqC80x5z8hcwKPWi2Q+le8F53tyvYB3YRzLZFqLHiofyem+EyCnIY6pkcjy9470UHkpXFhWNs7HyHgFOXW81PegfuE872Fkh9s9FcNEbxC9tzzoubkOYn6mmz6D/9UAABAASURBVG70cEjU/Zz83fO8XFb3jQVlUd7e214wZWT1MC/JU2VS+iJ+in9WVzd65+PnQtJr/lqVweckR5VLoVoWx61AT2WQHOLn8lQ56jnFqfmoTNK7+wZdU/zTPB4Vy6fXc+lqfs5HvKoefP4MLeAlPsaq9/acPNbhGWIeTqdwIUYq1iR7UZnEM6fTYnlcxsK8ahnMS5S5H2odSZ6a9ky4WGc1D92/J2U/w7+4/LGuAGbHo4h4E89rsiJdILBvEUglUoj4otBZdNDqZzE6MoLeHi90hhLUHDqO+nIbbNokJElCUm+FTmuECUEkUknwK3JzwPCXXhwpjQ4ajQFmHcgxDCMcjyFtLoReq4dOo9AU4BT89hEMp4oQG3wMZ5R4FA0UDZMCWZ6TpknEwBepJ+UF1PJ0eZWw6RQorj4MEMtBfXLlOZjEf4HAwUWA+iNIsgRJkSFpnk+KTobGoEDh99jWwC8Tj6yVn8jma4WuM7RSmTKVk0njPAtlcLwaR7IhAbIiLas/68p8zM/E5xzH58sRl8HpHGbSWU/Ol7nmcKFufL0ScT6Wx8Tny/FxWUyZNEWrUH3kJ3hl4heGzM8ymRbGL3fOvExQ768CyBJA3xAr8bJMpuXSNxXHZUrYF8dWVSKdBrgt5+RrUFimRWE5hWuk4kotiirmiM+Zip6Tt6h8nr+Kw6dlsZwSimNiOUwcx/oUkcy5a82T8jg+v0SDSDCOSCAOgxFzaaQTpxVRmMmvXs/LmJOjBYdcFqetRBkZLIf5mVgXvmbifBwWk95qyGUyESbMq6bPX3O6Skv0YJ6lpPKRDC6L5bB8Djl+KS9fc/xTHs2Te6jGc/lUJteFZTDxOefLEMcx2QoVhDwxFU+zVVYxysjldJaXybM05DSVqCzmZcpcL+Vd7tpWQIYkdRWJKBmkW9XYhVyBwC5HQKeXUFwiYbirF2PkaPUMj2LYEVK1liQJUacLEbMVCXK0Qn0PMDTeg8ehEljJUVO8oxjrvYvOwTFMyA0wuzoxPf4Qj0cDmImWoLakELkzNzAy1oOuwVH09TjgnkmjrK4GzYV22L1hOIPPPn/awmIosTC4vMHxfjwKlSFXq4PVVobColJU2xSkJeyJIxlPg1enxLPYz8h7ouZCSYHAliIgoaBcj9ZzuTh8KS/7dJlkMmVk8/lCysSvFmb4F/JQXM1hC0xWDSpbzGg7v036L9RhK86pXoeZsiz7CMlrPZuL3EItSmsN2b/PJH+19sP3CNTjSkTsiG9pk96jwhWNBFuRFkcv5eLF7xTi6veL9gy9+EEBSqr1KKnSkf45e0bvLcZ4wzhceKcA+eTYl1TrcPJl24blbKR+R1+0obBCD5Bjt0cfJaG2QGDTCBitJtQcr0NwaBSOcT9kgwF5VVZIhjhcXY/R2zUMh76cBrGMyJnuwJhjBGO20yjLrUJ+YhbeyUfoHZnCtPY4apUJ+F296HHrEDacwJnaBjSlHmHKMUg8Exh2aQFLG14+14YXL1dCS38p2QwDOY1GehAlyYrSEiuMtYdg0+lgdnRg3DmOsfxzqMitRIXVgPzySlQ1n8TZMgu0PHiL3X0kEvNOXSydNUXZvMiaMCFIICAQEAgIBAQCAgGBwJ5GgKaMU0T02dPV2FvKC213HQI6G/SVr+EHP/wAV1//CT547SrefetFNLzxb/Hvfviv8eMfvoqTtW04fvwSXvnBj/HKlR/gL79zApUNL+PSGz/AH//pn+KDt7+F89UFOP3tn+DVV/8QP/j2O3jj6kmU5lbj1A/+Hd65+g6+/fJFvPnuizj14mnkaYyQ6r+PV46W48QLh1HZehh1MEGjOYYPvn0MVdUNaDj9Il75gx/j1Svfx7/9znGU1b2CQw0VaCwzI6+gBpdeOASdTrPr4FyqkN4ow2LT0MC8sjRpw9fyhnOKjAIBgYBAQCAgEBAICAT2GQKSJEGWJVAAcQgEBAK7DAGhzooICKduRWhEgkBAICAQEAgIBAQCBxYB6cDWXFRcICAQ2IMICKdu8U0TVwKBpwik00gm04gn0qCTufh0CqlkEolYDNFwCOF5iieSIPY5nj30Px6iOvh8iKxZZ65/FH5fFPxTEGvOthJjOIhYPI44QYx0HKmYB95AAgnCfaUsWxafDCPonsbUxBRmQ0mk0kSkRzpFdU4l57ZJ3mzhVE+1nVC4WVEHK3+anq80knFQCKQSCSQTcSTpeeQ4xiJF7Yjj4skUYpEYEu4JjI7PYNYfRTzJHLucqCLpoAuzwSRia9KXG1EMoWAUsehchlQ8gdCME1Hqo57dYmCX13+d6kU9dkzZiWZDUPtousn0uCJN7YL76BTDMy8zFY+o/XUoFKY+O0Z9ThKczG2Gefl8nlUEAgGBgEBgzyIgnLo9e+uE4luOQMIHl9uNgREXgmMPMeCOkwE1BY/HjWl3HGGfF5N9PXCRUxQlI3NXGgbJBBk8SSTJwkmTN8EGTIp05fdFUuSI+icnYB8exCyZOOl5XnbWFvOCUufRTieQiIcw64kgMDpKdfcjoFpSaXD+WCIFdoKYknSepDLIAledNCp+XkgmSCFJ2IWiMUTZcYr5EPYMon8ihHAWd4PKlMYh14vDZSnugtvlwPCwA+7xR+ibtmNozI/Z8Ul4nRNwrN3zXVb8k8hd2VCeaLejJ3x/EuThR8NJ8PlTZZLkVIcwPBQmByYF/9goZuwDmArNYmw0Ah588QwMYGayByN0D3sGPQj2d2N0dgYj9IxOTNjhIYfwqbwdOKMHgJ+5RDwJ1eEi5zNFz1ySQqZ0xIvo+AO022PwUP2T9OwkeECJ2kuKeFL83NJzQmLmlaeEZAg+GmCJkFPHz1zU68PEvQfwRKLY6erOK7llgXtsEFOTw+S4j6G/fQAzQ8OYibkwTI68cyaAhVuau8dH4HTNwBeOwu/1Y3pkmPrycQxNuOHyxp7RkftApjT1m88kigiBgEBAILBLERBO3S69MUKtXYBAzIGR8TF8c2cQzju/wGc9dkxMPcLQpB3DThkJMpxG796Cl2btEvIue5RoBiOVCMPt9MJDxozHH4TXF4R/ZgpuXwgh7yw8Xi8mevsw0vEIUxEf3G4/vGQEe4NhMhQDKq/HH6ZZgzQZ2PP3IxFBPDiLaW8UM7duon/cTs5OGPGwD+5ZH+V3wOt3YcblgdPhhNc5BQfJdTvcCETjCwwtMkgRg3/aDV/IT+SDZ3ocLkc7Ho/4EYioZu98odkL2CBmWlZizIlANKJuo5wa+Bd80t2Jr+8OoefmfYz29cEe3+DLzMsWJiKXQ4Careq0hfxJkP+ygCVOMyxe3LjpRpBmUafv38dA59fo8o7i7j0v4uQITt74BgMdn+HucBc+v+NCoGcciQINZgdvoq/zMYZ8W9OmFii5ymkaERrA8NKzOEsDRTOuAKLOSbjcXniDfpr59mHWToMHA1/g5tgsxhxeeGZdcNMzOuuLwG8fAz+fIXLe5ubkqCgCKx1ywUVOnd8boGfaDfukA31ffg1nOLzvnTrnhJMGmGbhnh7GN7/4HL23r6PD/gjfdIxgcDKAhduajz+8jaGhfjiob/O4fRi69RWGB7/B7f4ZTMwmsXSVZYoGqlLkUK/YVxD84iMQ2CgC9OhS/5bG3MBn6kCHiXiKnuPUgcSAv+Oy3cfsMkt0o4+IyCcQ2EoETECyCuj/OYacdsyQca/RG2HKyYXJbIE1Nxd6nRbyUstgK1V6nuxUEGF3D/7+N73o//qfcfPBY3zy1V08+s3/F5/TzMYoxX3d8wiPpoMIzjgQGPoC/3zDgZHbP8Xtrl58df0mHv7uv+LLiQSC1OtkDKRUbBre6Xu42RmELxChLyYylH2DmOy9gV/eGIHrzn/FtXu/wH/99Tf46Je/QMc3/xn/j99P4tbf/RMeT0xg5onelA9BDN54gInxu3jQcQdffvYYPr8LcfrGY5fvCWsWT2S6Sc/b/EAiHq1BC61WA8l3Cw+mUxiNNeFMfhYUoTYica9LYRak7TsRsiLBZFFgK9ZCofONV5AAlnQwWUtx/GozSkpz4J8MblzcpnPG0fnF17jz5W9xs/sO/vZvbmD0d/9P/OxuF7oGH6Dn0Q387PejcHodSEbv4fq1Djy4/hU6u77CP308hPa//b/hs45xjIbI+KGqsTrpVBwJz0087nWg96uv8fjGp/hk3A3PLJBKMscBIEUPrc4Ms8YAfSKK7p9+CZTnIq+tAvqF1ff34uHXv8Xvbz7GQFAmjKfx8T9PorjKgop6y0JO9VyjlaHRyeD2CHEIBLKMQJym0QO+BD2rkVXJ7QwjQx5X5Lm8nlniIT41jyus8vO5Gs9p8/Qkjnj43D0Txux0SC1rKe/Ca5WXdMrEuSl/5pzDpdccl6Hl0lje7BSVu6Ts2ZkQDUZHVP0z+Z8JqWw3883XScWH6s58LJfDFYnyqvyUl3mZVF7Oz7QgnstwEz4ezkPxKt9qIednWo1nPi0YSCKxcElBFtoZmxdZECNECAT2NgKrOxESFK0RrS9fhOSYRICckyjokIh26yceAwKziNW3ofDMceSbzNCGjDCVtOJYYxxjLhvK8yrRVmWDFT74+rrgTjjg0tWgwJqP0vwSWEoP4WhjDqwaMm7m6ykbLTAUliMfWpiNJnJq9Yj7ZuEc7YM75YPTcBhVVhOKiwqQV1qK8sJ85BRWo6YsD0aDBk9x5q4nF6WlFpj8I4jQWHmy+SwqikqglWW6wo4csYCbZkcS8Jb/CN8+YoQhno+cgAPGeDe61Zu+I2oduEKlrLUAkhTwQ0YKisW8gziGMRYvQdpyBscrmtBidiKIJjS21CCXZr9lGrItPt2EqsI8aKYfYzDsRH/ECkkpQ0t9HlB4Goebislf0UE3XwtJVqApqYJNF8P0rIJwqhQXmkvpmQM0mnmmPR7Q+A4NHAE0rvRsTWJezE56oOSW4NS3T6NA6odcVYbJvhBcg57F/LnHcP617+Nbr1/EcVsU8qwdJa1J9ExEMTZFFvZibnW2mJcAJ2m2bknSbrkUeuxBBLgdu6fjsPcH0XnNjRv/4lyVbv7MhZs/c6p046fO5/Kq8ohPzfNTl8p/k2So8QvKehJHPDfn5d/6uWuunAV8z+Zz4ibJz8TfpPyZcw6XXnNchpZL47Jv/YrK/QUR6ZHhvcU6LygnE78opLJvMl9GX+ZnoutF8XS9KB9fU94MnjepXCaVh/MzEQ/HzdG8bpyH4lW+1ULOz7Qaz3xa99duTPQG4XU+2wdttHnLG80o8gkE9gsCaarInPHAZ3SxzEeSNDDm1aK+oR4lBbnQSNgdB31L8LtHvISBTp/qpNFCMuXCOt0JR8cYAvEkNIVWyDorLMZcVFi9cDqGMDDuhDdtgL44H5LbjWRESyPfGuhMWig6E8wGBQrVlT5zssnhkjU6kHToTRG4p13wRtOQcsyQPD4kYkbo9Ap05MBpdDrotBpoNHoY9BooNAOGJwdL1FBZJD+3EHKYn28hAAAQAElEQVQijOhQO4bGnIgmUwucvycZtuVES5jZyupQVVGJIquC3LJaNBxroHuuxVT7+KZ0kKjKDEGaZ1HSmxJ1ADMrkOIJaMY/wq37n+BWSIOQoQHlkQSSI7/Dl3c/wZ1kHtK6IhSq6MRotmoE9z79ED//yg9HyEwDBrKasjP/DCg1+pAMdqHbPoJZXRXo6aJnUY+cYhOQDmGKZsj77T7ETZXITcahjwSRokZjtOoBrQUmoxY66nioGUE96ETS6aGRjCgw0IhDZBztvaOY8AIJbmPYBwfXcZ6eqY02F3nFFaiuKUMZDSJp5QrUHn8BJ3NcgH8Yd/sm0f35bYySwxxTzLDaCpBvs8JsNECTV4/Wc1dRG5qAMjuBYGqxdHbmmHgZ5uIUcSUQ2BwC/F2dW6hF6xkLzr+ZtwbKJx6mtfBmeBbyZ+JWCon3rXl6k0LSqe4Q9U78/ZevobIX5qN05iWetem+MO9y5/m4QPKYzs+XrcqlODV8Xjlr5VtVDtVpYdlPeOfjuQwmij9yMQeJaAplNXocv5yzBJvl6rd6XPNJM3LyNEgklnRAm2hi8ibyiqwCgf2DABkOgPoPTw5tHkqLi3C0tRCWplaUkhFRUXsWjQ01qLABGr0BZS2HkMOG1ZNM23vCvgE7c88st1KM0OZW4WSVGQW2KpSXFqGBRvpLahtgkU2oPkT1IUOorK4e1acvob7hHM631KGutgZFeRYUkZNXVF0JQ9INR28nejseo7OjG4NjfkTkUrS0WpDb0oLSvDwUFVSjtPEUzjTXoqq6BoXFLWitLUVdfS2s5cdwrkKBrbkJeUk/2VpdJIdkdXejk6xPuYL4K0+gubwWzZWFMBcewpFaK8wGeXuB5NJ0xSgqq0FbQwHyLTrIUhkaD9ei8eRhVFTXo8ysYa4NU+ZecbhhIfs9IzVmssHV9yvSi1x7DfQGK9qOFyPPZqHnrgmVNa00OFGC5sNFsJjNqDxyCBV1x9FUVo1ThwtgPXQUtTZqn6XNKCkpR4kZO3joUN9Ugrq6Ytjy8lF/pAlFhw9RmzIhr6gWpdUNaKJn1Fj3Es4dPo+XT7XgRFstKsuKUVZgRAXx5hgMiLvGMdb3GI8fPUZ7Ry/6pnJRXF6E5pP1qKZ+qbQgH7WXX0CB0fhkRm8HK73posmnBdNyggobDqGmoQGl1B5MZgushy/jSHUjTrRWoKLMhHQ0hNnpWcSpTRU11CHflgc9CdLn5KHi9BXUVR3GsfpilObpnilDIedZo5XE8kuIYysQsNg0qGw2oeWMdVdSeb0RVnLobEXaXanfTuFWd9gErUFCcZUe9UfNm8amstEIc65Cg3rZa2XyZkSJvAKB/YCARJXgGRSahKKzBR9dEarKy3H2eAlyjxxDpVYLg6URZSUlqC4AdGQ4VR8/CZvBQDNX2JFDgkTlSnhGd0lLnU8xTl44jraLl3GovhKtlQUoJ+c0R5KR0/Iijh8+hctXzuPE5atoKDqOKy8cR+vRZpTl55AzW4xyMpgsqRD801OYnrJjasoBl5tcEpplOHY8F7bWs2htbkB9RR3KK4/j0sWjaDjUSAb0cZxoqCLHrxm2mvN4qVZB4dEjKNECcDlIDslyTGPKE4a+sRWlhc04VH8Ep6+8hJZjr+FSqw25JoWYt/ljKEdhYSkaSrhcLr8K9fUFKCotRX5RDVpbSzlh40TQkX0Jgn/jMg5ATp555p0HF/l0kKG35OHYO+/g/OkX8crZQ2ijgYNcui8n3n4bF09cwmvnW2gg4RCqqxpx+XQFbGfexVsvv473XzuNIw1FMEo7CZ6EoqZDaD31EjltJ/DCyWLknT6BSosFVmMVqhpP4uorF9D24g/xalsLrlw6jhPnTqCxphJV+QbUnjqJfJMJCHngmbHDPklkd2LGX0aOTT6qTx1HA2HwyvljuPQHr6PcatoXTt1qd6yUBoqKi4thJCaFnPrckydQpdejsPYIamrq0FyWg8KmGhTSA1fV2oqiwgIYiNdgtaLm+DHYtAZUHDqMkopymJa0DZ1ehs6ggJ07yiI+AoHsIaB+D/C/7IkUkvYmAmwP8GoAdfVOlqogZ0mOECMQWA0BkbZVCEgAO3QanQxJynYhOijaCrRcfgWXX30Dr7z6Es4ea0QpW1EbKEpX0oqW01dJDsl66QpeOVwKi0GzAUl7OAvdI/U+UbiHa7F1qhM4iiKpy3IlSYC0FOjcqiM4+sIbeOOtN/D6a1fxQlMOco3yUjZxDS1yCorRfKoVuTRipwhEBAK7AQH25VI0MZMkYot+N+gkdNgxBNihS8TTSGTx3V15x2ojChYICAQEAs8gICIEAgIBgYBAQCCwDxGgcSqJRhhkjQSJBhv2YQ1FldaBALcDrV6GVi8hW4dw6rKFpJAjEBAICASegwB33bwpz+Klhc/JdICSU8kUwoEkZqdjSCZpWHu1uos0gcAWIpCi9se/VbeFRQjRAoFFCCRjMcTjUcTTT7e6T8aSiIdDiAR88PnmyB+MIUHtc1HmnboI+hENhRCiGchNqxCPIOmexIQ7hWjWtvqPI+yZgb1/EPZICE5nCLEoTZVuWtmFAvi7KoLpnm4M9E/C7qX7mKIZOKoEv06QjEaR5N+xWJiFztkekNR/dJGlj3DqsgSkELOXEeAHci/rL3RfKwLcwa6Vd6v41E58q4TvcbmSJEGjlWAwyVuwnHiPg3MA1ecBEN44Z7ODIBuBTpIh2iDEsZ0IOB8/xkjPLXRO9eP3v+yCh5yPib5eOBx2BEJ2eOztuD2QQDCSwk59lyUTCUSCQQSJItE4or4QQsEwggk6j0QRDSegvhO9DHCpWASxWBxxcnjSqQSiwajqnKorUZNJpPwO+Ieu4+vxODyhGDlfcURjz3qLKdIhHg0jykTOXypFeRNJxAmveDxJ2CQQDUURT6SQnB7E1OggOgI6mJIh+EIJhFlHSkuTHqn4s/KXUf05USzDi8HRKNwTvRjpb8dn18cwcv8u3O5HuNs7hRFH9BkZ8Vga0TDpGM+eDUrd1jPliAiBgEBAICAQ2AIE1K47yyNzW6DmjomUZAm8HMVk0UCm8x1TRBS8KxBQn5cd0kSSJEiKtEOli2J3CIEtLZadlyQZ8AlyVHgmeGlhvpEhOMgpmPCNofdBB9r7PRjtH4HXH0RSiiIdcWB0Vg9JViBLO9E204iHgnAND2P43k30ujwYGZzCzPggxmeGcffRBFxjD9Az6obL/3Q2LE1OV3i0C0N2O0acATjHHZjpfogB9zS6OgYxbR/AhJ3q3DuK2YmH6J0ZR0/fFCbJGZuYGsfAVGwRVIHJYYx3Ed+0Ez13uzDt7EPHwAh6qVy3x0Ozcp2YcjnQR/JGOzoxPj6BYfKpjOFBjE6F4B4dwfRYNwbtkzQrmCAncJH41S+oU+KfO+F7+ZSRIhGmOmuQCs/CPzuBh91OTPU/RPvdR5jwBilVfsq+5GyxrCWJ67xcuZR1ChLsAoE9iwB1jpFQCt6ZGNw0mrKbyeNYrGPAHUeCRpqC3gQ8e0D/ncbW54wjRqOcYfrC2W5d+B6pX8Pc/zPt2QdmCxWnbzcevfS64nDao3BObIImN5iX8zGtpezJGJxMxOuyxxANJREJp+BzJRbrvlZ5JOe5dWZZTGvhXcizUp55/Z9b7kJZW3XOOjKRfDf1dWz8xqMpeLk9UNwTHed5nlwvTFt6vh7e+bxcXiSYhFh+uYXP+gEVzU4dE88SrQSBTp9GTn4Cox2jsM9GEJF00JtMMJuNMOrNMBm04A2lVsq/lfHJWAj+qWF03niAYXJWJkfscI4+xtB4Bz67aUfQdRPfPBjDqCMyr0Ya6WQYEze/Qc/kNCb8EcwMDKPvy68xEvej8+Z9DLZ/jccDvbg/EqCZOS8QvItbd/vR1dmJ4dEBdIyRRzYvjQNPfxcG791Az6wP/Z9+ir7RG/i6cwgdoy7Muidw+5MvMTI1gkeP+ym/C6EYO24hxKKDGB4LwDvZj5HOm7jzqBNjgTRowo7FronoKwp8/1KpZ9nTiSgSMMNoLURpgRbJ8DQ67s9AMetgLTBi6cG762p0EjhElg7h1GUJSCFm7yIg0VMwNRTC7d86ceMX0ztDv1xDucRz89fER2FGz+6bHvjdCfTf9ePOh9ugP5V9kyhTvhryNdM8dmr6gmuVZz5txXPmZ3oe3wrpXCbTivI5H8m//5GTRgKjGO0MLL7PlHaDifnWSszPtEb+gXtesFNHg5Z792HZYs15BNRNgxMPfu/BZ38/g4//dnpD9Anl++TvNpZ3PWWq5VBZnOezf5iBfSiCqeEI7pP+HJehhXyZuI2GG5W1er6NY73Rejwv35c/c6qO8SRheuuj2Q21g+eVsVL63U/dmBgIIxLkZVVb3OiF+AODAI0fQ2eSoTcrULTyyvXWFcBQdAFvlQ5gyheEPSitzLutKRJM1jTy6k2YLn8fF0rKcKzSAptNB0mnh760HOXHj0OhmcWULzCvWRzJlBud4zkot5XhRKOJHBw9nIlaHK5qwpkiLRIzTgTo27HoaB3Kci2QpzowGHXT7FoOtLpiNFYa5mVlAiP0piJUVBfhdFUAnmgK1tJaNNTmQJecxOOuFIKOMIoqK1Db2IC66ipU1JXDVFaNfI0WuY21QCwf6I+ivJp0lzNy1xKmwTajJD3LG/dOYzpYjMKKQ3jvtAny7DTK2mQMkYM7ToNLS3PESO8oTSjw4NXStI1er6sqGy1E5FsfAoJ7mxFIA/WHzXjjxyV498/Ldob+bA3lEs/b/7oU71KY0fPsG/nIo07x+NUcvP6TbdCfyn6HKFO+GvI10zx2avqCa5VnPm3Fc+Zneh7fCulcJtOK8ikfp7/6R8UoazCg5awVi3i5bCbiWxS/2jXzM63GsyDtxFUb6HsLsgJxrIAAj1jainQ49lI+rvygFFf/sGxD9BLle+mHG8t7lfMxkYznlf/SD0vBxHwv/kEJSmqNKK4x4uhLeYv0fonksU7Mt1lSZZG89cpR8y1XJ6rD1T/cONZXl5O50TiuFxPlP/9eMSz5OuRSezh+NX8Rnuo9Ip41lT0vb0288zKPv1yA8gYTjBZ5hZYqogUCW4uApNXBdPwyLjSUocai2drC1iw9hfH2AXzyf/w9zY79Gh+2T2LcPbc0Mh6cxUzn17jxy1tIFRdBV0xOkypXC0UuwPH6GfT33cOvPh+kWT0vqgpG8NFXv8ZHDgsMFVXIibjR/enXuN0/i3jZWdSmErCF3UjS3Bf0GlXS038+eJxduHPjJn49UYVKow7UTVByAWzmapxtDmE2HYM3rUcKWiiU8vQTx9CXXYgZAsi5mI/hezM0k5h+mvycM0mSoOGfkFqmazCWNaOxuQ71ZVbisUAuP4XDF76Ls6kJFHr7EV1SjFYrQWeQoazm4D9Hn6XJ8tIIcS0QOHAI0IOmNUgw2xRYbJq9RDDyiJ9GgoFCS66yp3TfCaz1JupACS+9afux4nukPlsSBxXEFAAAEABJREFU/WeiQHyWIEBfmLysSE/t2ZSjgTl3E7TZ/Ossm/XlL3uFvqi5fW1K93WWvR/LYjz1RhlGiwI+38468rPK91JSpCUNVFwKBDaOAC/di5Nlz68ALLe0t+zCC2g7+RqO59fj4qV86KyFaDl3HLXVpTDry5BTdhKX2wDyYTauxKZySiioa8WlH/0F/vS7b+NKaxGqzx1FVX0dag0W5FQeRfOZd/DqIRnpqQf46uNP8enHX+KLLweQOPEKTp45i0uHa3Hk5GE0vvg2Xm47jdfeOI6mo5dx8uQLeOvNl3H0jb/ED8+ex/feu4QrL1/EkbpC5AV7cZNkfUb06cd30DnoB6yVaD5+Cq995yoaGq7iZGMpGkq1sBZV48x738GLZ8/gQlspStvaUNrQgtM2AySpFefOleHwS+fRduoKTre04VBDDmR5Hc85sdLXFChYgKRC58U4RbJr66zQaWSYbDa0vvw6KvOovNPHUVFfCfpqIL6nH5n6F4XsEVl+GrfZsyyK2qwqIr9AYOcQ4F3W0smdK3/jJafBu2Al4hRuXMiByMmdsCTxf6ouOfL0/wB9RFUFAnsLAX5UM0aPJM0/t3urCkJbgcCzCPB3D3t3z6bAUl6O/OIaFBlsKC83kLOhQU5xAaxWM7QaM3TmElQWABplmczbEiXBlF+E2pNncbylBXXFFtjKimAtbkRdeRuunGtEWW0LakryUVJoQ35hAQoK84lykVvWiOryCtSV5aGY8uRUNKKhpApN5LTZCspQVFxJs1z1KK0/gdaSInLUKlFRXYHC/HzkWcywqbIKVFnlreQUnriAIySvqaUCObmVKMolHrMErdGCgtpmVJeWorzABHN+AQ0O5qNEr4Ek5aO0zIxicrAKqexiax6KCwwUj00e3D+ZUFxshMWiqLI0ej3yKytg1GiRW1IKMzl5spry9B93a0yQnsZt9mxpGZuVJ/ILBPYmAtTR7lW3iL8f2LED1WFvgr99WvOomNqJCrC2D/T1lESNmT7rybGreNXBIX4Nay8/i7sFUcKQ24I62MYnu0UvoYdAYIMIsO3O30EarQxJ3qCQ3ZhNV4T8kgacazFDodkn6PJQUtuEQydP4MTJIzh2rBqFOg20G9FdMcKQV4kWknWc6MTJJhy5cAKNbYdQSvIYUwr27Id/siWb79nvp2a1Z2+qUHznEeAOVl5uCn7esGAN1d2qyLigD82OcQywMC6ViIN/OyUcjSNF+eY4tvq/BNZby2u8s9G7JeNIJFOgDzZ6pCizigsLYLCSMZKZBp9y1G6mNPWwqWQSSaIU3URVZ/rHTjNd7mbV94VuBDXSKwKdBt8TEBM/Xkz0BCK94J7N3bcUiGX78SCFeKMXJlJp+8vfJSWm6f5xH7BYnTTdkxQSCQJpccKKV8zJDh09ipT3WbZUPIJoNIqo+rtUlE43nfOozHROMeKzxQgI8etEgL6jZQWQmJazN7BHD0mGoigw6JDNSSesdMgaDTQ63ZJ35Vbi3t3xvAxXbJSyu++R0G4PIpBKpsHG2CLVadg9SQ4KGxU8sZPgH6yMx5FKsNFP5iQZL/FgHGly5qKxFHwzk5joe4T7vQ74oymQyEXi9sSFzw6Xyw9XaOPaBlwBREPROQGJCFKzo3B4k4gk5qJ27X8aLotHwgh4PPB6vQgGY2Q00n3kNkD3PDL3Pvim1KfvdFCzosazKTH7NrNEho7MI73P1DBNDl0KoVCcnr84+LlkxylF/+KREMI+L/xeD903D923MOh2PSNhOyIkKb0tRs121GWjZcSjMQSoD1mcP4JIxA/HdILu4+KUla4kelhkDch4A7hdYMkRdHRjoL8Hg5NuRGJpIBJHgpw5dva4T6bueUkOcSkQ2FkEqHkiSd+DyXgabHPsrDbbWroobCUEqJ+TJPq3Uvo64+V18gt2gcC+RIANSUWz5MEKj2FsYgJ3BuOIRe249o+/x2DXx3g4NIKO8Qj85Kx88lcfY2z4Y3x0pw+f35iAa3KcRqwm8Lv/z99iYGwaYV6KtYWIpcnbTNLod8iXWGIsUUoqQUZwCKFADHFyOlPknMTDdB4KIZ6IIRwMIxKOg6LJyWCjKITI0Je4NzCGdkcKCfbCKJqd2TR5qMlohJy1kGpAx279Ap91TWPUT+Vm6sffWPEQ3OEAwgn+5qI0zyT8PR/hzmQY7nk/L8O+68JgP8bGBnF3iOBIxZGevYZ7vS7c/fw+eu9cx0gW7iXBCUn0uiveenVGlNqaOnLJ7ekJZww+nwP/8N86MTv8e3z+5X1cfzQK9+wEvrnRi1g8Ae/9OxgdG4WdngnG+UnW7Tqh7kPW0Ii1VoKs4JkjGYsiGqRnLBxFgj0OamPRQBjRWIKeRyJ6vuKUK03PTjIWp1n/CDlCYQTomaUHj3yWFOUjBp5Np8EHPz27aT4n3gg5u7Eo5fE4MfnbX+H+jBfuxMIGy4jEEaFnPhpNIEkjCynuA/whKjsNhjpJzlg8FKFyY4jTcxyOp5CMR+k8jijdk3QqRs9+iLBOUVwScdIhFqFnnbBPRx/izs0u9HTTgBb1L25ytElTJEJ+RFivpBd+/zi6u7xIkixO2yxNj9hJhyk4Jzrwyd/9Cx599Qm6g1347GY3unumkab7sdkyRH6BQDYRkKhNKjRQwZsp8QqbbMoWsvYmAgrZnRodNYwsqb/3zYssASHEHGwEyMYhp4gNnwU4pKJkkEThj6TABo1nxoNIyE1GVgRBnolLROF2uBENuzFLxpHHR0aUZERRcTGOl9gRJiOJJnsWCNyaU4meYq1eBn9hPCkhGUbEM4wPPxvBwOPf435HN7653o7eL3+BW+Nh9H/xMToG2nHjYQfuX7+Bqam7+O3XYxgZHYTLP4WBviE8vvEYzpgTdz+5i96vPsaDng7cm/TBYfch7ZnCDFWOJi/xBLU0maShQTzqd2BqvBsj/R348u4YXDND8JKDuMjGfKLoLjpJhTE73ocHN27gy4d0/+Kz8Ax9g/apEEbTlSjZ0AsBK9RPWiH+gEczLNKys3Upmn2LY3omRIMNHkjeIYyNj+LOqBc+fww6owl6mlKXFBkwGHZsIwH1GeRKPHMf4xi6fx9d92+ga6gbv//iIWZnRjA5dQ83H3bj8d0O+Ifv4fZUAhP3vsZw54f4/PFd/O76fQx++VN8MjKGm9fuYKz7JnqHenG3fRDOrg9xq/cGfv3ZfTy+8xUGhtpxdyKG0PQU/OTo0VjPEy3S0SCi7R/i/nAv+px+jA4Oo//RdQzPjOHGVw8xcOtT6g86qD/oxMNf/RzDQ7/C50MBTA3dxeBQJ77smkLf3WsYnSXMbz3Gw09/hgf3Psb1gVHc+/IhPGEnXO4AzXI7MD09iseDLiA2A4djAu1f3yYnqwfTyRjCId6N6kmP8US/jZzEaOo8TTOjPFsbcvoQc0+j56vrcNNzmi6wgVrCRsSqeVLUWSWJUllyQFWh4p9AgBDgARQJEvgDcew9BMjMS9JMK9/HbCjP3xnSZjqrJUpkUdQSyeJSILDLEFhVHbWPpX+rMj0nkZ5MWTHBZM5HdaFEM3YAD8hjCw+Jvhl4xO8Zp45mARIRN7omE4hJZJw5ZtDXOQn39DQS+hhGu+0IhhNIBX3wDXRiaKgLw0k90hoNFDkOn8uJyaFJBJMB4u1H971BzMyGIRv0MNBMhKIoUAw6KGRESwvrp6QQ9EURGBmC02GHA3ro+aXwRUwLM+yuc1lL9bPkwpZjhp5G0Lw+N9zeABI006lVsqQr27RMWRK3r8TQNxx9IPMSTD5ZoXKWXBsMiCHgGMVEXIFE902r1UGr00Oj1UDede0tRbP4s3C7Q4jFIvB03cMoOXG9k8PoGLbD7ppFPOXB6MAg+gZmEXX0YtYziwlXCHFHH0bjBrin6PkdeoDh4W5022fgnnUi6B3GgCMIr9+lDi5NuWV6JjWEgwJpEQhp6inC8Ax3YniiD+0DQ+h4MADX7AxmfS6M9I1ReeT40Sy7u/8hXK529Lqi1A+MYsbVj/aRUTy83QfnDPF7g3DRtZvOvWTZ+CeGEKKhnbSGnGl6SNLU9wQ9XoBmvntp1n+4sx+OqRlQzAp3c4PRyQjC5NArJupvD9fCmnbAO+unQTgJiTTVf4Ni1WwSNyAJknoh/gkEsoMAPS6IhdP0XMUx1hNC1y3/rqLu23P6jPeHVB3d07Ft1697l2Gy8B4NPA4iRgP6jtEo+h8EN43NWG8YXmcc/DMX2WlhgJwtQUKOQGAvI8Df4UyL6iArSEZCCE6NYto5jYDBCllvBkJ++B1jmHG7EbTkQ0N8CmdMhhH22TFMBk+nqwBarZYcIE7YIZJAThoZc0bSW9IANItoyKtCY6UGGp0VOsUAq14HI1U8TDONSq4OCuksSVpoKK+UCpDR54SbRsQ9IQVKSoMcnQQNzwqadEjHqTNKJJFMY+6QFcBShDwj5Y9GkEzEoVh0kGXtXPoe+G8uqkbjqcu4eroaNp2CuLkWRYY4bNERDM/STOQm60Cwgr/YNylm/2YncOgDXu67GlByfj1KC4tQrfPBnaJ2vksQ4Rl/1n9ZddIapCVyfBQtrOkAZmjWzO4NkxMSRdJohlJQBPPIFxjTVMOiM6PMbIUtrwQ2mxXW3CoU0POpodnkaNCNUDyGsKYKFVYF1sJi5BYXIddEs5UpBQaTTEZCDPFkCgSNqoqk0UJTXAuj3wGPawJ2tx9edxzhQAw55YVIUt+gIUfITAM2slYGCYEU8sLn8dHgjx/xeID4EwiQvqbCQphMxbAaS1BSUoQCSwxpnQGylERa0UPRW2GTY0i5+zEy5UUgEEGcZr3CNDCSCvuRWhEgVdW1/0slkSCH3lpYgqbTTbBIYeTUt0Dr9SMxPQMqbu2ylnDKigRFA0iLHGOIQyCwaQSS9FyG/ElMj0cx0hNeG3WHMMK0lJ/jmJbGb/S6e04f1s3vScDvTmDNOmbKJH2Gu0jOvKz15ad6krP7JA/JWrbembJWCYc5L8tiPZhW4X1S3lKeJzJILzq3D0Woz0nDQ47YBJ2vmE8tN/Rc7GYmojQIniRbKWNEbbp5gXrvzQsREgQCex0BXmaTfOKdzNeGHJ+kZwbOex/hzqMHcFa3wljcCI1zHPa7n+BBfz88LafIuMlFjl4Lo+yGe/w2Pv7oI/wmeBQ6vQUWMgzmpW17kE4mEJzoRN/tHkQVHfIaK6Elp1SR8nG4PkGj8Z24a/fDlVOPlrpCeG/fQffgLEIRHQrJWLToptHR2YHRsAVlVQmEQiO4frcXDwacSNi0CI6Mwzk9C3cwjHCYKYJIXIKWZkpya4uh0SQwda8dnZMRKEiD7CTs6oMcX41GA71mXkvZgPr6Nly43IjSSiMGuv3zCRsMJMrHRIH4LI8A2/vJRFodDeXzp1wSZEmB2ayFTDNCWo2CnIoa1B45izN5WmjJ+JZ1OmpzGijYzmNxWSmamk/x0pzU4nj1KuKCc/wxzbKNYjl7oVUAABAASURBVDz/GCzhHBQaAKMSQzJlApI5KPHcRLKuGilbMXRaHYw6DTlJZhioUjqaJbfW1iKviByqSBI66KExG2AyauiZ05ETogWxQGeLY2bADqfTA7/6XNKzGQwhSrNlkeJcQFeJChqMaq6X4Ve0SGjK0FASR8Q3hAc9YxgP6IGSJuTMDmN8eAJOjwlleZU41iwjqJER15igoYEivV5PuMvQ6o10b3KgiU7A652BOySR7jQgRg6gwWaBZJLIwVKQoHjFN4Ek3dh1mTArMGusVI/6ZtRVlyJXa4JiOoGWoy/iSlUAJToHvJsYg+F3O0lN6rXSEIdAIFsISBJgylFQUKFD89lcnH2ncE105u0iMD3Dv1J8Ru7bJD9DmbiVQuI7/WYBzlJYe8SK3AIdCul775kyV8rP8ZT3zFtc5pycdeVV8xfh9Jucn4iuuc5M65dD+VU9GLdCwq5wTTgvKudJXVjGHB25kg+9SUFFsxnHXspbWeZbxM/lUx0WyVxy3XQ6F0WVBhjMcraaGLInKWsqCUECge1HQFYkKBrqcbHg0BTi0IUX8eP/4U/xzus/wb99qwrVZW04+8Z7+OFf/im+9cb38O/fLEZ+7at461IrPvjBe3jtz/53/C9/8W/xv/zoOKoLTTv6gEmKlkauz+EE6f7elRN4+1ItDl+5jGJZQfGL38PrL38Pf/L+S3j9rYsoa3gP/+7P3sQbf/K/4kevXcD33jiOC3/w5/iDqz/A/+V/fR9X/+BP8Nbr38aPXjmJKxcOQdf0AX749ik0pnrR+/uf4qf//FP8/Jcf4/MuHQ6fbkXN0Zdx9MI7+NO/+AFe/PH/Fd89ZkOZBbv7sLairr4JF5pJTVkHFL+G80eK0NDYgrqWM3j7nI0SNvEh+5ANRUkmGRKR+DyDAOOTosEVduwWJ+phs5XhL/7sBAqb3sTR5kq0lFtRUFSHqy8dgTqQcO4CGmrqULk447ZeydyP0Gy2eo+XlmwuRXnjC3j16tv4o++8gDM//Au8/tKP8efffRfvXKqBEk/CnbyIY/UG5B99F2eOn8U755tQdfXHeKNExqkrL6K67W2cP/smvv/dV3DihQuorXoX37vcgCNHzqCi9hgunSpA3qUf4d2L+VAGb+PGr36KX//q1/j42mOMlL+KFy7+Ib7/4gm8Rs/42Xd+gnfPn8dLRwpRe+X7uPLKd/H+qSY0ludCLn0XH7x/Be/+yf8Z33v3W/j+xQacfP9P8e4LV/Dy0TKcee9NHL34Eo7m5ePIq++g1HAIl199DRcvnsHpQw249MoFaI/+MT54/RX84C9+grdefhcvNx3Faz++qDqq0lJslrum5yWVApi4XSxlqaf7XUP320oJ2lwbil9/G4dMZlQefQVlzSdQQI8wJW3oI0kSJIkI0obyL5tJRAoE5hGQZBmKRqZ+a42kIz4mLYULieOYFsZt5lyvqDopJEMme4jUhJbO10Usg2mjenHeTJksgylzvZ4wI4fzM60nb4Z3iQwNYULdArQGug+ryeS0TN6MrGVCtjlZHrJ4sHmRRXFClEBg7yFAtgONyEKlxdrL0NDov9Fsgp5Go030kCqKBloaoTaaTDQqboBZL0NW9NDTiLrBaKBRHCvMlGY2aqHQ7AF26lBMMOY14rsvlqOiJIf00xIp4PrwQy/rSFcio0EHvV6n1sFk0pP+Fhjp2qDXQmcwwaAzwmIxQGdkDAwwcjzVVdLMnRfUHMHh81dx9ZWreOnKRZypsyLfqoOi1UGr08NkMlJeKwzUoe0kHGu6DTRTpygaUPWIXQJkPbT0xatoNFA0WuipDpQgPluIABsRGp0Mg0nB4i87CbKsUHvSQtbooaGZOg05UBynoxvGvLJWB0VRdnSmjvXAsoeWRuaP4fCxVhTQc8HPndZogp6eLxNNr+l1OpjzS3HkvXfRnGOCmZ4vrVZL6RooxKOXQc8T1Y/qrtXqYaA8Wh1dK3RO9ddQ+1QULXTURmWdiZ7bEtQcJgfrxau4/OJlXDh/FFW5BlgMRkrTQq/XgWfYuFwdt3HqC3R6A4oamtD66ltokA3Iob7BYLLAQPEGnQZa6g9Ufq1C53podSRDlqHR6yFLGugo1Om09MwodK4DNFQWlWOkPkBPMvQaLfRGHVbGCIsPCXTP52i5PNzH8P2WOBfpIVP5GmJUtHrIVFZW+htVOBcgSCCwfQgsLYma9fLPDbVPTlvK/+Sa0pGhJ5ErnBCfKotCjUaChvoSifrYFbiXj6a8LINJLXd5rpVj5/Nn8rIcppUzrJCyQA7nZ1qBc+Xo5WRQHOumyuPzlXJTmsqzUvp8fCqRVpdeppLzEVkI5CzIECIEAnsaAXr++DlVaU9XZKHyshaKPgcN5QbV8VyYlM1znTkPeUXlKC8vR1lpCYqsZNSt94sgmwoJWXsbAfomlOlbSSajAnS+tyuzUHsZuSV5sBXkQLswOnMu0XNjzEFxTSksGiULjqke5rxCFJaWo7S0FMVF+TBrJXK+sOqhs+bAVlUDG5AFHUhINj5SNoQIGQIBgcBaEZAkSR1QoQDi2DoEJBp5UmnjfdwzysnPxIgIgcABRICX9zDttaqnaX6R3//g5Wo847hQf0mSodUAomPG7jr4RjHtLq12hTbp1NzIZSycBLfrXaFUlpSQFRkrjnzTsyopGtDgOLL4/b5uzSXyqBWa5VLWnXMLM4hnZQvBFaJ3EwKJkAdetxOzvjASKdYshWQ8hlg0ilgsgUSSHoZ0EjG/U92VORCJI5lKUTzxplOg7pMtArXvpGiOJIoiHkvRjBDm4pOqYIrfjk8SyWQMwWCKyt5geakEUvEIwgnWf60yCKdkAOFoEnHKt9Zc281H3T5k6mwlOXslZ1FU9pQSknYBAgdIBXr8Qf0hEZ/tvYpzR86bvOxFp3Tvob15jcV9WhlDxiYRT4GduidbN67MLlIEAgIBgcCeQuCJrbGMuRGYGYF9tA8jk3ZMTUzBn/BgZtoN96wPoUgE0UgMYecophzjmJwhB9DngT/gwaQzjLR/HA5vFMGQD4GAF07eKYgLi4xhzOGFO5BAnGQE3G7wHkLLFL8AxzS4LyYPcUFc5pTSUklyJOecTB58S5MHmSJnUc1DbGlKT1FcOk06R90YG4sgkZjLx/FssxAbeWlJcvpSallp0jWl5iPN0jH4vH6EwjHVoYuTs+uOALzJEpeTIgFcVprLYKePr1WB8//I8UV4DNPuMHxhLjcFzkeSgVQAfn8QoVBcLXc+x9oDEkKqYnls1i6GOVlOihx1Dvk6GyScumygKGTsaQR4ZFymGS2Zl3ztsZpINK6v0BS+Ti+Dgh3RXhS6PgTUUTlpfXkOCresSNAbFVjydSvPah0UMEQ95xAQz8ocDuL/nkeAHZFELA0mNuaXVsg16UQ4MIWIvx9f/N3f46H3Mb66O46xkQDYkYm6pzH8m7/CnVAOFFMOclPDGB+6g998PYxk51/j5/ft6B16hM6Ou/j4vpO8oCjSg7/DL289xoMJH7xTkxi4dxMuKni117iSlJhMkN+SIsYln3QyjkSYZPln4fYlEYnGEYuEEAqEEY0nkSbHLBr2IxSMIBLzIBAcR1enF3GVL4BwMEx5kkiSM5aMBMgpjSJG+ZI0GxcN+skpjSEZs+PG9fvo77cjEooiGvQhSM5PMhZFJBBEOExhPI5oKIRI0IMgzVjGKf2JqmlS3t+BYXsALm8SiUgYQX8QEapYKtaO+3c60dUzCxo/fJJlTSfs0NFNTNDMJ/mTa8qyGlOM5ERDKWoPywC9WsZV0uRV0kSSQEAgIBAQCAgEsoWAkCMQWD8CZEitP5PIIRDYfQjw+AQPHssKIPEFlhyyHnpTOepqqvHqmTi6R9NwdF3HnS++xPVHHZjQ+vE4eRYvVBShvtgCk1GnvvuaIB/GOQU4JzrgHOjDxPgYJkLkHCZl9A4XojowCG3ajuklxa10qZB+igZQByCx8EhjemQSN3/9W0wO/RS/ejCMLz77HO0PvsTDvk588vNPMNv9N/jlnUF88+kneHjrK9xyU/4UzQ0O/xSf3u3Btc+uof3rf8Rve+7hp/9wC+PDnZj2T8E+48DI/bt49LO/x1euAFzRFM3ikdPonMBUxz10kRP5zU9/gY6uz/H723fw67//FR78/P+OX4+M4JPffIPBITvCVNTSTzIwDbf9Hh52f4H/8tM+eP0h8Osq5HsuZX3+Nd0zSZKg4UF05fnsz+PgwXidQYYky89jXXN69iStuUjBKBDYZQjQgzrRH8H1X8/i2s+c66IviT9D6827iP+nVC4TyVsUz9ccz8TnS6j9ug++2QR67gTwzQb0X1rWRuqyXJ7l4paWxddr5WNepvXyc56FdPPDWcyMxzDUEVrXfV4og883okf3bT+NYtLoJ42CZmPpxi57irKiTopGW4PeBPrvenH/ExfufuTcM/Tg01m4JqNwT0UxcN/3fL1/t3fqtv33wYnH12bhdcYxS3j23PI8H88stpU+an+uyQjikeyNoGflARFC9jYCZGuwwyQrEhny0jJ1kSleC0UmZy2lwGQGrNXHcej0WRxvqUAuZUmkddBrFWg1MmRJgkRSkikZDq8Fh/QOjMX08EQ0OCwNYTzchXvDCciBCcw6PRhyEvOaPhJINCBhyZFGIh5FyOehGbIQpU1ieNiJkQEvEjQTZ7TlIDQyAY3FjMIak6o/+WL0vZeGl5xBGPTIrzbDqnPB1d+NkaLDsJbUIt8QRsAxgoHecYSiPszGdJA0RmLXwWLUwmJKI5wcR487B3pTI8rJmTWGnTTLp0FueTVydOzORZHAs0fEOQr7aD96nVF4fF6kFA20ejN0Wj008rP8q8aoA0xp1SnMxpLJVCoNdcZPWrXUdSWut0rrEi6YBQJ7AQH14ZQlaPTKukmhPDLvVqdbf96F5SlaGQuvF54rJJtpYVzmXNHJ4NE0eYP6Z+RkQpm+LBQqL3O9lpD5Od9CXoXlEC2My8Y5l8PlrVXWIj0MCmTCWaIvVJl680UyWNd11ntRfmoHz7vmMtNp+laQII5VEOD2bLLKyM1X1kzWXAU5ecqa+Vm21aYgh4jP103LlMXl6/QStPRMmqzKc3Vh/nWXuwwm1lz5mXpYN4DHarqwrixzNZ5spHE5ufPY8v3RaiXwaLYl5/l4ZqP8jAwztT++j5DEw7rKo7o7kvaaFtSkJPq+BoXPqB51YGr4Lm4+6sY9fw1aChQYkl74PeSYOFyYpVmvBtsY7nd04cHthxiesMOdjpMzE8F4ugyHKzTIzatGnqkY1alp9Pf1IFzdjIpjTdDGk/ANDCLg7MKd69fwsGsU3kDkGRVWj5DIkYwjmfJjdDgNo96AXGMa6VQUQZoV1OUVwWzLIyfSB48zglBMA4s2hYTbjgg5eqlQED5XCIGYFjk5OmgDDhoEs8PlHIfD44EjkEAs4UMoQmkxLwIBH3yxNAwGEyTJglw9OX80q+eJkQ5aG3Rd7eeIAAAQAElEQVSwICc3jxw/QKOkQN+umDsIXK0OQbcbLsbI5UY4EUE46EMUeqTjHsTCHoRJ9hz/Gv+TWEBCNrsFSQZhiqwdJC5rsoQggcCeRCBFhratSIf641Y0ncpZNzWesqJxA/ma1pXHuqxe5Q0mGMwKSmqNG9Z/oR6NJ63rrkvjyRxwvkVy1ogJ48a0MO9q51wOl7caz7Np1ifY1R2zwJqnQWGF/kkc869Hhwz/evOU1BnpS0cCd+KQ9uSjsuVKS4SL0aKgus2E1nNWHL6Y81w6dCEHbeeJl8K18Gd4Dl2wgvNmrtcacp4MLczTRvrmFmphI6ppNa2qt5qf6sbhQhkbOWcZTJm8fH6I8OAwE7fpkLDNukyq/zN6cTlEHN98yqI+q4xp7RHzqngyfzapltqfrUgLjZYa5Ja3elHAQUGATA0k42ma7UqBVyUsrbc51wQtOSfBcBKRwuNoyilCpS2BVIKcE08ESSkHrU1WBINBeMhRCcT10BNPQ5URlro2lNe34Fh9I9oa6lFQUgFDPBct546h8fxlNJQVocqShsVmRNA5Q7NWIfVdtqU6PO9ao9fAnGOi7zIjUjEr6uorUN9cgdyCfOQR5TafRDEPniYs0BnKUV+Wh/ISGeamIyigGTYlboRsbUFz8xEcMbiRDnnIiVNgyCtFeXMDCiurUW6woKrQpA7oRBUK86pQZarEyWYL9Log0kYTbGp9G5FPX6j5xSXQpiPwTQ1jdHQYY+MTsEdLYNIB5twC2Erq0VxZgsYKGz3ThcjLpTqYkuScPnUDn1fvJ+kSoGgkULFPojZ6IpNzr9Ags6RsVMKz+eRno0SMQOBgISBLEj3oktqB8CYN6yWjRQODSVE3eFhv3gy/gWToV5DBTpvBrFlWvpbXdsuku1GG3kBk3JweG6kL68f5MnXhkPXleD7PJnE565HLvKyLqgPN1OkMGsjUibKxpsbN48V8K+G/kG8z51qdDEmGOFZBQKK2rKEvTJ1OgWH+3jwPc372zDkaqPdwjXlYpomeOaNFAZ+vh7g8LovDxflkcNuS6B5rdNKqcjmv0Ux1XOGZXyx3dR1NVg0W1oNlmwgPlq9fBx6r8XJ9WSbLXo1vs2lcDhPL0dHzyljKMqhvllbFk/mzSVqaec+W4QZxCAQWIBCLpGmWKEWO2rMORenxN3H5vb/ED999H99+sRE52la88N4HeP8P/xBvXbmA082VyD32Pbz/2hW8/NZVHDl2Fafqz+GDS8146aUjsJaeR3NdGVqPN6L83Pu4+sLbuFSsh01XjrYjbXjxvTdw8p1/hx++/z28er4VRXnmBZotPE2DHVDy3BZG0rkEk6UINa1ncY70k6NJFDWcxsmLr+HS4WYcqcuHUnAeF184jZffvopTJy7icHkjLn9wDsXlL+DiuTN45e2XcPrcSzhUdgSvfPsVnHzhMlpbXsSFkxfw1jtXcf7dP8bLtQUk/zKOH2tFRU0tLPWncLFQj9YXX8fps+/jlTMnceXlI2h6/T00UQfRdPwUcuUwZrrv4sF9okcd6PE24fipZlx86wpOvPgBXj/zGv74u2dRbG3AkTPncehYA3LIbqJK7dhHkgDu4yQKkaVDzpKcAy5GVF8gIBAQCKwNAXW577Pf52vLLLh2LQJ8S3kUPs4v+Cf4atequicU46XK/PtaMcJzQ5sa7IlaCiUPEgJsvBstMow0EKOhAdndWnd+3pjU76olSppzc1DR2AqL9Rzef7kVtRXWJRw7c5lbcwrHr3yAd8kJfuftd3ClNQ82GjTbGW12rlTh1O0c9qLkg4iAqPOBR4BH5g48CPsQAB5spUFjyIoMmWYc92EVt7VKkiRBq5Vplk6GrGxr0aIwgcDWISAB1LSxmw9+3pik5TwERQPFZEFOjgVGLZ3vkspIpKxMSiuKAibugwnq3Qzzlugmb4lUIVQgIBDYHgTSvEwira7Rp9PtKVOUsnkE1vBts/lChITtRkBSJJDNA7IvII7NIyDRczI350knmxe3ZgnJRErtU5d772nNQgSjQGAJAvwdnYimwbP5u7ttSeBnD9KSCvAlJUiyAo1GgRi7YkB2F8m7Sx2hjUBgZxDgzpZpUekUkc5sOUsJqXgK6VSSKA11G1qyNpLxJEBxyWQa0ZAPvlk7plx+xBJpUHbKtT0fiXtfaR1lJQMIR+OIBKNIhEOIriNriiofCUTA2KjZEhGkogEwFOr1Xv1HNyyViCMWiSBCFIslwfeV68l1TtCt3qtV2/t60/NE7Y5uCeg20SM39yymkklEwqm5uJAbbocDDqcXQTLK1TqnogjMOuF2+xDgzCSDsszxJykfPbf8MKfDdM9JMG9gHw954JmZgn3Gh0gCKq8qaw3/yN5RDZ31PIprEPs8ln2dvjNYzpU6939fwysqtwMIiHa1A6AfkCKFU3dAbrSo5uoIkD0HNt4XcSWDCIZCmA2kyIiMYHpkCkHPJNz+ALyhJI22BTE1MIlQYBKT5MiNj04STzfGpqcwOjCKQDiKLfcDyIqUJAmKVmK3DkuPNDkpSXJM+f2UNBu05Jnwbp8Ij2F6NgjnhBuBaQfclDGNFFKcPs/Pxm6KHVaydMl/JQ76EFDJeByeWR85PFQ7kpnyTyHqGoaXPENKJqY9+kn4EPC54XAGEQoFEA3Y4fRE4Z6ehd/lhI8M/KzUjMFkyoqwfSaEGhA1KWpbafDfk9qlEvS8BTDoiCOaCGOWHDf3jBN+7wx6emdpQCGF6OQIJsdGMDAyjomRMczGg5gcHodjYhIujx9BGrxIhKdhd6eJPw7v1Cxmp72IhPzwDzzGiD+OMDXp4Mwk7MM9GJ50YKR3ArFYdm58mirGz1eSnUm+/1TX5Pzzxs8kO6gcDYpXefnZIw80QfwEiLpTGyWRl5lCOhOfpnOSmyQnNkV8qVgUYbsdbhqwianMGQTpIU664ZzxIxCIqbKIXU1M0/POZbMuT3SjlHQiQXwpUDJd7dBHAqh7w3YfikaCRiuDZ163u+ytLU9I30kEJGrPGj21Lb0MmWb1d1IXUfb+REDen9UStRIIrA8BmZ6EZzrZKBl3Djvax+JIxBy4/eHX5Kx9ge7xMfRNRRH0TuCbn30B+/gX+Kp9ADcfTMHrdECnc+Luv/wTRqecoEmE9SmSLW4y9lKJKHxeHwKhGCLRCBmvdO4LIhCMIOnvxfi0D+OD03CNj2IqnUQs6kfQ74ffH0LEH0TM74U/GESYZijJbpzTLEVYRH2Y8vmRoBm6WCiI0FQXvOP3MRMme3OOa2/+Dw9hYnwA9wcjiBJeae91dAzY8eDGYwx0PIRDtbg3VzX6TmebfXNC9nFu9kOS1N6ioRSoCT+taSqCgHcaH37thMc7jAcPetHx4CHG+m/jpx92wE1Tav7BSQRTMbh9Dgz87ld44BvAb375AFMRLYx5NpgTM9RWb+DzBwE4XHY8/OYeHtzvxdTsGLo+/ytc6/NjNpyGx+GGzz2DlDyLr/7mNwh5/U/12PBZGhF+ttwk2xeAj2bIk/EwQj4vvPS8hQIhxII+BGiGPx4MIMK/z0TP2KzHRwMoHoSCfnh9YfBzHIuEafDBTzj4EI4E4PME4XcHEAyGaFbShckPP8J9mmV0k6wn6qYjQPQhvvmyD4PDbnquY2DnLkV4+UluwOVBgHWjASs/6RaPhKgv8MLnDVKZCXKwn0gSJwIBgcAmEOB+LZlMIx5LqbtgxshI2FlKIkqjWQt1SJBuSeo/kkQL47fnPEm4ZGgnMcrowOGcHvFISv1eStB3FJ9vFg/GOUVtIZsdLJmym2idIqtAYJ8gkAV7HZB00OqLUFLWhPcvJ3neCyGypbATR9yHsOMu/uG+Ex1DLvTc+gaPb3+G9pFufPgvX2CKjMin8w9pREMePPjtP6Fn9DG+/uYOrv/6v+HBN3+Hf+7xIrTwBzoTHvidPfjs/jSCE9fw9c1HuPF4Ar6QdydqmfUy/VPkLHz9IX59YxQBmmeNj32EnrACe+55NOk3Xxy3M4l7XWnzsvajBIlw4cEV/kkAPn9SR40RGl0OymZuITp8ExGzGZFkCbTjbtRVjOEuzaZ7EgHMOsYwRLPPjqAE28xdpI68iMKqJpTmmGA2ahCndtr38X/A3/2X/4Jf3uvHUMCFkOLGoPUMkg/HQVPwAMnxO0cxPDKKcUMFErL2iRobP4nh8afXcPPzj3Gz4x7+7u+v0WBQNwZHr+FXv7+Lax/dhLvzGn4zlEDfR79C+/X/ir/58nP8/35xDe3/8n/gP3cP4Nf/+Cl6bv4Wtx8/wO++7sT0zf+CX93+Lf7ff3uN8v8CDztu4KOhNOLxKHhm/lld44gn0kim3RgZ6MHtL24h6LuNn3/+GL/+Lz/H7W8+x1f37+If/uYjPP7ob3FtbBzf/O4b9N/rpGfhWWkiRiAgEFgfAuk0aCAniemRENq/nMWX/zyVXfonkse0DrnXiP/aP06Bw4w+XTfcmBkNY2ogtDn9WDZRRu5zQ+K99o+OOV3o/MsMraM+C8tQ68Qy1pOf+DnftX8iPQgXVYf5/Hc/ciIcSGDooZ8G+Wc2hw3J7PjGjenRCHgQc30taWVueeWkLUsRggUCuwoB6mfVKSbucDetmKQAkhaJiAY6jQSFLrETBxvB5jLUuL/E0OR93OqZwmBfEMlwHPlVZTBqNHj68PtpZopmqB4G4bYHYCCD2ZJTDrOmFLVNRbAYZchkbKvV0BqgsRSgQEki0D+ClNWE3Jpy5FnNavJe/2cpaUTrhTfx5oVGFOgUOJM2pN3TMMz2waM2lM3VkGFU21kWZG1Ok12amwBSnTotnSzy6hQYFAVnbGP48mYQYZ0PEf002ocmqS1P4vFjL80w65BjjsNUZECqsBX1GkCjaKDICpGkLuPTGMyoOvs+Xn/nHVxqqUSp3w5/fx8G4rmIDN3DWNCDWdkIk0ZGkSEEue0YoNNnBax40gitqQJleQWo8nSgr+fG/5+9/3COK8vvfMHPvektvPceoAPoTbHI8q6rjboltVrmSSNptG82Jt7GRGxsbOxG7F+xuy82Yt/uvHkzI81oprvV6lZ3V5vyLFbRO3jvPRKJ9Pb9ToIgARAAARI0IO9l/vLce87Pfu89J8/vnESSm2NLjC1GiLksmIo8xDq/oX0hl+x4klKHC09WEXluK/bsOnLdEJ8cZHq0j8lYFJ+pnEpbHGt2AZ7CXHKcNvSQFYfDiUPpk/HnnuMKS5sdm92D01pAmd1EUXyUa7eGSFd7SdizsHkqKfM4yJu9zdc3x1mcmEIcwJKVi4WX64hGkkRCSRKrF7ReLgiMaJ8QAnaXTk6hldr9Lg69krW7dFb0KdqB3oOns9h/wivkEV+8QllUNTvJFh/zSqyZ60f2U3xpFdqu/MEzXvad9LD/tJeDSm6FdhDPalsZ20rHTuQVv/LjhId9gsvBM1n3MGg64pExVKewwkbTUYXX/bbVdrd7Xt3iIrvAgsWms1vH7mna4xFhrAAAEABJREFULY8MPQYCzwIBjcykj9WH2UbMN8PM7c+5032bqewyzJ4i0rNjTNz6gs6hPmYL67GbrJiVXGyOhdHLXLjwGb+frcZkceB8VrMhlTmkkmCJsbiUxpRKYDFH8cfTmLLysdochBcWiYSniaTCzMw6yHPFCMpkMWZxYrbn4jB7yMqyY5bJoZoTog7djK7iMoHdayXqn2NWJn9z/ohq3fNkcXjlA7eCiqIsbCYdT0EjjTU55Dr8dA8EdyU+edR2Rc8LqSQFSdlNikflRD3D94LUsNjNlLflMJ8oIzcwhduWIlJ7lgP7DpHdd4tQMIKeXUlVcTbVXj+9+j684xfoa/+Kz652cadnlrTJgruohsqqSkqz7cQWEizMujhyrJmz+5aY8kWY9NskiaqgpKyexnA71nSMXTmiQRbnxhmdm2XekkNMdhnjkaD0QaG0E+y5FIz/ntn8KsxODx6rFYfDhd1mxWb34rSZxC8HJlOapD9MPOXF69awuYVHyGaxSPKVxuaMMDMyz2IgRvye4zqYXBCewCeyOHTsWWmuXDFTX+rArYcFh1HGfEuEXQVUZ6cFzxgRWcTRHPbl8e2erhf/RJdVLEX3xr1nHrLhwIuAgHqeTBYNp8dMfpmN8kbHM6eKJgeVLU4qJZErb3Bm/MkrteH0mnBlmzPXT83PpmU/KqWsuOvLU7O96l5UiH2Fh8KlXM5XfCiqsmG26uQUWSmpsT82NuoZUM+Cbtq9p1vfPVWGJgOBvYmAJm4rkmLty5KNRyZLBc4YyZSV0v315BQ2Uuhxk2NPoEnyU9HWhDenjrqSPGqr88jKz0VLJEmXHiLL5WIXF2DW+vbQKw3dZCW3to2G8nra9jfQfKCOgsJCCvK8WNzVFGQ7yS/Jwl1QSaGlnCOnmimrKqegIIeckkK8xaXkSmIYmR1gdEh2M/p6GBydYSFqp7qmCG/dQYqzPHhc+ehZNWTZYEMc2SOHJRevN4fibPFXk1HWUUVTXQ0H2hoorSzBqr77Lk2P81qTpzyOohdUVuGTTqVR5foQNasde30rBw4fpD63kOqSKhqOn6ah6SQnKqzk1ZSTV9xEY0kFLbXZxN0tNBSAwyzJSTRBLO3ALLtRNUUaNklWCiqLKWxooaDsAK8cquHI2f0Ue93k5kkfqTkoSd0+jhYlsZu3v62q/j4iIUlpaiORdIpUMo7udJJ38CgVla3sq66jtb6Ectlp0xJ27IEgOXUFWCr2U1JUTH1ZDt7qfdS6NIpV32xso7a+hf0VxRRJ/8zKq6W5KpuCgiK8smNXoSZjdVXkECYwNsxgdw893f30D0wxHy2guMSOS3YK0lbxxWVhKVUtuk24TElSiTimLHn+D5/k2MnD1FZUUFKSi9djw7T+Zjyla/UcKHpK5u6ZMcvE22LVMJn39IiGcTx/CKSToOlgsenYHE+AdqjT7jJJkmnC4TFhcy77Y5HERTdpmIRsO9T3OPx2se8UPxzi04ovj6PvkWXv+qF8UT6t6LHa9cy9s0m5Uvc4pcmMfNbJ512KXTv0XdNkKDIQeNEQ0LOobDrEa9/+gGOH3+aDIzLZy62i4chpzr3/AScPn+fDIzl4Co9ypKWSU6+eoe3tv+YP3v0ef3C+ngKvHZ1ndJhsWLIqOX7oDG9Lsnb07Bn2n3idky2NHKzyYPMe4HBbHQdOHaeq+RSvym5U3Ssfcrz1GEfrS6jZV01+y36qVFI31c1gbwddXR30Dk6zGM/m+IkGHEUnOHL8JGff/jaNR96j1A2axt49HJUyUS6nuUxC0MyQdYymymyZCFdQVN7MsUYJUJoe9/UsJqmP6/NTk5fnxyQTabvTJM+SXKw2rNnAeoA3ztVR1fYKNXXNnCg3YbHncPhb59j3+lkaSkuoKKyk5PBrnC700vr2h5w7+xrvnN7P4dYWWcA4zKlGHbfdQ92RQ5z97qscPbWfLFkA0Sve5HRzEaeO1lDR0Ei+JPj177yPzbW9+67yOOkustMoH9QPZHUaruJKqluOc+bYST544wD73v1QbL3NH7x5irOHi7HKLjj55zhU5SCn4TT7m5o5e6icomNvczpPo+XoIYprTnJg/wneevMIzW37KS0+xVuHy6ivb6awtI62liy8h9/iXGseLv8EI+0ddLR30t0zyWykjAOviPy+UrJtFplQZnPgdCPZVgfZIlu37wSvHj/Gm+cPUnD8O7x+vJUzByspLfCgrb4PT/E8JTgqTDf+G8En54imaWi6xjMLHON4ERFQY39SLQ6qwWI3fx1jl8GSNEMGsV1Waqh7AIGkJPgJWQRU5QONj1ih70DOYDUQMBB4yRDQzVYK97/L2Te/wwcffIe3zh6nrcL+kqFghPu0EFATabVC/LTs7aYdSQEwy+6Oza5lVrhZc1g58GorrUcayFpTv3JhloSzlGM/+oAmtxMXj3MoT4qoP3GON773Hb7zvQ94750TNGbp2E3LenV3HeWNr/H909nYrfkcefsU+/ZV4Vlufj7eZeKrEjo1CZZNzufDJ8MLA4HHQECTrqnGCDXO8RyvGKj+liGM40kiYLFomM36rprYXW276pqhbO8isMc8l4E2JdvfavKwxzw33N2DCGhq1JVnbg+6brj8GAiYbCZMVtPGGnQzJosdpwXUBtHGTLtXa7KIL+LPikaTZHuqbuX6uSg1MMukR30NUt8Etiflp9oZVLuE6qvAT8qGoddA4HlGQNZUjN26p3CD1NhmlnF/t0zpu6XI0GMgsGcRkNFLraDpT2M2tWdBekKOv2xqZaL6soW8o3jTadTfpe1IZo8wa5rcfHlt7K40SLb/1IagjDl5u+uMpsm5vO5ePjdFxq2MX5m3p+eXmJNHUZ7Fp2fSsPQSICBzjVRccqWUnGwQbmR+lLGhfvrHfUQSwkeCWDiE+v9jg6EI0bjIpeMEJ/sZGp1hWv1ybiJJVP1KaypBUvSmZIstJavUy1/pE34ChINJYlHkeU6RjCc3sLy2SvU7XWUH0g/Wtuz0Kk48HmRmVnx7uNmNlSejJMJ+FiLivwpnY661tYIBsVl8SzFCEvfaxse7Ugs9ccFbIH48RXelFda7uWmrbttd1UZhIPDyIqA6lqKXF4GXI3K1Av9yRLqHo9ykI+7hiAzX9xgCmsyy1GMoefYe89xw93lHQOUlasFgo88i3/g4s5ODTE0Ncf2zrxkODdPeNc3URIBYPEHU72fm6md0zIXxR1Okw5NMT/XzTfssqZEv+WbAz8T0CKOjg9zoD0gWJBnk9FW+6hihfyZMyOdjordX0jxp2gIolbBkFteUs+v5JGFKJaKEI2GhFMmkUEKSt2gc9eeCij0VjxKPJUgkg4TD03R3BYnHUyi55XrFJcqTMSLRhOhIk04mSEjmGRM+kov0dg8xOblIPCK6gn78MfE5lSQhduKSmKoENimYJGNhYgnRLeqU1gypX6MJ9DI8FWLOn5JENr6sWxJLxZZKxIiHw6I7RiojsIM3GRjkJSPEDmQ2YU0KYIlEGglrE46dVxtJ3c4xMyReNAQ0CC0lmRmJMDUY3lPkm5IBTwb3xZkY03vQ/6eK91A4g1E4kGRpPnH/Pg88nXuu7hHyiaI+0FX5onWj3YonIR/qs+NRxvrCjPU+HRrtedDO6Crb6lzRVv6M90cy44gaS+YmYvd830i30vMwfYrnYaR0r6bV/Eq/otV1T+tc+aRsqVKROt8pTQ5GiARTGUxnRuV5WHU/HqILFbcixbdSqvPtknr+IrK7sVvPtKHHQCCDgMw1MjtgKxeZ8v7b0kJIEpAYdtMS8+1fcn16mKtXuui4NcLUnI/F8Bxdlzvwm7LJyvbg1eeYnxrgsiR1oe4v+fz2IP297XR13uFC94wkS0kW+7pp7+hgaG6eOd8Ck/19LInJlNCmr7ufUw8mnmnC/iUm+/qZmemgY3SJkeFxZiZHmZiaZbh/nIivX3YaZxgZGJFkdIiRxXlGh4IkFwYZHp9heHCUqbFBRhZmGegeZW52jqVIiEDAz4IktRM9fUwEZ7nZPsjY+ALhRT/+yTGmolEm+gaZmhwWPVP09wwz1XOd/tkZBvonWfCHkZztbkhyFhllWrb3JgdHmBjooH96moGeCUKBCcYmphnpGWB+ZIiQsEq4d+UeXqiEzmzR0HYhe0pJUpdUSd2WN+PhPq3m2AW3Vqszzg0E9iYCcxNRui4t0vHVwo7pzhcLtF9Y2LFcxpbI3f58ng4pM7RD+8MdAZn0JBjpDNL9jY+Mzq10KDtbtO80lvYvF9bGflf/nS/nUfRQf5Qvd2Xu8a6/VjwrpNoUrVxvVgrPnfW+CW/f1UWW5uJMS4KXsSd8Cn91/xRl6oTvoaXIZe6XKrfDLzxjPWrlNIUsdO7NTvIUvFYrxMHFJN3Xlrj6ex+Xf7PwxOnSRwtcEjuqXLGXuZa6e9e/Fh5FwrtSt75U/s5NxJibjNF9NZDxW+nM6Fonl6kT/apcr2e71yu6vxa/vv7VPJc+ms/YXJHfiW7Fq2hFdnWp6hWtrtvq/JLEusKfOVfX4uOKjGpTtHK9Uankbny2iG82jsK089ISSkbRRvwb1Sne1bQRz2Z13VeWMnZlA+IpPPWGiWeHwNO3rJlAN2lo2ga2dStWRyGV5SW8ciDJwBSSePTSe6ebrqFRZs0hOpIHOFqSS2WeE4fNgqgjkYCZKZ3wdBcqiRkfn8IfGWdJdszu9GdRujQA8SnGZeNuA6sPVOlmMEnioj/wffA0c2NTXP/d50wO/Y7ftw/z2ScXuX3tMu0DfVz4+DILHT+T+gluXb1M951rXJ0X9ak4yf6PuCD8165ep+/ar/ld53V+/mtJDqfG8IdmmJyaoP/qTdo/+iVfz0XwxTURTJPwzTLX10l3YIYLv/ySvoFbXLvdyaf//Am3P/pPfDYzx9efXWdkdJqISKx/zdy5wM2Lv+aLoUku/+qi7IR+w8Xb/SJzjZEbV/AJdutltryWDDCVSpNZnN2S8eGNmuCbIRXqw9m3xaFvi8tgMhB4gRFIJVMUVVg5+lY2J97P3Rm9l8vhN7I59k7OzuTu2jku8kffzEGVJz7YxLbwnFB0V2a1j43HPDi8Zsob7Rk/VrdteL6Zjbu6j6hY3s7ZdizH383lhKK78isxHH0rR/Dcpp71Pq2/XtEt5bF372Il5xvGt1IvOo6JD8dX3xfBsO21LHJLrFQ0OzIxKtzV/VMxnBSZLXWu6Fal4l0hdb0NqjvkznwQ6OpTeBcH8Reqa8oHptVhovagl4Ov5nDofO4Tp9bXcmkTUuWKvVax2ya0cr3/lWz2n93anwPSnpVvwZNrpfqAO+O30rlet9K5ol+V6vpRaEX3AfFt32nx75W1/in/t6tf8SnayA9Vr2ijto3qVvxSbQcFw5Yz4ptgo64VKV2K1PlmpHSomLy5FnIKbdS3eVEyijaTWV2v+FbiXylXtz/svKbVQ06xDbUi/0L1LyOYPYFAPK4T9FsoLtAoauxRwK0AABAASURBVHubt77/bb51roUydKzESZBe87XBRMrEmD+Ls945BslmMeHmvLmPvuBVvuoLkfBPMDHup2ec7R2yc6QWH2U43oA/RVqStHhE+qZ7gtHxEEO9caxps8xDqgkP+CkqK6DpVCnFJR6SMwh/mjmpzynMofFkGWUFMaJdXUy3vkZhQxsV3jjByUE6uydJOzVCKSdWmwuXw0ZOjouCIqdEPEx3vIa8wldok6S2wh4irlfS2LKfmmJNEtzEqp26VW4nsvB6amhorKEqLwSmFKlYUnjtpG1eLKZVvFud3m1TCV1oKUVC/X3j3bpHLUxmDfVDUCbTo2p4UE5/sMqoMRB4uRDQZdXM5TGTW2glr3iHVGKlpNpOYZlt57JiK7/USrHIqzJPrjcksZGnaIN2b44Zm00jr0TZV7RD/9fpVL4Ulm9fT0GZlXyh9X4XVdpRtL7+ca8LSm1sidWqeAorbRSsuy85co9tDh11v5UvSldprYONYlDtu0kemaDqu/zzxS9aT1Wr2Fa7jlue6yy5V1lFVp4HyiuzkyfPXvZW/hRYUb5b1fOVbXlqfueX2ymsdKB8fB6wWu1DrvTHAvEvV7BbXb+dc48kyCbZLTBZpb+q52Er7He5zSX3z2rT0XWMw0Bg9xCQLCklO0PJRCqT6DygONBL5zc/5e9/8Sk/8x/iWIEJfegzPv+Xv+cff3mJmyNwqvQOP/3lJ/zs7/+Fb252M5qMENcWGbJU0dCUy4HKJhryysmK++i8OEDOu2/Q9sfvUWw1kbxzidn+j/mH//Xf89Pf3mR8JvCAC5kKHTRFrD80dFOURHKem9cTWC2l7Ksyk50bYSYJcXsWRYdqCff1c+2TUUam0hQWpIiP95BqKmFpdIxbnwzRN+2m/EAN+Td/Scfnv+NaeweDS1EWdRvBwDTBJROWxRHGJsYZkF07TXOgaw20ZQ0yPPArvpmYZ8ZchRvxRzqprpE50pl39SYVNifzo5MszS9KQqj6spAmHGYL1tAwM0uL9MfdkiQr/u2TLsYcLn1XFnzU39IlJTlUCTS7dOi7pMdQ8+gIGJLPGAFNBgZNQwYrsMgEYqekJnIWmQDsVG6FPyP/CHaVvPo/TtQgs2xfeyT/lZ4Vyviyk1g24VUTIkUrenet3MTeRvoz9tfxqzpdX3uvMzE/Iv4b2d2sziyrcuo5ywzg8tnyjB/759K8pmlk7o8kvyaLLh+czwdl+pc8S2Z5Tsyb+GWyaugmHZPcZ5NFe2q+Z3yTRFiVm/n2zOoFL+WXokfxQZMJlG6Gp/0smOT5U7blowHjMBB4WggU7jvOoTPv8MrRo5w8cZAyZwMnzx/n1PljHGioo76ilMqj5zl6sJHmAw2UVbfSXH2ID89UcexcG4U1JzncXEPb0SbKj7zO0eZTvNpSQnnlAQ4dbOCVV1tpOfdtXmltZV9tER6XdcPQtC0efJszi+Kqehr3FxL2pShrlOTz7Ctiq5aW2nwc1Wc5drBefDhMU9MRWquqOfVOIwUNr3DkQCNHjrXSeOgsh+sP8/a5Ruobaykp2c/BA4d5/T3heevbnC3P4/jJgzQ0VJBTXIq7ppWTeTkcExxa9rXRtr+R4+fbaH7zLepNJuoPHsCV8jF67Uu+/PxLLly8wrVZtTtXzNF3jtFw+Aj1bhd1J0+S5ymVncQa6iudlLuXln8dcyefxxpoModgFw6lR5dNBU107oK6jIpdci2jy3gzENi7CEinktdz7v+D7qVlDUp9HSARk7OdDEwPqnopajRtL97ll+LWvBBBqg/pLeZDL0SMTzMI1V0VPU2bypb6gYgVUtcGGQjsCgLy8aPGCE0WK9jgwc6qaKGx9SwnWg9yuLEAh6mI+rZW2k4e42BTDdXF2TgqDktSU0+zJGllFQ1UFVRzpKFQEqhS7FnVFBd4KaksILv2IM0N+2nwmnGasygtK6axrYWq1nOcaDu8nNQ5N07qNo9Vw+XNpbqlTewfoL4km7LaOqrqmqgvK6Qs34Xurqa+vpKWQ41UVdZSll1Aw5EqvNm11NdKvfhdXdtAaXYp+w43UVVfR0lxHXVVNRw81EDdoRO0iJ7axjoqK4rIyc/DXlhBvcdMSWML1TUH2VddTlNLKUX7D1AkOBZVVpCdlY1dEjyT2YTJbMXkqKChvpD6tgaKq6spstkoaqjH7aqiqqaB/ZIY11QVI+thoPFMDvUYqEVM9N0zv4uqds8pQ5OBwNNGQJOeoMmKydO2uxv21B/sJhNGUrcbWD4NHfIZ9OTNGBYMBAwEHh0BWSBTSR1SProSQ9JA4EEE1FxDl9n8Xv0csLud5FdW4fE2c/ZIOcX5Dp6Hw10kieGhU5w6fUp2OY9xqNKN2yYTuzXOSfZmyaO4IIuSuhayq9vIE/eldg3Xwy6e5/u3PuKHxWK0Gwi8RAioROlB2hyA1bzClU6RSiZJJqWUzEtNEtaS4tl61pBOJUgmlA7RLewPvjQ0TcNslXKL3pxOiQ9C9+VFX8an+zWbnaVT4qO8NmvfqP5+nMt/JL0Rz3Ldih/bMKDwFF/E7WXRvfauIfdK8NhGqBjHhghseO+l8v7ztvw8bSj80lcKNhv0n+3BIg9tpv/J8yvjSAbv7QnuSS5NJt26rqPKPRmA4fTzi4DqSjJmPb8OPsQzkxmTw4nX68QqfUR/CPvz2GyyO3G4HDhtpufRvcfyaS/ej8cK2BA2ENguAql4jEhwCZ/PJ7SIz6+uw8TjceIysUkkEsuq5Bq5TsaiRAL3eROxBcb7+ujpGWUqFCUoehaFfEJLAcUbI764RFy0yDiP5H8ZSokuZUOqCYx30N3VRc/YApG75lT9CkmeIBMPMMkuo7ZS+UCZwDe3wPyMj/sqwiwuBAkGYg9wr65QCZ1/xk88prxc3bL1edi3kIk3Gk+wOL0oyW1qE4Ewfl+QwNLD9AtC0UmmZwL4lpKb6DKqX1wE0tLFkoRCcVKJuPSTVOY/uk2nksQiIcKLPvxCi0LBoPTR+w/6iwvJjiJT/S/EgvT5SORhfW0DxakIicgkE7404akZgqHghj8fvoGkUfXiIGBE8pgIqFwuFkkRC6dQP5DxmOoMcQOBBxAwkroHIDEqXjYE0qQzP0+biKqJz+ropSU0yvzoNb7oTqHmQqOffkpX11Wu93Vz8Z+/ZFRG6c5f/Jybg0PcGR5i4PZN5iQpS6bj9Hx+hanFedLZdszJNKlYjLkLX9E3M8tsOsLsQCeX//mX3I5AJN3Hxc+vc/1qL7Pjg1z48ZeMReOMDIwTDk4wMdzBV7/8cs3PGK94mknmMm8rNXdL8S0RDBCJLTLc2Uf3zT5mJblMqNX6WJigZIlqkhwLhQmHZNIm4acTUWJRaQtHCUVipOIhZgMBqZNzlbRGIiK3nFQlIkEifj9h4Y2J7F2rmWJ+dIzJkSEWYsvySUl8k7EI4UhU+EVXVM5l4p2SMih+BEf7mbp1iU+HpF75l9Fy9012CNKxAIGZ21zqHKdvMkxSsAwHxWdhSXR9xc3OQTrm4iTTSdLxMEvBOAnBXJqfn5fkpfLK7NY9P049X56oRYRELE00KPdRnoP73sVYCszyTz/rwjd8gS+/uc2V9jFZbJnk8pU+YrEE/pvXGRkdYUo9L/cFn5sz9cyqvhaVPpBQ/UV24aPS72Ky8JFIJkhEo5lFl7QsFiUlnoT0t2imf8RB+mQ0nkI2/SHDGyEg/SYt50mRj4YTxKNC/nmmPv4tt+f8LK5+/mUsICaLJ+EkkUhSbEWISzIsKtToJ5PMiPTxKMHxEcYuXuBGMCGLSIlMfVTGoWTcT9zXSedokpmOXqbm55kTZxIyRiRk/Egk40RFWUJ8REapVCpOeClMXAJNxJNiLyz6Q6IzSToxzdXLtxgYnJbFogRJiVHFklI+rrtbqkpuJ+LkupYne5kS7BSp5/HJWjK0v0wIaPI5bbHqqB8O0s28wIcR2rNCwEjqnhXyht3nBgEZZ9GlJ2iy27XaKU1GXYspgZkQixEnNpuZyMwUi4sjzMwP0H+rnc6pCfputNM94GNUEpnRjq/45spV+v06cf8o49MLTPrT2K0WrA4HJr+fhEkZW5QJzSgjS0G6OoJE54aZ6eqmr7ebrtE+Oi4PMySreT6ZGKVlqpeQhMg3vrDava3PEyGiC/180jVP/9gi88MjTA920jncw2+/nmBpppPBsTFuXG6n/euv6Z/o5+NP7zDd9SnfdHTzzY0Oxm59wVcDQ3zTPcti/yWu37rNJ990MXrrS+5M3+HL22N0XrxMb28fQ9G17kSDIcKLUyzMj3Cla4bYwOd8dquHi199Q+eVz/m8b4SrH19lauo2fWOzTI7NE5yfZCSQQOZT95Wlllia7+frz7uYHu9nfN6Pb2GBwGwffYM3+ejCOIujw8z6FpkPzeObHeDq10PMjV3idv80kzv+n0Xvm34iZ5msTjSrh04K4/UgApp0D5NZW5f8pojHIwwN+yU3mSIy3cfA0DDXRxeYnQthttkxhUPy7KRI2myoLvag5mdZk2Dkzh16bl+lZ1gWcL5uxzcvO/jy/F9r76PzVjdLo7e4MZNk6s4VRns+4ULnLT69cpuhb37Fl9JXr31zi/H+6wyM9HOra4j5no+5MXCV31+4Q+eNbxga6eL2eISALKbMR2LEVifFqRhJfwcDY376r1+k6/YXXBka4fbFW8x3fCILUj30zgWYn13CPzHOnCRj8aUp5qbbxVa30BSpmJ/FEET8S5mFoonhbtovfELfzE0++u0tGQ8/pXuon+u9UwzeucS4b5wbV7vo+PJX3LlzgasDI7Rf7iIgi0wTU/P4/VNMjA5y45tuFmfnSEqSuOYOqb4ipBI7nnJWl0ykZaEvhWwEr3HJuDAQeBwE1LOckGfLPx+XBeAQNz5b3JKuP6T9YfJr2j/1cUPROp0b2RhsD+KbjjM7EdvSvzX61+ld33Z9A9vreVZfb+TX6vbdOr/+6db3YLWdrstLstCVYqwvTMc3S4+NzcCdIL6ZOMm4DHSP82CtkpWPz1VXe+DUcNFAYPcR0NAloTPJRJJVh2Yyy4qaFbvdhs1qx2EzoesayKQkxRJhC0xeusqi04ZvSSe8IFtP0jfTMnLrJguF9VXkZpkIzc0zPB7GanfgsIoumYCm/dMEliaYzXYxfHmA4PAUujWEz7/ASP8kWk6CUV9aVr+jhENJzM4cShuqEOurPNziVJa3k7Elhvo6aB+cY9YfF+Y4kaif9o5xovFZVHI01DnKcO84wXiU4UtXmBj8htsTswzPLojfPVzqm2d0PEB04pYkhxP0yKQwMdFBx0wv1yRZG+gYYGJymvnlzTuxsfqVICY7fVMTfpLjl7kz5mOwf4hZmQx2LESZuNOOPzrFXObrl0l0k+Arya++WkV4lsBkJ5dG0qiVfLXSGV+YZGboDreGBvjq+rjsKCbQLWb06DQLwzcleZxkanKIyfmQ7CqmVmt75ufKf3k8eMpz1GfnZN0sAAAQAElEQVQe93Yd0KR/maQfmm3yFCiwNhH0uiWJSwSZmRhjOmHCJH3KJn3LKqVZniGTvongM6tOMjUwxtTEDP7AIqPXLjM6eJ2e8W6u9wwzNDohk4VJemSxo6djRBK8awxPjtE1Mkdw4BodQY2x/n5mei7T19/O7aEJ5icHmJ7u4mbfDFPTI7LYNMHgnI6m65gtqrw/WqRJktbnmZ8PM93RyeToABOyaz/d08mSf4zxwQ76R2eYDmmYBDyzRSMy0cnImNI/TM/QPGuPCIvTEwzJQtRieoIr18bkulsWuwYlARziluykTs9NMSpjyVj7TcbHhpkIiu3+XoKiKK2bxQ4kwnNMD3XT3TUqY1JibbdQ7gtpQtsf+ET5LrwyJjNvu6DMUGEgsAoBNT+IRlIszsWZGY9tTWMPad9MXuSmhVbrnxqJMSm0um5G8Qit5/XLB3oklCISTG7t3xb2M7pX2sXG5FCM6dHYg/qkbQ3vKpkN61fad1JuZWO1ns347vLMTydQCz5Bf5K5qfiDsdzlW4PxFnWLc0li8ixk5gSrnpHHOdUfR9iQNRB4jhHYmWtpYVckxUNf/gDYbOgtTdivtOM+UY/JYiEdsOAtaqK1rZUyewRX1REO1TtxRke4cGVuldooMyMLTIxH0bNl927iiiRTi2gNWehON0ykaHzLLpO2hOxKRIgEkrgLimk+d3D7cxuzDZOzgJroLcam55lJePAUVFFdXkKJLYotNx+PJKp2zSq+Z+F05VCuLxLTEmgi68zKwpKbKytIXgptGjZdfMjOpqSsjJI8L5G4zHhCS4TSdtJWF27LqvDkVJPdxaTJStqeR7E9jUlLkpVdSEF+Ifl5eeTmlVOSKzDm5+OWZNdlNqMm47oko6kU9yd34QCpgI9IYQV2ZxYW3UR4dpJJ2XkcCWiymh5Es5rRZSJK0E9YJpJjiQhzwXzyc1x43Wbx5vl4qcmppmlIiM+HQ8+jF/LpJi9SartWnWzio17QRGleHhVMMZ6A5CZ8z1W1JomoNVeedxcFqRkmBm4zNBdhMRwn7XFjKizAPvAZg1SSZXFR4ckiL7+U3NwssnJqKMyxYYouElILQok4QWsNVV4T3sISckqKyXW7sSfMOJxm1EOWFPykK6EOzWTCnFuMx2zBmvLgdpVRWlZIQXYCU0UjrqVp/NPTzMqOu9VuIiX6F4a7GJWdu/mwTGSSUcFYIxYJS9+MEU8kiaWdWD3FFBYX4PHkkl9QRI4rTSrkk0WVBCFfmOzSYtzOErI9Yq+0gHxPjKTFjlVc1DUXWZKcF2f5udk+RjQmN1I5u4qku6DpqkJTb0+N1KKCRRbxTLLA8NSMGoZeeAQ0eYytdh1PjoXSehf1R7K2pIajqt27imf1uWrbhI56WZZV7d6MfG2blzqhNTbv6Vc8ihR/FsW1Djy5FrLyrRnZNTJrfL4vU39k1bnSq+ger5faVg91h72iT9GynYyM4lN0j3e5LeP/vfp1Mut46+9db8Yn9Rnby7rv8Yv+BsFq5bpOYlC0fC0y9/Quy1Xuc2ORBcf8cjvVBzwSi6pfzbf6XLWtptVty+cldc7Ms2C2yIOxS0+/vkt6DDUGAnsaATWJVCswDwahOpt2L5nSNDlfTGNO5OKuP0x1TTkNrWW4NEk+Zm4z3vER/+nf/2/8Lz+5yqVPfs1Xn39Fx/gCyXw3GSUiT3qYgZiXePZb/Ouzp/ir/X1cHYVITi2lrfWUtxTSVp6LNrogMvlUNDTRWFdKtpntH4kYqeAsU95imYgl0aJxNE18R0hKMqW8R+aZG7omO15fctl7mCKT+Dnax62vbnOn00/VoVwsVhOazKw0bVk2c2624vB3MxSMMRez45RJuFqBXCFbco5gYJ7BhWUZ7slqYlRDAzQt844m/7CnJFFcZPxaN2PBBNFEmoyurAL03CLsF3/M9cvtTC76mQ+mCAqPx+pnac5H0B5jdmSUcb+ZaGE9jcEpkF2ctFlHU8keDzueTns6DalUGslLUSFjHA8goBL6eDSFWiFWeK1m0ORCU28CnirdZbXUHjrBYXlk1WeipmnSQoZ4Ho/QJBP9F7nc30GH6yC2OTNZpiBp2fkPhOyQzKZ84bdEaqpJuLNAxbNCoC5loagcT04OlnlZzIhKvA4hNS5ogJBuTmJ2LTJwc4SpuSARATHTj9JIMgas6FMlGpo8j8nREfxeMyHZ4SMSIJWeo/vrPvrG4tIHw+jJRQKyqxfULUz39JPURpnyLTEzm0LTRAdCmVLUU0xBVjEt1REmEwkCaQdpzYJJ8QCapgFW7MFhxmQH/saoT3bUnRRrfnTS8k+an6eX4PY8uWP48mIgYJWFE5U05RZbeTjZVvGsPt9KdjXf8nlhpR1F6+3lldhQlFtsu2fHnW3B5tCxuUz36nI39NW2qn31+TrfxEZxjYP8MsWjaKV99flK3Ublar7V5+t5V7etOhf7uaWrrtfEcr9e4aBoOdb79cvXVrIKLOiy0OPwmDPny/Wr+VafP9w3T44Zi01nNwc+0fZidBIjCgOBx0FAN2lsuCrrrCGv6jTvtIHNAnXf+Q5t3/kLzu4/ygcNXvZ/91vUeg7wnuyivfeXf8Zbf/3/4N/9zV/xf/jBMU6+8T5n3v1r/uRb7/PDEzkyGJjJe+tNWoqP88GxVs6fr0Z355L99r/lj/78j3m3volzjfUcO/eqrL6f5Y/fKeaVb5+nuroaNzs8zA5sBU188Pq3+evvnuNP/tWb4s9JqrPLeP9bbbjdbRw9XkFjWwV51Ud547UP+bs/OiK7H07yKuo59PZ3ePc7P+Dd8iK+9d4hCs78Oa8cPczbR8vwtr7Bt8rLaT5xntf3mcgLXefCxx/xk//+k2X6ootg2QkOn3mftxrKePfD4zhO/B3fPlrN+ddP03LmXd6t8dD2nQ8p8x7n1JEqqTtM5eF3+PM3K7H1/IrPf7ms6xefDTDMYf7s3/4J57//P/Gvv3OcH/zxG7zyfcH1zR/wf/+3b1B99Du89doZ8e0Q+5vP8Ed/+13OvfYmB8pzyLHvEDeD/ZkioOtkPuQcbhOavtoVO9nZpfztX7eR3/guBxrKaSzzkFdQw2vnD2CVrZ+s46eora6hjCd4PI5qVwkl9Wd48/z7/OkfnOHYD/+Wt8//GX/zgw94/5UqTPEkC8kzHKqxk3PwQ463HueDkw2Un/9z3inSOXL+HJUt73Pi2Lv84Adv0nbmNNUVH/CDs/Uc2H+c8upWXjmcR+4rP+LDMzmYB77h63/+CT//55/z0e+u0bd4iCMnyjj5o29x8NSrHMzNY//b36Ls4Hu8fuaH/ODcEV555QDlr3yfPzrTyKs/+AvefuMv+MvvfJsffOt1CorP8ed/2ET9G3/CK4fO8N3zbZz58G1KbW38xZ+0UXHwLRrqGzh3ppmjH/4lH55+hfMHizj63Q85ePw0BwuK2H/+bYrMeRx78wPOnDzHycPHOPvd93n/T7+N1+NE5/k4YuEk0VCSxC7+rcvzEZnhhYGAgcDzgkBmAXOXx5nnZQx9XjA2/HgJEVCLsbKgzYZfi9OtmK0uvA7QNbBlZePMzsPtcJJlM+HIzsJmcuB1C+Xl4s0roTA/j4IcJy5PFm6vTLKyvOTIiheahtnrwW5xkeV04HFb0XQzJm8hObk5eG123HYbTrcbk9lNjteCO8uNzWaVle4d3hiZEetmO1niQ1626MrziD8u8dVCVpZMnnQnTmcO9W37aHvlMGXCp3y2VL/G0f2NnKjLxpstZBV+Cd4syafb6cTrFF+cuWS7q2ipK6G69ST7Wk9x6uA+Dh85vEz1xRQX5UkcXjziu1fZc+VLzFbcHjd2t1diNeHMysJicuESnXa3E6vTS0Guh8LqQ+w7tKzrYHMdtcU55Bbm4skuJD/LRU6OB7fcgxxPDiWFHmzOLLwel/jmwGGX9vxssePBITuMkqtjHHsIAU1T3QRNdTa0VY5rmEwW8vOdmG1euc9W6Uc6ZrNN+pEDTdMwuVzYrDbZB+I5PMzUtu2n5WALJR4vudInnTn5eN255MsYkiXjhzO7gIa33qMx24nbkYXT4STLJfF4cpGhQPqTG6vdi8vlJSfbI9cuSWazyHHbcAivxerA7TRjcueJXCHldS00ST86dEj6k/SjAuHJ8lhw5WbhcLlxmM04vFlYHF7BMEf0iF23A6s7W8Yrm/QxsSu286Sf5mR5MFvc5MoqiU3q3A4X2R4HbhnbLJqT3FwnVtFjV2OY2y59W/ngxuOw4JT4VuzZJXazZsbpyZI43LicLrGThVd8Muk6z8thtuiYrTq6iUc+DEEDAQMBA4GtEDCZNSxqnJFyK76dtD0/o+hOvDZ4DQR2EQFtRde9k5WKF720klWUT0lVIfaVUHMbqJAEqtS9UrFBqZnA7CEvz0tOWS3F5XXUVVZQU1uzTCXZkgRbNhB8eJVKcp0FVZRXLeuqKiukwCP2Hi66dzgyqwh7x92n6qmsrshLFlgUSE/V8q4YU75v/FUaE3nlheQX5WycdEqiY3VlU9pYTbbVjPmxvXHiLSilVHYuq6qrqCgvIsuqsScXOZ7Bo6DLJEtNuPQ9CRjGsbcQMLzdSwjIeKT+VGfDTYAdxqF0qD852M3/OkXfoQ8Gu4HAC4mALPSj6IUMbougdJOOLqvS91h0C2aTCfM2RgaTrMrbbRYs22G+Z8A4kc8EA4SHILCcHO09pJTf6oNaletD1KWf6NLf1tdnrmWhRDNZsJpAwzhWENh7T8CK50ZpILBzBNTfXCtCDSAy209JB0jFE6SSKalKkIwFWJybYzEYI6b+jl1WkFKJKNGAD18gRjyVRMmrMUgERE5kM24kSCaSQnKheMLCP+8jEI6KjBiR6tUv9Xe4Yl6pWF39COcp8SdOOJx6dF3pJKlEjGiCR9dBSvxIoP4vTRXbIwSyLCJQKflU5m/+l6se5z0p9zARF9+S29XycL5tTN0ersTgMBDYywhIP5UOLwNGam9Gocb/DO1N9186rzOLB8bMfeP7LuDIi8wOiTrZmOu5rVUrrmpSJXOt59bHveaYGttkdN5rbhv+GghsjIBMOFRi8OAYkSbgDxEMRCT5ihPz+wipHxuamiawtCRJTYDwwgBdtzsZHB5j2h8mGAoSWhhncmyQ/oklQnG5DsWISBKVjEUJzUwTkiQumZhjwednbjFJKh4mMnKHnt4+Bscm8QdCkvKsdVUlG8lECjWerW1RVyqAlMyZFEnPlA6q4lG80qIYSEtWmc7UR4hGfYyNx0hkEqGUtKWFMmwinBI9d68z/KnltnRCEsEIsViCdDxCIuRjLgLqF30zdhSvqMjYkOxTLh+EU9qVsgyP6EvGQ8zOhkVXgEg0TkzFJ4LLPi+/K5GHkvpc2qXPb5NZI/M1bykfanebDEZSt02gXnS2lzk+1T916QmyWL7nYEjLUKYGrURUBiV57bkADIcNBF4gBEwmDZNFQ5PxBON4LATUctbajgAAEABJREFUuBaPpYlFU8i89LF0GcIGAs8DApJDIBtrQuqZXv+BnaL7crskbX3MzUwy9Nufcjs0w6Vf/zNXb7UzFpqTHbkRBmK1uCd/xsXb/Xzx+2/o+OYCN0zllGepnf5+OrqG6ekLEJycoOPHf09HJEJw7As+v/INv+maJRmKsnirj2ixh+nrF5i6eVUSv7XomCXJMFt09MzfNq9tU50xGQuyKLuDi4Fk5r83SUQjhIMREnd3nJIRSZzCMUmclgiFRrhzy0dcdqSS0aAknJKsxUWnJH5IohWQXce4JFhJASYmSWo4miQdn+CrL6/Q3TNBRPyNhZaQPJV0KkE0KEmpJGVx2b2MR6LEZdcxLMmfXIrSdS9JCCPhCCHZkUxGwyxFUsRu/ZbLHf10TIeIS+KbkN0yyaJFdxp1f9ZpWHupkfkmRebv4Ew89mESnC3yeWHaBV0rzhgfPStIGOVLi0BKVnqGOkN8/pM5Pv6vM9ui3/+XGX7799P87h+mt8W/ovej/zS1Yxll57f/eWM7Nz/3s7SQoOfqkvg/i/Jrxdb6UrX9fof+rtfxu7+f5qP/OLWjmFd0ZOwLbivX60vVrmJdX79r1/84w+c/m2NqJEbfzeCWMTwuThv5fPuCP/NrepkJ6vrP85e2960LXD5VQ0sJOr/2celXM3z9i+3RxZ9PZ3gv/vM0ijaV+/kMX/3TNF9LuZ7n4s+muShtF/95ezbXy1/+1Syz41HmxqJ0fb3I16v13PVvvcxW1xfFxzW+iI6Lm8UnvBvFdE+/tG8W91cqbmnP8Ep5UexkzreJveJdo0PJiR5lT9FFOVc8O6Xrv58nOB9ncSZGx0UfD8grfLfSLW0KLyWX8U/xK9+2QV3y/M3JvUwYv365roMal4+DgCZJgckKandGkwWgtbp0qrx+zOYxri0u0REsoibUAQU2phZNzA6GJBkMsTDez8iwfJakZ5jRnYTMdZwtzyYnx4VNkoPAwNdc/ug/8t9+8Us+7Y8RkR2ykXEX9rkpshP9jJOQvGyeidFBhufi+GMWSd7WeoKkLspXKVh7pJkZGefKr3/DxNA/86sbI3z56Rd03LrArd5OPv6XT5jv/kd+eW2Arz/5hNtXL3B5IU0qIVnc0M/59HoPFz69wJ2v/4nf9t7g5z++zNhQFzNLU0zOTjF84xq3fv7fuTi/xEwwQULkInMTTHZcp2tpXsbUX0rS+hlfXL3Gr3/8a27+y/+Tj4aH+fg33zAwPIVs5i27m4rB3Od8drGDGzeH8E10MDF9g0tdIcLBoOx6JogHBpgcuc7vby4SuflPLC7OI+tHy/Jbvcs9fBCXrQQe0rbL+vSHmDOaDQReeATUJFs369jc5m2T1WHCbDVh91i2L+MyC5YaFod52zLKJ5OsmJms+oYyVvFDlw8Hq9OUabd7ttAt9i07tK3sryaz3YSmb+zLar6Nzu2Cr6KN2lSdikHFahM/1fVuk1X0WgUvk+Bl3gTPFZv2HdzXFZmHlWabTkpWBTWNl+TYeZhq8VbB48k2kZNvJqdgu2TJ8HpyTHiU7CZy2aLT5dXJkvIB3UWWTH12vtjeRP4BmVV8SrfVpqFWXl1ZoqPQnPEpI1O47F/mfJXMVtdZuSYU3eMRHR6JTcV4r26bupRvm8Wt2u7pE59zC3bmq5LP6M6TmO/6o/B1enWy717f07+D66w8GcvsGjbBVMX9gA7xNUfRZjqlLVcwU3JuuR9Zq/xTdVuRW3C2im2jr+68DxsSWyOg6aDJDpimBjpWHxrZpVbS4XHG2vtYymsm2t7OginJ5LwsGI2OETXpWF1OFoLZFHhlfPCYSOkOsuxmGXdM6KLU6i2luOYAzXW1VHiSmJK99IxFiIiOpH+SzildchIrbusCcW8hSWchVtYf6eVdqwcWH9PEImF801ME/XOE4mP09I4z0DNDOBRGMlJCg33EzFZc+RomPcr8nPqWZQr/0AARTcch/dCaGmW8t50eRzX27CK81hBLU8P0yS7j0uIUUxEzaZMNq8WCQ3ay7OYoS4lxOiZMaOYSsrU06blRfLMhzHlFWBKLstkWknSVzJFOJvB3txOwmLEU5OPN9WKzWyAoeOhWrA4bFk8OmpyHRjro7Pdndhx1LSP+1N5kDRPZU+CB778+hgf6Y8gaogYCLwYCmob6j0DLGpxUNLu2Ry1uqva5qWzZJv9dvVX7PVTePd+urUplR2gj/vxyuwxQJnJLbZQ37syXjfQ9rK5Sxb3fvT2M1sepsFK0vv7etcLTTfm9692Pp6zeiVM+DLMLrVvHsKWfj+ZXXqkdlYBrunSbp/zhIRb3xktwsdpNlFTbqdnvou7g9qj+0DJf/SE3da1Cm8kJX33bxu0ZHW2iZyv5zfRKvfLXLcmAohLxv05sbdf/DflULOt1iG/1Qg/wKz5F4scDbapO2jaKu1baHtAnvBvqEN4N64Vf6c5gv8IjdQ2C83K9YLpSv1m5QX1Vs1P6qhlPjoWyOseDz4LY2NCf1bru8tS3ig93zx8qI/IlNXbcWWb0pz3L2xu91PDyURGQJCkpu7/q78I2UmHJL8eWduCcn8Fba6Z72EF2bjV1WWEssVGGY1aceWWUVOZjSsozmgpiSYxy5XYP/bc7mApGSGWVUVrbyv6mBqo9sis3epuAMwtPbQVuSf6mu2dJaS6yC8soLzDjtSVI3v3a5IpPKtFIpSRxEn9X6pZLDU2LkxK7E6Pgsus4zCli0RiRlJwXFGJ3uMXXCJFIknjaglNPk/RL0mexQTxKNBInljbjsoCWDEty6CewOMnMwjyTixFiyQChqE3iChKOhAinNJxOp9i1YLekiEaDxMQ33epGvCcnr4AsF5hNKVb/LIJM60glQkQCS4RiaRIODw6Ez6ETD4vehAuzxU5R7CaX47XEdQeyti8cT++lkjr1LKhyt6zqu6XI0GMgsFcRUDs3DpdJVnMsZOVbt0U5RVbyymzb4l3RmV1gpaTWQW6JbUdyBZK4KVrRs7p0ycRDff/d6THjzdvaf5XI7NT2alvqPE+Sx+Iax478V3LbIYVpQYWdbMFpO/w75cmWe+vJs2CRHTO73O+dyj8uv7pXulnDODZHQJNJtNohcWdbyJHEWz0TO6GCchuFQpvJ5BZbKa6yk1diZSOefOmbecKzUdtD62RXyCrPls1hwpNr3lD/Q3XIuLLCky+r9vkyxqxcq1LFVrCuTtU/jDaLO1fsKSxU+8N0bNaudBRXrsVUYZjB+VGxFL+y8i2osc0qkzDvY+JZJP7ly9i1WQzr611eM2bZIYAHZrWbP7xGy1NBYC8bUU+T+maQ+nvRDeOwV5JXeJCW2iLqKkME8k/SWn+Ktw6WUlPuJqAVUFKUR+uxCszpLLItZvI8Ibp7hxntHWAubMbmceJ2mzHb7bhLKnAs6FTub6HptfPU1dZQGF+S3asycvMP01pioVTko6uzIeWYOKq+NbGRnxb1LReniaWA7ComcqirKaCyNherx4M7O4ecpkN44xECsxpJ8qgqdpHrjGBvbMaVThKeTcuOYzX1zS00RgcIyg7drC9MyplNdoUknrmiw+Sg0A2pdAx/0oLZU0yhrYq2mjTJ+CiLmglrSROFJWV40PCIXbPwBucnmZ6aZGZ+nri02yQpjEyMMzcfkqTNTX6BDVNeLrZEHMJxtFSCfPMMs6UHSFud6GzjuIvNbgwNmphTyaeEIGe789pWDLtjytBiIGAgYCDwbBFQK5BpGZSfmRfP0vYzC/rlMaySUl0+VdWH9csT9ZOJVE0oY7EU0XBKdhKebsdRP84SjYjdxNO1+2SQNLQ+LwioCbzFpqGbZJBgo8NE0b79tL75IfvcLXzv2wcoKHBhrz1Nw/E/4b0DJzm/z4Sj+CxnjzVx5MxZWs7+EX/+vTc5970P2Jd/lBP7KqhvcOEqLmP/j/6Go+f+lHNVxVQ4C6mqPcC7PzhB0Wtv0eR0Ubr/PHn1bXgta31R3yhRixqqXNsCDncBVc0nOPtmLTHZWctvOMXJ8x/yRtt+DtcXYCo8x2uvn+b977/HqROv0VbRwpt/epaSitd57dUzfPD9dzj96ru0lh/hgx99wMnX3+Tg/rc4f/I83/vBu5z7w/+R9+sLefWtNzl+9CBVdfV4G0/xWpGdg299hzNn/5gPzpzgnfePsO87f8Q+k4l9x0/hTfsYufw7Pvnkd3z2xVdcWjzI0TPnefO9V9jXcpS6nGbxqwBnwxu8cuoopxqycWEhlqzl2L5s3A7T+lAfvE6DGpeSMi7sxjxCk8dAYazKB409Wo2ofDRBQ8pAwEDAQGCvIZCZcGvP0Gv1oaBWRaV8hl4Ypg0E9gQCahKsiN1cyubhh82uY3fqmC3GFAnj2DUEVCIQU4sFmZ9q3IsfAhrOLC9l9c2yG3iCD19vprrUs2v4PI6i7KojtJ77Hh9++D0+eP9bnGvOIdtp2kKlCXtRNZVvfJdXckx4zFuwrjTJ3EHTNEyyi7+biRi7eBgj1qOAacgYCBgI7EkEtKc8OXwAJA3kMwHj2AQBmfWorycl4qnMiugmXEb1S4CApmmYrTrqK6266ekGrGma9FMN5IVxGAjsEgLqcVLPtK6rM0W7pHiX1SQTKeKxNKnkg4mnbrZi9WThzcomx2XD8rT/EG2TWHWzDZvdhdMl5HTikLEjA/Mm/EhWZrbZcWW5cJi07X31EjnktmlCcvZcvoyk7rm8LYZTTxOBNOnM13uSsqW+xm4qStA3y8ToJPOhJCk1viXjxKNhQqEwkUgM9ffF6cQiC5MTTM8usiST0WRsuT6ZSqG26mV2Cup7f3eVpyJRkvE4KZnApmUGq/5IWU7vtj6lIh4gHIsTVQE8JZOGmWUE1GO0fGa8r0dAYaP6jKY+jdd8cEofjYWZ6e1jbDrAkjy4qv+on8qOhkLSH0NE4knpxzEi/nlmxsaZlT6r+mJKVsVT0v/SQpnHXfU56cyZPhdPkAxHCIsjYoGUjAHqb0nk8iV7RQmFYwSDahv5+QldlxmKSug0bc3D8MQdTMhzoL6CmZCJ7RM3Zhh4eRCQx/hZPM87BVjTNFTf0zRxmHWH1GkmMxaLGV2dr2veO5camqax6TdhefJHSpLmRDwtnzu7Z0uGzN1TZmgyEHihEFDJ2vwsg0PTzI/e4tbwErODI8zPzjAXiRCR5C4ZH6e/d4zJqTkCMjkMLCwy232b2WSAkd5BZuZ8+ETHbH8PszJjTRJjrrebifFJFiWxigfGGJoBmY8+GnQyM1WTYDU4iPq1OmR2mkgkSIjyVGYSmyYlGWRKEspEcEH8lQmwTF7SMslNxBKSZCrxFEmRSSaSd69VnUG7isADNyqj3XhTCAg28kjLc6pOVMUKJYhGl+i+NcXsWA/dfWOMjI4RXByjfywsyUiYqPSnyZExhvtHWQgECYbjhIbaGZ/3MTM9ydxYPwO+KOnpm/RMhZiTTC46N8Z07y16AikS6TkmJpbw+RIrRt2aeXIAABAASURBVHdernd7lYa09D21mJNY6Vuqf6qk8m7SmZJ+l0mpJPlMqzrhT0hdTPilE5OQPiyvzAKR4o3JanpadKSEN6EWk6RMRcIE+vuZDEWJZJjvOiCgKhmVCKflPC1tKbGTiscyetPpBWZnfExNRkinEoi6TKkWplKKL5kgpirvqnvRi2WMQJUveqxGfAYC6xHQZefKZJakx8gQ1kOzq9dp9XkhiV1KxuPdUmzcst1C0tCzZxGQoQvT3UFsTRBxH0FJiBZiVkxTX/KbrwfpvXSJ/sEuBpYCMmkMkp6/xJc3fARNLrJz3KRmphj87DcMJie49umXdHQP0NvTSfunn3A7kiKemGXgxkVud8qOw8I04fmbXB5Ads3WWN7RhRoYkpKcyYbjfbl0gmQswPjkAguzUzJRXWJh3o9/aox5fxC/+OmT3cal4BJLC7NSFyAQSRBYnGfJN8/8gvAuhu7rM852BQFZGNwVPS+yEvUBp3ZJ1HN9P05JKhJReqezccVG6L56gxtXLzM2fosLt+aZWogQDw3T1d5H52AYR3ExWaY0wVu/587IBF09t0TmUz7vniN45x/5zc1JBufDLIx3cOfyZ1zpD0nfHKSza0YSu3v/he198zs5kw/qB9nTLM3OMT85xdz8AlMzfmKRgPS9GabmFpkXiizOMhtJy5gwy9L8BJOyeDQ6OSvJ6Bgzi4tMTfkILvkIBPzMzcpi0ewEC/5ZxifmmZucYdHnY3ZWdH/yGXfml1iUycKKH2m1cDM/zoIkuks+P6GlRenvYfxzs0yNz8nO5yST03NMDs8R808y4k8T908wu7jA5JyfhZl50T+HX+1+7uIEZMW/rcoN4dxKYBfa1I9EWO0aFqsxRdoFOA0VqxGQlZtELEV4KUFgIf7EaWk+LuOJ0A5sRYIJ4tEUcZmzrPdxSfQonevrV1+rdkWr67Y6V7yKFM+KflWq64eRktuM96Ftgs1q/Rn+dXWqfaU+tJggLeNqVMbBoJyrto1I+aNkNmpbXRcTfNX4pmna6ifksc6NEeux4DOEX3QE1Pe0nYU1lB37kKaFTtLRbjrvfMbnn3/FtcEQ3Bkk+2gz+bU15LpdOG0KEbXSP05UdhFGxwboHxlhbCLA6EiSxNxtokUOZkN2ZvtEXrE/DslgoOsy+bDpyOl9Tckg4flO/uFnPXRe+TFfXL3Cr3/7Fbd++f/l4+Egwzcu0z89zZ1b17nx+W+4LruJvZM+bnz6Kzq6vuHKrZt8/cWN+/qMs11BIDOA66Jq98ZwUfbivNQzrCbULo8J9VyvjkzTTZid2eQ2vM+xrBR56WE6Fybp/uwn/Pj3PYz3XCOeV4ij+SQVWR6yPJZ7OvyxIGPTE4x2DtEzNsbs0JAkL134pN+MUgdX+0jLrtlqe490romUIinWvmLc+t1nfP3Jb/i6/Sr/8A+fMTHSQf/wZ/z84yt8/tHXLLR/yi8H4nT/5hfc/uo/8J+++IT//88+485P/mf+fWc/v/jH39F58VdcunWNX395h6mL/yu/uPRL/uf//BmfffQzbtz5io8G08RjMdYs8ChHogG4/TO+6F/g8mdX6b52gS7/CB2dPfzu//djbo5OsqD4FnqZu/kz/v3NNIs3f8zHV3/Df/7tDT7/7RWmhn7JZ7f9ktjJrFTxPiXaEM4nbDsZT6Mo9ZQT2F0Py1D4XCGgFqrU36rNT0TpuLjIV/8088Tpwk+muPDTKb766TTbtdf5zSIzoxGmZIHsQRmlR/Rt4fuFnygeRduL74L4pihj66czfPlj0S9l5noLO6r9S4nv4qY802wWt7L3pdhVOlZI+a1o5XqlXOad4trv54kEkgzdCXDtN/OstD9QKr2KNvVrGZcuwdk3HSMt/3brQdV3S5Ghx0BgryKgJtpJmackZQVm4xjipNLzzJsLsel1HDr6Pu9/+C7nG9xYLMiHv8yhMn+sc1c6KRcz43CwGXyL6LIbZj7WQmpwgfEvbzEeDjLhG5NBsw+Zat0VegKFrmMpKKb4QBtOk4WkH5wlrRxpyqehogCXfYqxsIm51H7OVBXRUjbM0HCUKSGnzUlhdRnGYSDwNBFQk56ETKiDS0k2n1Av4dfcoGVRmV/Owff/FX/9/eM0luVi05AOKf1PivsvP0vpYrR0Afu0r/jc/n1q9CjOgWuMDo4zIh/SkaGv6ZJkKKAGAx7tUKJqdTumfoJf7ZyvV2PJxZ3fTF1ROfujnXR3XuDGeFR251LoBR4s1UXoHV/SEaygyOSgOSefsrJaSovyKSjeT2WRHWbHmB8fYF5Lseg+wP4sMwWV1RTVVlGck4UrasWlfihAElqT+f7Hu2a3YTnWSqL/S8ZlHEgJfjlT3ZIgzmKOp4iLr4qkWPua62VqcZiOhJXFSCVVJXZs1vt61zK/OFfqq2eKdFkwe3GiMiJ51ghoMj5ZrBruHBMVjXaaT7ifLB1303BYbBz30HLCs7Et4Wk+7ma1L6U1djzZZrILLQ/ItGR0eR+oXy1ff8RF41H3ljyr+ZVvijJ+iD/7T3vF323IK95TXjJyG2DZeNhF0yZ+7DvpYb/Qaj+aJbYMrdPVKBg2trmpO+jCYjdRUGqj7pBr0/hULC3rda/TqeyW1zvw5Jgxm+XB2KWH88UfnXcJKEPNi42A6lJqwF0fZWCqj84v/oXf/uoWjqZa7N4EMyPtXP/yay7dHGaq4RCpW5/Q+82v+fzaHW4MLIJKDifCmEqaZVAso7Qsl4JaL9Hxa1yfrqSm/CRv1dkoso9xVWZYo5d+wu9+/RN6h0Z29YdL0qkEoZkehjv6CSV1bAWF6BanJHNmmZipXYw8sq0JbIlubvR0cmfITY5LJsTmqEyCTaRt7vVwGNePi0BaFgCEdnFh7nE9eu7kdemI6o/XpVjjW0p2m3x3fs1vf/pPqCRDK67CGfQxfvsLLn7+EVcW8onKYkqg/Rf88uIVPvp8QHaV4qTTM8R1G253DW3lWTgqTlKhLTI2HCGsl/HGq7W8ejDI7YEkY7e/4fKn/8ynFy4x5tswzVnj04MXGmrLXN1i1h8RH3Pj3XRPjDJqKyU9HkJPBImFlwgmJGEz51I8+VsWSqrRnF4cZjNWqyRjFrMsHjmwWXScRVnY7BbSvpAsJjlwuDTMKmFTZDJjlgfL4grKruU08/4Isme37IVuRfPspyY2h7fYAdkONPVVa10nGF7EH9YJLywSjgQIuNyY+29ys32Q+YQHl9mGJ+wjKsm21W6+t/u5rPjFfNc0DU3XQF4Yh4HAbiIgs26nx0xhhZ2qZueTpRYntZKIVO9zUSXnG9pT9YpW+VJYaZPE04xKOB6QUbyKVvGv56k74KJmv9jcgme1TPU+J4oyPsp5pnyIjYy84lmhDWzViB/Vm/mxgVz1fvFDKKN7lb4awVDhWFprR9bH8eZZKJHz9Xz3rjfQfa9tld6CCisOt4ndHGd0nvhhGDAQeL4R0MQ9Td40Td7k/N7Lkku+7HQ1VuWTnVfDwaZCCltaKC2totzrwZOVjaXwAE3l+RRly+THYSenqJDSY2cpzTsoO1/lNB/YR11LK/UlFRxqLqC89RgN1U0caG6iseUgRfmNHGrIIj9XJmtWy272bdGloZvtWB0V1FSVse9gBUU1dbg0Hb2ogbLccg7WVNDYXC6JnhunrZiWI6007W+hqryYwhwXL9qRlknvM41JPWIbzvifqVfPjXHVBXVZtbTY5KNJYXXPMzM2exaHjpVQUFxMdX0lZTWN5OfXc6gxi1y1S5VVTVVlGXXl2XidDjweO57mE9QWV3OguoSG1hbKG09yoq6QxtZGyvYfpa5hH4dbamg6cZw6bxX7W8qorM6X3S4nFtMaB+55stmJ4pa8CpP4r28kq5sxWxxkFxZTf1LsHXiFw02tnG2ro7mqQBI8K6awiaL6XOy1R6iuqORgXQG5zcfZ79WoaqqjqOk4TS1tnBCfK2tqyCvcz1HZeS8rqyQnv5SGGifulgNUeVOEh/voviHJ2Y073GkfYSqSQ0XTIfa1VFBcVkZ26T7OnGjmwGvHqMmrkZ3OQiqaa/CWtXG23kFuwxkO7n+F1w8f5ExrLZWVFeS5TJjl1mAcBgIGAjtGIC1jfzySQv0NvNWu45bdsCdNXklAPDnmHdlyus1YZAy2yK78o/j3KDZX7Hh2ERNPriWTmK7oflipcFK0ns+ba84kcs67fxZgd8m985pYz7fTa/XftaiHKCVr6arcDdJ3Q4mhw0BgVxB4hkrUZFLRGhes+VQ0tPLGe29w9vyrtBTYyG88zqETb/POq6c5fqSRfL2AA2fOcejoGY4019F6qIaKs29SUXOcA3lu6uoqKCpvpNxTxclTRzhzuoacHIckgw0UN5zjROMx3nr/Dc6df4OKkmKspjUePPqFZsZsz6Vx336ZzJ7lYEMV+2WCWFrfiEcC1UtbqMrLlUlgLXWHXqGtvoV9lV6qW0/Ssu+wTIJLKc+38cId8qH6zGLSyCTa8oZxbIKAejblU8kkmYO2BigLTm8Rr/7he7z+wfucPVBFVWEp+dLP3vv2G7zxxhu0VRfTfPAgh06f45VDkrAcraDoyGuSrBziSG0pdfsrsJUdoLVQp+LYEdrOnWBffZksZmRjKT/LK3X1nH/vHK998DbHWvdTKKvp7PBQyZzZDGqTZ62oTnZFjfhwlGMHDnHuZAN1Z1+jdf8Z3jrVxpGWAqxmG/aq1zhU7iC7qo36mlqONhaTd+AMbdkatfubyC9vpaH+IKdP76OmuZ7C/FZOtxRJwlVDXmElzbVuSepOc6wpj6xkAP/kFFOT08zM+mQ3MI13/0nqy8soyy8lr/4Erx9v4fSHb3KotIHWfbU0HjlAcfEh3jjbxOE3/4hXW49x/mgLR84cpl7wyXfqyK3hZTjUL1+mUy9DpEaMTxMBldApShl/r/k0Yd81W7ImjtmiocrHVZqS8SWVTJPexWdBPj4f1y1D3kBg7yOg5vpqFW3vR3I3ApMTW1Yt7x/PpyDLcrfyxSkeNRJN0x5V9PHl5CGT4ZuMC8/QjccP5ElqEIQEJzXhkeJJGnrKui00n9xHy8FqPBtaNuPKL6b1u29Q53Tg3JBnu5WaMOZT3XaSM+++zdvvvs5r59qo9ejI4ru07Z2XSqoU8Qx22NXquZp87x20DE+fdwTU2G93m3DKgpHaBXve/TX8e7IIqOTQIoOy+nbHblkykrrdQtLQs3cR0ED90lk8JssmezeKdZ5raLoJhw3U3yetazQuDQSeSwTUBD4eTRFaSu7W6uVzE6fJZsK02Va8bsFkseOU9RdNe25cfqaOqNXrSCiF+tGcROzpp/hqoqUmXc8UBMO4gYCBwAuLgPqveyKhJLs5vukvLFpGYAYC20VA5gvqA9xi2YPdQbYX1X8onJCEVE4fiNiYHz4AiVHxnCOgmzRMZuCle3i1ly9kNj80XcPm0HG4TJgs2uaMu9aygaJnZHYDT4yqFx6BNLFGlPlkAAAQAElEQVRYknhcFpfVh3kiQUJO40tB4tEYyWSI8MIQnVeu0TnswxdJkpJ/8dA8c4Od3B5cZCkazcgnE7K3nRRd4TBx0ZUmSCQcIxyS+niE2EQnd653MjDpY0nZe2LYxiSmAJNTCfFfJlqPYicRIRHyMReSxfdHVPEoZp+GjNqttdn1XR3f9KfhuGHDQOB5R0Ctjmt7sTfIpEP5rssEyJgRPu9PmeHfwxDIPMuS1FlsOur8YfxG+wuOgBrfdNDkH8ZhIPC8IPCofkhSkpRdZ7UIq/6Waq2aNIPtQwz2juFfmGfimwv0hhdp//ICXT2DTId9RBaH6Z51kBz9nOs949y42sngrRu0R2zYtTSaNs7g4DQjI2HCc3MM/v53DMYkmZu5xdX2Di72+0mGIyzd6WbenGDs9g1munuIpNd6suVVOklKEsNgOEgwnCKRFIrHiUXiyGlGNBkLE4vGpS1IKDRBZ/uSJJvpjJyqj0vSiSSbJCOEIwnhk7ZkXJLXCFG1QJ2Y586tXoljnlgkSizoZ0lkUipRjUiiKAoSqbTscImNSJBoIkXygRiSGdl4LE5oapLJazfoCCeJit1UTHQKLvFEgMhSD19fHGPOFxMdKZISS1QS4JVYMgE9oTc159Rk7rabn3UyXD4hbw21BgJ7BAH19zv+uTjjvSFGu4Lbp85l3hEpM7QT2bu8Ix0BhtoD27d5V27Fz9nRKDEZWH0zMSZ6w4+sR+kb7liOR51n4ll1rerWk+JZX6euVb0ida5oeIv4VvMp3q1I+TeyLv6t+B9o6w4y0R/KfLVvcSZ+D6uRu3Eq3YoekNvApvJb0XZ4V3jmxiOkEmnUVwyfwZ8I7ZHeCHH5UJ8djzHUEWLgTnBb1H97Hd/667t6HuC7W5+xs4FM/611elfzrz5XskKBhQRLQpNDkXt+b6hDeDM2V+vY4jzjt8goXZnzLXi3o1fp6bsRoPd6gAHRu6WMalf0EJsZv1b4VKlotYxcK7tb2lrhF96RbtVXl/Ec6wuzIpuxo/iE56G+C1/fzeDDYxS+1X6p+xf0J6SvPjBT3DP9yHB07yGQnhtlfnaIbknIujrGSQYHGZ8YoGtwjompRWKhOcbnU4RGbjM8NcadgRnGJsI4cwopzrVjM/kY7b7D9a++4dI3V7j4+S0mJKmZHp1mrKeb8elRfJK0RCbGmE+EGO0fZnZ8BsmXtglWmsD8IkN32pmevM61gQV6u/uZGOljeHyCrjv9hCSBvDM4RV9nLyNDPfQv+pmaCJGcaad7aIKezj7G+tvpmh3nzrVBZiYnWQwt4fcvMjs0xPDNWwwuzdMhye30jF92J334RocYlV3HodsdjI320D0wSvv1LkZvfsGd6Sk67gwxOxe4H4dKEEdu0Dc2wtB8kIXJeeZ6+hiJJknEgyzOzzDcNUB/VxfToVHu3JllKRhjbmKE8WHxW3zquDNMPP74P0u5TWB3jc1I6nYNSkPRXkUgKUs8i5IUqcn3sCQg26Y7SyjegRt+FA3dWr5WdduhIZEfFJm+q36Gbi8xKKTK7ciu8EwPh4mGksyORiRJCTygQ9lY4d2qHLoToO/ash/Dcj5400+/xLWVzLD4v1G7klOxqDYVT/910Ss61fV6GhIdKqldX7/RtdKr9GXaRN+QrP4Nr9wvuR5WtHK9STnaHSS0mGBhKpq5d0Mi0ydxDik/doC/4h8WmXv2N7G3un1mOCKrgHeTur3aWZ6w37KISiSYYrQnTPe1AF1XHk6dlwN0XlpClYpflR1Sp85XU+elAB3fLNG1QZuq67y8lNHRKTYzJPztF/2ZutV6NjrvEPvtXy/hk8UC32ycke4wik/ZvHNR9Iouda1I+adsqfPtkOJXfquY7nztR9nZjtxWPErfrQt+bn25+ND4lP3t+Kt0KhwUv/J19T1Rvqj69XWqfj0t8yzRJwl1yJ/MJMmDHSE61P0RHNvlHipdK7bWy6++VnwKL1Wurn/Y+Yg8fyo5zyzAPOFn3lD/EiGggcmqYbbq6CZtXeA6lUVxzLLbdmtshgFTDUVTd4jnWZn0JZgZ8BGXZCWyNMfIpIbdHiTudBKzVnCkyIXbY8di0kksTsjiZTvtPQMMLaZJJvz0jVqxzs3iiQ3TJ4vAaSKSnI0yFbMR0r2s/3azWuhWz74aj9c6mcY3NUvHl5eYHvuKb/pH+OrLa7TfuEnf8DA3ZefQ1/kbLg3O09/bwUh/J3fmREMqQbz/M64PTNHT18tY12dc6LjJb76ZYdG/QCQ6x9TUOP3X7tB74VOuy66ZP6nLziOkgz78YwMMhqb5+pObjI5LDP2DXPn4Il1f/IIbgRDtVzuYnJ6TqMSWvNJiLzF6g+7uW9wenWNySS3OpDGZpTEyJjuAQ9z86ibtV+4wrkMqbUbXggzduS2J5g36R0e4eb2fWGz76a5o3vFLPQFa5m3HopsKSDibthkNzzUChnO7hoD096wCCzUHndS3ubZPR9wZ3qp9TqpanNTuUL7hsJsG0aHk61pd1B4QOrgD++JraY0Nm1OnuMpGzQEndSJfe+i+DmVjOzHVHXJS2ewgI3vYRY3oUX5tJat836g9g4X4otqUvoyeVmcGK1W3mhol/gaJY3XdRucKnyrln2BUL1ip64Y2932d4nO9oq10iVxVkw13lk5+qTUjWyd+Kb11glkGf6V/Kx132zJ+i+8b+bpZXXG1LfMhpRmj7qZdV00idLNGXrmd0noXZQ0Pp/JGFxXNblS5zO+krF5onWxpg3NZp/Av863SLXXlTcs6ykVOkeIvqnFSJnJlUrcVlUp7QZUD9ct2Do+ZvDK7yLkobXRSXOvIlCvyyk9la+V6O2VJrSsTX2mdE0XbkdmKp0TwUbGViN9l4uNWvOVNYluw2YpHtSm/FA5lGbyclK+5J0qHi4qWZYzLlN1NSOlQ975YsLe7zbiyLRkMK0VfqdItGJTJ/aqQa+XbVroU1pVis0xi2IpvfVt+mR2H2JaZ3qbPqtFgILDbCDiqskgtzrB4uROqmxi92M9MIsmcT3bWZMcuYLGSVVZGLF1CRY6L8ixJVNJRgrIbp75mmEylcVUf58S7f8qPvvMur1fFsUSv0TXpxx/wE/YtcKtPQyObsqIotvJydG8xVtYeyXiaeDRFSvStbVFXUp+Oy+KbmWzXDFPTIUYG45jlX2l9JbGxEPlFOdS0FZJf6CY1nyYlMcyPBsnK9VLTWkhRbpz4QD/zzSfJqWym2BUlMDlEd/8MKRuEkg6sFjsOmwWv10l+gZM0EwwmK8jOPcy+gmxKbFGSejl1jc1UFWrYrQlW9tU0swXH/uPkz46yODImu5VmnC7ZybTpEOiju2+Myakguq4Ttrlw2N3YzaOMT/oYHohjSmiU76vFbDHzJA+ZeqI+8yS4XTMjEe6aLkORgcCeRMAiK2d5RVYqZXKjEpKdUtNRD03HPNQdcmeSu53I10gSsf+UF1VmEguVTEmCuF0dhZV27E6TTCJtVDQ5qRX5WtG5Rn4b+pR95ceKrEqYmiWmnepR/EquvnUZC6Wv5YSX6v2uHWOjdK1QtSTOSo/CSCWJ1fudj6jPnZkk5hRaM/I14pfSq+JXuhWt2NztsrDCjsWuo+nSTTQh4/UAAvIZm/lhjPxSmyRgTsqkT+6U1ES+otn1gGyFTOwr9z1Yv5l+xV/b6skkU5vxrNRXir26Ng+eXAvuHDP5kpSqtgpJPmoPeVClun4UKhcMqqRPq7L6gIeqA+4HYtup3qr9bhqPemk47N1WfNvRXyk6FQ7lErPCbjsyG/EoWXX/imsc2F0mnB4TBSt4qnsodsobtvlsCF9Fs5Nt8wvWyieVlDvErq5hHAYCTw8B1z5yvftpzk1T0zLAV9HTnD30Pn97zEVV9hRfz1uxuUt5/S0vE2NmUjPT2MOX+f/8h1/xq//wE65NLbCQuu9uOp4kdLGLnCOtHPyz79BQV0b6huz+aVbsJa/zSs40VXoPsjF2X0jOzDInsspnlW5a3wE0dFOERHKO61fiknhVcLDWSn5+hOkERK1ZFB9pINTdw6VfDzE4nqS4OE1irJP0/nIWZTfv6kf9kmR6qGqrp+DyT7n9+19y6dYdBgJxFk12gkuTBJbMWBaHGB4bpXcmDDhkfaWZY9m9DPT9jC9kJ3PKXINHWjZ8JZPEh4aZzzIRkBQ2HVoikZrl9heDTA5PEZW4Inoc31JQkl2N+NRFesdzyc9yUFQYYSqRJoRLcq318W9o7ZEr1besQgHxNarSu0dWs0ZQX3NlXBgIvIwIaBq6GdRAZrHq7JTU4KdI/bjDTmUVf0ZW2bWJbUXqfJtkMi8POuqrEmY5z/iwQx3KB0UZP1Zkpcxcb9MPJb9CGTmRz1xLmbl+BD0Z+VVyGT2ib339Tq91Hflg4t59zuhVdpRuRer8CZDZoiGPGs/z8cx9E4DkhcmsY7Y8Ism9MytaLy916lnZtl7FL8/Dhro20i28ukwWNMkEVL/M2NmJjvU6V66VDiHlR6Z/q/OVtkcsFQ4ZXeKz0pvx9RF1rcgqnRldyj9Fj6pPySoSefUsaDqYVp4Hqb9nR9pXbG9aCv89n7bDf5dHA9T/U5fOLKPLhfEyEHgaCOgOSva3cuztdziUW8O73zpMZVkBRftOsO/Ed3it+SjnD9rIqz3NKUmKDp84xr4z7/DhG0c5+sZpanMOcmxfGfUNLlwlxez74Z/Rdvw7nG+soL64moamg6LzAIWvvUazN18WgU9SVN+MS+Y/q8PTNOkBy6/V1ZlzuyuXivoDHDtTRmA2SnHTUU6/8TavtjbR1lCAreIc58608tq75zhy+BWOVjfw+h8doaTuPK+ePMwb75zl6Om3OFp3lG9/7zRtJ47SUH+K08dO850fvMnZP/gL3qvN59XXT9PW2kBJdTXexuO8Vujh2DtvcOzEW7x+vJXX3z/C/m9/hxaTiZZjR/Ek5xm4+Bt+89Fv+O0nX3IpWk/joff44PR+Thyvp/TEG7y7v5iixjc5f/YVvvvH7/DG++9yIreBN797hqZqwevkGU699Q7n2lo4Uu/FInOqTNBP6E2NwTa7jknmBrtlQt8tRYYeA4G9ioCMXXvV9WW/JQA18UHK5Qrj/XlFQN0ilYDLEuDz6qLhl4HAdhB4oXkyc1rVWV/oKI3gnjYCao0gEYPMVxuTG+3OaDhzc8ivqCTXkk1tTS4OhwWTt4jsojqqcgspy9UwO4spLcymUBK3nNJammpLKa2tINeeT1Gum6xs2elyushtbKKwrJ5SjxO32YHHm0NlXQHO8jKyzWZcuSXYs/KQtY9tQqHhysqhquUQNQ2HaKsvoKK6kqKySsoLcijItqM5SigrK6KqroLiolLy3dmUNxbj9JRSVqrqyykuLZf6fKol2SwWX/JyyygrLqG2rpzSuhaqZMestKJMds1y8WR5seYUUqa+kVRRRUlJLdUlhVRW5ZNbU0uudNbcokKy84vJyy2ksFBRc+/chAAAEABJREFUEfll5VSUVlNTnEtRUTauogpqCt24cyspLymlrqFKfK+mxJ4tSWoFedkOcoqKJZYqiSWXwiwLJlmg2yYwj8RmMsm9lIRONz2S+IZC+oa1RqWBgIHAnkBAk0xOl0HNZFZne8Jlw8mNPssNVAwEDASeGwQ0mWzpQpquPTc+7V1HDM9XI5BOpUlJdiev1dV75tzmcpJbWoE3q56j+0ooyLE/F7478yqoaGylta2VQ4f201jixLn9bPW5iGE3nDCSut1A0dDxYiIgWyqJWJRwKEIskV7eXJE69X+lJJNJksnU3bo4sUiEqPp/WWTATqeW69d8dWfVCJ5Wcnd5kHp5PRZ+Sj6t7D6gRbKHZJRILEF8w1VBJSBxiS+JxKov4kt1WsUXj7Pyh8dS9WgvcS6t9Kjy0TTsqpREu6v6dqpM7giaSaSMuaKAsMOXPEPL/U71vSQpeW7T0h+lmkw/yqgThKVCXgiD9NH7vKmk9INIiEg8nalPqWf8HolcQnSKoJwta5LzuyeZIpWMyQp7iLD0c+lumbrn5S2VSJAUWtuLnxfvDD8MBAwEFAKajPsWu4bNbkItxKq6PUe6Cd1ux+22Y5FFDwlp90J4yTTJR9jy17x3ceDWXzIMjXANBLaPQDLI3NgQnTd7GPZJgqNmcpLkRQJL+Hx+lgIR4qItHZ1mpLOb3oFpZsJJ4uEwcZkQxtUkK9NrpcfKubBmXslAkHgkmvmPLtOpBJLzqDlppm2nb2oCKvNaYtH0gzrUH4Us9NE5PM3kYnQT1XFJRoPMz4TXyEcX/fjGJ/GLlHgv74/2SkejxCbG8cvkWWH1aFp2T0pBorQ90w+izE1TXhi0bQTkIU/Goywu+u5SgJDqR9If1X9CSzxBUvqaopTc5IQ8b+lokIB/UfgDhOQ5DAVmmOq5QedElMDSEsGlu7r8S9KXY6R8iwRFj+opKdGVWOmzqpTrqG+c8f5b3OqbJBBNsek6ybaD2j3GyPw8i7OzBHZPpaHJQMBAwEDAQOAJIhCNpAgHkiTk82S3zLwsSd1u4WXoeZkQiM7gi8QZ86VIXP/3/L9/PcL1jy7SPzTImOCQTgVIB77kH/9pgNmYhZw8F/HhEe78t3/gTnyCT37yO67f7qer/Q5X//lnXJGkMCZpUvuv/oVvLt1kcGmCwPgFProJSxFR+AgvlZxo0outNg21CnhPRTpBJDTPL3/diy4MbrtZks2oUIS4bL/Fg0uEJbZ4NEZMEky/JIVk/g+cMH5/kKmuLvq/+pyekJ+leIpktIvb12/x9aVJwol7VmQ3JClJaRJRI0lhWpLVOOlYWHY3o6I/SSIQZOHGLYZiMYkxSUp0pWRXMHFXSSLjh/ggPq3S+sROZZExo1vlVZmTp/2mITg9baN7x15a+kg8liIaTKDO13qu0q12Ln0zzuREhPDIbQYv/5rPJ0NMfPG/8HnnGIPdF+i59Sn/dNXPzGe/ozscYkmUpMZvM9l7g0vpanIcCcx6GpZuMzLUyfUhSMZCDH38/+KrjgGGlwJM9tzmwj/9nmFJ5u7803/ler8sjsz48E2OYjJP8Ov/7b8zOTVLQnRv/5UkHo0QCUakD6blPE5mAUjtpEv/iAUDhGXlQ9aDSIaDRGX3PxYPE/AN8i+/uMD0bBCVrCai0YwO6UYZ04lwhIlb1+ltv8lkpub+WyoeISYYRGISryxBzX7xCXd6+hmKPqUOd9+VHZ+lBYiE7KrGZWxKyXOxYwWPIZCUZzAhlEwo3B5DkSFqIGAgYCCwCQI2u47DbcJsk0ncJjw7rd49TTu1bPAbCDyXCKxyShKjtGbGlFVKQW0jjuFuAtN36Lhzka+u3KZjNATd3cRLinGXlZGb5cKWjhKamyaUnmBmqJf+wQF6+gcZ6BqjbyJF3NeDzxRmeDbO1OCSTCaX8ImaZGqV3R2eqmROW/81iFRcJoYL9I7PEAwlmW3/hjtff8qVgVmGL/2aaxMT3PjqOl03v6Z7qpcbHQsMffJruke/5pPrvVy7NSgr/7109g3x6W+uMzY9zrw/ILsecdbMr7RFxoaG6Lh2i+DCLT67EWRieIzpgS+5dvsqX3YGSARlgppepOObW/T19jE8NsylX35J18VfcXV8nBsXbzLe2b/DCfIOQbrLrqHdPXs2hWbMEbcGXm5P5pcOrTqanN9jlgvdbMLtTpFMWjFb7FgkSYkHJNGSpGhqRhYh+ocZHOhleKiHMVlcifnauf71J1ztnWAmlpTFCz9j7YNEdAu6zYVdFkLMJo2kpmOzjjOUzmK230dsZoywf4jxvh66J0YY6u5jYCTAzEJSkqoEusVEeCGEWpy4599DT9JMdVynu/0G3fOLjEzMM/jxf+RG7wg9Xbfo677KDek3Hb/7nBH/GCMz47RfusatK9cZj4eYmVkiJonfRI/wdl2he6ifrz6+xMilf+GKnHePzeObDwoiqx2JEPTPSsy36Pr8Y274kyzMzhEIhZA8aTXjc3muoaHL/TGZ5UzjqR7Kbob0p2rWMPaSIBDyJ5gcDDNwO/jUqP9mkD6h7dicGpGxw5fAPx/f0L/+W6LrRgBVbkffap6eqwG6ryw9oLdP5g691wMP1K+W3excyW03ttU6lEzPtQD927gPCr/hznBmV21uIsZw9+b3T8Wi9K62tdH59EhUFt+TaLs4zuyiqpekNxphvnAIpGWinZIl99RGq7K6CbPThau4CHs8jimlY3d6ycrJwmszYZr3Y8nPxe71YrdakPkeSDIoW3Ak8pz4p6YkOZollJvL4kCQhdu3mbOkmPQHJfGZQO09PB6gadSKdlJWtCWM+6o0DZn5YnHl4Laaifv9BJYWiCYX6bt0neHxSWbmAwRlJT+airI4HcLX287U/DDDM4vMLSbRTVasdgehiWFCiRhJsw2z1Fn0+2bQzOjBBYKy43Gra5g5S5qpYZlYD3fQOzbO4JjaglSehZkenmB2dpaFxVkGbnXS/vU1hsYmmBY/Qnd37lZpfv5PH8FDhYTMVR9B8uUQ0TQNXZ4vk3rI5Jx7h4YmfdGq+pjFRqY06wJlUhYZIkzFynD4e5kLxJkNu8gJThLTbDizcsjyunDmlZNX1kBzns78zRvMR+OkLFYsVivmZARt5g6DehkBeWb9Ez349DBRl535S5cJ5XkJRExEF4KZnbVgyELN0UO4PS70e/4tn6idHUXpBxZpIgwMB5meS+J0iE0thU/GhrgWYnZ8SBLHHibnF/AthokFBoV3mP6OQabHJlkwmTGZrFjMswz399PbOcy8b475xTn62kdk5zyN2WZGQbbsxd335AKzkpQOdPRJ3+tjMKiR0EwSs9Kn3WUyio0Q0CSZ1IU03cBpI3yMukdDQJMBo6Tagc2p45+Ly8JR+KnRWF+Ysd4QI92hNTYz9dI2voqCktDpspiiolxdv/p8rFd87xdaJbe6fbPzUfFhtGetnNI1JvXKl83ktqofU77s2I8woz0hwSTMcNdyuaUN0T87HsWdbSYaSTE7Gl2D42pZFcd2fAosxDP6iirtCupdIXnEdkWPocRAYE8joL7ek3pgIgbx4CLzo30M9A0TzS/HYcslL6eIgtwsPFqMSH4+yclR5seGGJmaY1r9L57qe1ETc+hNzdgx47WCu62CxOCg7IwFwJ5Lji1AammQoWCMpYlehmSHYWFxCSW6EyDTwqz8TkhCqpJTuVx+6WZ0u5f8/DIKvHYcnny8eUWU5cnEbilMZN5P2isJX3EpeW6JhTS6OcHSXBDdZMIhdTZ7IRWVFVRkJbHYrOh6Gi0ZzfxozLIR9e6lKMdKtiPOzW4z9Y26JLGTzMgEWP3dUTQcRjNFWAqY0NNxYmEfc+rvoiJxwoEwYeWHJwtTds4DE2Sl/UUkTc0TFb2IwT1mTGqBQj3PSdUR1jzQmymOSlK3wIJ+jDqHD6u3iJS9hurUND7NTXZJBbk2HZNmxZZbTE2lg5ELl5hZCtxdUElJEhVgunMSc3YJBY5Z6QMjjCYdmBuacPUNknWkDrNZJ+0LkEpq6CYPLa+24pFkUWfVkQaVzKWTUsr5qhYgQVB2GFMpCy5J6NTiCO4aSorcuM1JYrLIE4smMJeW4wmOMTM1z4JfVoVlCz+MFaceIRJfYEn67tJiTHYMwVtaSCxqljFGw24GzcTaIzrN3OwUY7NLJLQIobBJkj8T6WSchOxurmV+/q4UhOoRUM+DDE9P1cGkjKfJRErut/LiqZo2jL3ACOiySFDe4KCi0UFuiU0WncxPjdxZJlxesecxrbXplWtFWdJ2l/LLbVQ2OylvdK7lvdvuUrokuXGtk3Pebd+q9OSY8eTet5XhFT0ukXWLzsy1nO+kdItO5dNOZJyCg8JDyTrdD2KwXpc720ROoYX6wx6Kq+148y0bYqPkFG9G70PiyCuzUSU4l9U52K1D3y1Fhh4Dgb2KgKaB2aplaE0MsgsVmR9h4Ovf87vfDFJypBZ3aZrx3qt8+YuP+f2lEaYOnMTZfYGhy7/j82ud3BwNYXV6sC7Y8BY3UtbYRF1LNVVVLizBbnr0Ixxpfp0/OVpAU3GEW9Nx5m/9go8/+gW9Q2Oyk8bOD/FfxbBeUNN0HLIrYDJpmGRHwmL14HHlcbg1l7TFQSKz62HBabLgcJmweW0sjCyQkF0Ma5b463JiRcPqcGCWiawlsUgkMMLobJhwMEhIKBiMQL4HW1MdVnM5B2xhNN0rE1cXblOapC2EJSfM9JQDryNBJDhC78g0flsBh9rykCVLEhaxItsMGi/RYcwVN7zZKilKxFOS/KdQE/q1TOoJsWKzm+R51NDMNiw2Cw6TJHNZ1dRWNNFQ00JlYQF51iV8tlnaL/yOT3/zFTdv3WJg9BZXevqYclRiM4msbsUsq9Eyf6ffV8frZ47wrbeK8drt+Pz55NYepLq+ltrmCnJscWxiL6e0kabmGtGvI6KsOTQyY4jZpqGbWHe4qcv1YYq3801XJ3eGw5hsDkx6NuVluRSXeYlgI203yzgRx+VxYvFYkRySVEwnOzXB8FwOedLXikvNhMxOTPYiDlQEGR/rpXcqRCBuRYuFCYWkbyryLxLXLODNJq3F0GNg9aQIzC+yNKl+Ammdi8/ZpaaByQRmCUHTtafqXTySJBpKkVQPx1O1jGHtJUCg9qCbw69lP116I4ejb+Vw7O3cNXaPvJ6Doh35IzJH38zhsJQ7kpOYlf3j76zz4a5vGZ3Cs1OdSu6I6NiJnJI59rbgIZiceDeXh8pLrEdUzNvwT+k6Jnq340/pLiZ0quvo6s0gAwEDgQ0QcFZx+NwH/J/+r3/H3/ybv+TtOic157/Pt//03/J//td/wo9+8ArV5hre/6u/4tt/9Kf84I0TfPfDYxz+23/D4VPf5/3qXM6cOUhT61kOFbbx53/5bf7qr45TUeHFXn+alvP/ij87/z3+3f/t7/gf/83fcXhfA07LBn5sUaVJ0qXLhMciuxFqEnSf1YzNlh3PJJ8AABAASURBVMPb7x7MTATL9++jsa2VAm8BRW//a/747XN8eKaZurIWykuaefPdUjw1rZw5/yrl5gTeojwavvsHHLZaOPz2W1QUtHH85Ku8+VYTRfF2Pv7xT/mZ0E9//Alfd6Vw1x3lR3/YgtVSyJlvf8jr3/8bfvjhh/z194+TL3H+YF8+r6r6b/0P/NUPfsD/9H/5Hi1v/x0/fPs8H74iflTkSiT3vX+Rz9RXfV/k+B4nNl1HEjVddopNPDiRt4nqNk6fLqO0zI6j+jC1r/wF71Yc48N3Kshre4PmujpOHa+n+Q//Fa++9+/4t3/2P/J3/8O3Of/qOQ42vcZ33/kWf/tv3qWxMAu79xBVNYd5+0wV5/7obUocNqwV73D89R/xw/PHeKs2i+b3v0W1+wBvnD7I6989R+OR4+QAGjs9NCqPvcErb/+Q94+f4LUjhRx65z3KcnPJbzjL4dd+wB++epgzh+vIOfiHvP3a2/zwL/+ID77zIa8WlvPqH/8pp/bVcvjce6LjB7x3rJXTB0oofvNf863X3+NHf/1D3ni1Bfet3/Lzn/90me7YcVae4I//9Hu89cP/I99rMFNx4n3OnD5Jm4xNO43gZeK3ySKXw2PCYtVfprCNWPcUAoazBgIPImCMWA9iYtQYCCwjoJlkldiKw+nA4bBjNWmYLDZsdgdOubbbLJjkn9VulwRKSBIgm82MWe1sWWzCr2OxmDHJUrNZN2O324TM6JKEaSYLJosdu/A5M/odmM2mR5gskpHRtOWSVYemaVity/Z0sxmTkK7p6FYHNvHVajFh0k3oQnaXjfz6/RQUNnDiVCtHj9Thtdkwiw6z1So8ZonFgtWVjae4kRNvvcnrQm++dZxD9aXkmszYbSZAR31V02qzY7NZpc6CLnHazHfrrRKz6HU4bZju+mHL+KHxshwC98sS6s7jlOct8yRI+aCwajHLc6ijZ/qQGZM8W1Z59qxWE7rZislkknYTJnn+LFYnDumrDul3FosFs8mKTZ5lh9q9VvKaWfjNshAhMjYrurKpWzGLTrvwW00aJuE3CZ/VYsZqs2BSfYhHO3SzFYs8/1bRbZH+YBbduiaxmCxi04ZNbFjMJjSzDau0qfHCarNh0XUsKh5pM1usWKw2rBleHT3Th6wyrthw5JVS1HCa8+ffXKYjLdSX5mCT+K2Cg80EupK3iD2TjnFsjoCmaWiaBvLCOAwEDAQMBPYIAhuO7HvEd8NNAwEDgV1CQNNNWLPy8WblUSS7dLnZLklXefDQzJjtXvJLiikSKi7JI9tjx/ogp1GzGQJqoqhos3aj3kDgERDQzHZs3nzpv9I3i4RyPLhkkekRVBkiBgIGAgYCBgJ7EAEjqduDN+05ctlw5YVBQLIM3YLVZsFi1lGL1C9MaEYgeweBNJm/pXvw/6jbOyEYnhoIGAgYCBgIGAg8CwT0Z2HUsGkgYCDwsiFgxGsgsE0E7iZ2mexumyIGm4GAgYCBgIGAgcDLjoCR1L3sT4ARvyCQJpUk80tn6v97exgl4mkUPYxvpV3xKlLXK6U6X02qfjWpNnWtyi0pmc7MfVMJ8UloPa/SoWh9/Xauldx62o7cRjwrenbatp5/Rc9KudK+/nqlXpUrbeq/fVCkflVR/Uy6atspKV07lbnHf/deyQNnvDZFIA3yqaR2itU9Sglme4Xu/VcGKilNIWNK2qDHvH+ZxySD59PFcnmnWBnOeGC8GQgYCBgI7AkE5ONzT/hpOGkg8MQQUP+R5FBHiIv/Ms8X/zTzUPrsxzMo2g6v4vlc+D/9bzN8LrqV3Oc/fdDGx/91OqNT8X7236dRPJ/81xk++8mDvErnCrVfXMQ/H6f9az8XfzG3xnel4/f/ILrE/gr/TsrPxfbH/2UapUPRZ/99a1820638UHpUbBvxfPKP03z636bX+L4Rn6pTOCnez348zcf/ZeqezKfi22b+qThUu5L/SjCaHokyeCd4T1bVb4dUHMqGKrfDv56n/atFIgFZPXhiT/LeV5xKpQkvJZgcCDN4e4n+m0+YbizRJ7QbdgbvLKH+M9mAL8FIZ5DOrxefvP87wKf3qn+tPxJ3z/q6Hehbj1nX5UUeRV/f9aVlrMSf1ToVhiF/UjBNMN4XWuv7XT9X868+Vzp7ry3tSGa1/ER/mKAvmVkw2/u9yojAQMBA4GVBwEjqXpY7bcS5JQKarmGy6kKmh5NFRzfrD+ezLuvSRa9u1jDLtUX9H1u25XqTXK+QzWVGtemiWzPpGd2aSfn0IO+KjCp18UPTwSI6zUKqbjUhcSn7q+u2e678sYpfiB9Kt1l8367saj4la3Ob2Uxek3gVrZbZ7FzhZHWaBX8TSOArfFaHCYvQyvWa0mISfp1l/HV0iUfRGp5V92KzehWHsqHKzXi2qtflXqFhHFsgkF1gzfxnrPFIgsWpKAsTkSdK80r/+OY25rdoW++bbyqC063jcOnExP+Fyc31rsjOjoSZHwtvK8a50YjwRljYgU/zYxHmhJTMvPLnrqyqnxV9K348rFQ4KPub8c2NiF9jUTZrX12f0XPXj+V6iV98UzaUn8t1EZbmoniyTRlMo4E4c6NhFF4r7ZuVikfxrm5X8Wb0q/u9DYqH4xRVWak54NziaTWa9hAChqsGAi8FAvpLEaURpIHAFgiYZLLtzbdQUuukrMH1UCpvcqFoO7yKp7zRTUWLO6O3vHFj/RVKp7SVN93llfPKfW4241d6FeWV2bFKspVXaqOkbp3/oqNqv9KxbFvx75Qqml1U7fewHV+20r0S30Y8lYLNCj4bta+uW9GjykqJrfTu/VI4KVrNe+9csFVxKN5iucdOjxlvvjVzP+7x3NXzsOtNbWxDXt0rsyT4WzyKL32TN9dM7UEXDW1uqvc5qW55wqRs7N/Chmrfpg81+1zsO+ll/ykvzcc81B1yPdT/mv3CI3LbibNG+an8UbRNnxSGNYpfqDZjy7nsk1wrfbUHxP42dK3o2NRP8a1W4t2OPmVX+XVPl/iVwUp0rK5Xuvaf9rJP8Kw75KZG+Gq2gVWGT+KqUfpWYlPxCt2zuVK/SVnf6s48fzlF1pe+TxoAGAi8XAjs7Wj1ve2+4b2BwOMjYJKdG5fXTG6xDTXxfhgVVDgorHRsi1fpKqiwb5t/hTdfkrWiagf55fYt7XjzrFgkUXDnWB7wX+lQiarSqfx4FMroqFHx2h/qy6PoVzIqzqKq7eOpZAoEfxWb8k9db0UFgqG6X/mldnKL7FgdOq4sM1vJPIk2r9wrs0WDNMskhfFai4DFpstzbKVOJtVPg9TkXdFmtrZq21RGEtLGIx4UbcazUt9w2E298K9cb1UqPkVb8axvU/yKVP1KuXK+E9tKRvGrciNSbY1HthfLaj+ULoVxo+ClSnW9GSm5BrGxWftKvfJFkeJfqVt9vlL3sDJfFsrUZ8PaJ9S4MhAwEDAQeH4R0J9f1148z4yIDAQMBF5iBCSfU1+/VD/U8hKjYIRuIGAgYCBgIGAgYCDwBBAwkronAKqh0kDgMREwxF9EBGSHTiV0mhp1VYL3IsZoxGQgYCBgIGAgYCBgIPBMEFDTi2di2DBqIGAgYCDw0iGgEruURC2lvO/Cy1BhIGAgYCBgIGAgYCBgIABGUmc8BQYCgkDm/8RKrZ1pp5JxYpEQwWBAKEgwpK6jJJIJErLlkkwmRVJeqpTrVCJGLLzCmyAZX2J+Ypzx8RkWojEiGT2qPUA4IryRBIlgiISoUJaXfYC06FrRHZ4fYmx0mPHZALG75oT9/ksJylVaJQpSPp2XMprANzMvcUR5qqafToBPzIqmPTHVhmIDga0RMFoNBAwEDAQMBF5oBIyk7oW+vUZw20YgM9nOvN0XSSVJhKbwTffSMRolGEkx13GHyYkBRmYm6L/ZxYIkYJM3rzI2O8P43DTTw32SwEWJxONMd3cxLXxLkhzG40ni4TC+znbG5+fwxSMsTo4xeFVkJauLp6fp7xliZGiKJd8MvVe78CWSzIwMMj87zNjYIL23ezK/sXHfQTm76/LGyYIkX6k4sZgkj5J4piWepPIjmiSdTpKIxUnIdUpiUG1xSTSTktimU/PMz4wzOOhDmkmL/8s6RJ94kFY6wwv03+5jZt5PTNxY/UoloqI3QVKS3FBgjq7OISKSwIqZ1Wwv7/nde/byAmBEbiBgIPA8I2D4ZiBgILA3ETCSur153wyvdxkBXSba+vreoOmYkj6i/kF6pixowjDfcUMSrHb6xrq59dk39AeX6Pn8EzoGJ+gbGWK44xL9kxP4oimme9qZ8vkIm6zYRNak60R7u5mT5C5EkMBcD523btI5FSMa7qP72k3a27sYGevl2u+uMSKJ0PTMAqnkEgHfOD1X2yWl2iRw8X9tS1J2CoNMDk8yPzcvCekCC/MzjPRNsxCOSqI6KtdTTE3PMjM5K7uI88I3zODEAn7/KFMTg3R0TBGJzjE1Nsv87BjTomdySvRI26Rvkp72IWZ9QeL3DKukL07Yv8D82BgzU2OMzk1w7VoPwXACyRfvcb6sJwohTd0rRS8rCEbcBgIGAgYCBgIvAgJGDM8ZAuunsc+Ze4Y7BgJPHoG0pEpqsr3ekm6WZMzhwO124XB4cDstmEzSZVKLkjBNSfIzS19PBxO+AOOTCfwz8/jGb3P10kX6/Ra8uSkW/UsMjwdJYcbh8YoOF06PB1tqlrQ+w2JBAcOXZomOTcLiFDOzQ3TJrtzcQoTRUJpoIkVSZE1Wse/2su0jFSEWGOa3v+9kTHb7FkP9dHbe4tN/uc6U+H/j89/S3XeL67c7uPb1NWYnbtM78gW/+KSTgVGf7OSlScUCxH2X+fiTXoa6v+Rm9x0+/6qD2599Sk8wyLwkrvE1372Ui/QC0yPD9H3xMTevXaE9lJIdOz3jtpHHZGBYfksvF8a7gYCBgIGAgYCBgIGAgcBuILA829oNTbutw9BnIPC0EJAJdiqZlh0xOdmOzcAiOM3QVA8ffYrlWBO63QnRAkpb3uf7P/xTztVYqTz9J7z7aiUlqSE++t3IGs2+gQlGe4eZMMUZv/M1vuFZzM1OEikL0Y4wNR+YmZnWiC35mJ/wYc4qYv/7r6Cv0bLFRTRMan6cuabT5NQfpiwvj6LiAkpaGmj0DNLTG2d2NIpHEsy8PBvBnqvcnrUTTsTAYsJs9+CUVNQ6eIXORJDRcCHZ3hTOnBQjiQOcrS6j0m3GrnP/SCcgOkRX+yAzviXiZjMxJCF2OrFbNWSjEuOAlMBk4GAgYCBgIGAgYCBgIGAgsJsIrJ6S7aZeQ5eBwFND4LENacsa0unl8qHv/gR6IhtHbSvl+blUHSzHTojkTCczA1/y0S9+xk9/d5M7Vy/QfvMqfVOzhJz2+2pTowyHnUScr/CDo0f4Xk0Xt0aTRHOqKWiuobAql/2V2STHFkilsyksr6W6upQ8l/W+joedWe1o3jyyey8wfPlz2gfHmYrq6GYXFr2OprJp1pdmAAAGsklEQVQkaWuUxbROMG5hcTYqiZefcMBHMAqxiI9AYIxhZwul4QUs0QCYcsl1WMlPXOP312/SuxAllFzlSEoulsbxY2UpESEcChAPJLAt9TA44ycYlfZV7C/rqWZ6WSM34jYQMBAwEDAQMBAwEHhSCBhJ3ZNC1tC7ZxDQxFNd19BN6oy1h60IT34TByvBIpPxosMnJIl7TZKiZo7WltJw9iw1RU0cbirj4Ik26o68xsHaeuor8sgrKiO/9DAHmw9wojkLTCbcBw5RmlVGY1U9TQf2U11SSdOp8zQdeYV95Q20NtbTcvQwxYWtnGxw0Xj4MJXVteRJUmjR1rq25ZVux+qt4lRbJVWyq5bnraSiqJTGpmw0PZd9p89ysLWNlppy6uprqDj6NqdaTvHuK8qnGopLqtl3pIW8imOcf6WNg+JrVXEFdVXVHDhxjMrCOk6/fpg8fZ6xOxe5fOkiV67fpn2hisaDBzly/nUOHTzC0fICDhxrJS/LiXkjfLcMYtcbnwuFmrqPip4LbwwnDAQMBAwEDAQMBAwEXgQE9BchCCMGA4HHQ0BDTbQVPaDHkoMjq5K6IiQpgZzGFoobJdEqKKM+10ZBUzM51iLqKoupa22jtu0NTh4+ytGWMsqqm6ioO8r+hkb2lznQdB1nTR357nLqS4upqspBszqx155mnyRCdbkFVOblUVpZjc0lSVWth4qGGrKzc7A94NhDKjQzZlsuTa3N1DQ2UZpfRUV+PpWV4oe05de3UlfbJH4UUFFZQumB4zRVHOJ0WwNlBaXkF0rMLU0U5VXQ3NZCTX0DJXk5FBYVUbb/BPsrmzlxopnSPBcm9V88JBIkUhoJRwONjTW0HD5GY8M+mktkJ1MS2eIcFzaz/hCnjWYDgecFAcMPAwEDAQMBAwEDgb2FgDHL2lv3y/D2CSCQFp2KpDBeO0TAXdxEw6GznDp9lpPHj3OowoXTagwrO4TRYDcQMBDYqwgYfhsIGAgYCDwnCBizr+fkRhhuPFsEVFKn6Nl6YVg3EDAQMBAwEDAQMBB4EREwYjIQeNIIGEndk0bY0L8nEFAdQdsTnhpOGggYCBgIGAgYCBgIGAgYCLygCDxyWGou+8jChqCBwIuAgJHMvQh30YjBQMBAwEDAQMBAwEDAQODlRcBI6l62e2/E+wACyWSK0FIS30yMhcnotmh+IsrsWJTp4TDqfLty6/mU7NTQo+sILMRJxFIszsSZHokwNxbZlv/r/Vh/PTceZXY0siu6lO7p4QiK5gQzdb0bpLCbHAijfN2WvqkovtkosUgqc783k5kVDMd7Q491XzfSre5VMm58yfeBDmhUGAgYCBgIGAgYCBgIPDYCRlL32BAaCvY6AmaLRngpwURvmNGe0PaoK8hwR0AoyGi30Hbl1vOJnqE7AUal3LZtpaMrJHZDmaRL/f96s5KEjXQGGdmpHqVrPXWHGO0MovTtyCelR8kqUucrJPgM3VliuD2wO/7d1atiHbi1xJbYKZwUKRnxa7I/RFyS4KAvwWaxqbj7bzxEr9K3Q1qQpNJk2uu9xfDfQMBAwEDAQMBAwEDgeUTASOqex7ti+PRUEcgvteH2mogE4oT92yRJAiNC8XASVW5bbr3+QIJ4JElYyp3oCC7GCC3GM/8VQ36pHbMZUokU0WBi+zGs92XVdSQYJxpKPJqupfUYJsSvJDHBarf8U1hFxI7Cbqv7pnBSpPjDwh8NpcjOs2J36pvGpnxMxVM7vicZG6swXH+t65BfZsvcs6f6gD95Y4YFAwEDAQMBAwEDAQOBZ4yATDOesQeGeQOBZ4xA4xEP536Qz1t/Wsgbf1ywLXrzTwp4588LefvPROaHBduS2Uj3myL77l8UocqN2jere+tHhSgfFL3zFwV862+KeVfp+ZPCR/blni3x6U3Ro2zcq9smLm+I7AMyUvfeXxZl8FL+PtC+Xd3r+JSPH/yrYsFh85hVDIpWbL79owK5ZwW8JeVK3fryLcH2A8Fzp/dkvZ6Nrk+8l4PJhpHYYRwvJwJG1AYCBgIGAgYCTwoBI6l7UsgaevcMApr0At2ksZfJtMf938vY78h3XcM4DAQMBAwEDAQegoDRbCBgILBjBGQ6u2MZQ8BAwEDAQMBAwEDAQMBAwEDAQMBAwEDgmSJgGL+PgJHU3cfCODMQMBAwEDAQMBAwEDAQMBAwEDAQMBDYcwgYSd2Wt8xoNBAwEDAQMBAwEDAQMBAwEDAQMBAwEHi+ETCSuuf7/hje7RUEDD8NBAwEDAQMBAwEDAQMBAwEDASeEQL/OwAAAP//2KmprwAAAAZJREFUAwAegHC+5He3PwAAAABJRU5ErkJggg=="/>
          <p:cNvSpPr>
            <a:spLocks noChangeAspect="1" noChangeArrowheads="1"/>
          </p:cNvSpPr>
          <p:nvPr/>
        </p:nvSpPr>
        <p:spPr bwMode="auto">
          <a:xfrm>
            <a:off x="155575" y="-2201863"/>
            <a:ext cx="5619750" cy="459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5567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Optimizaciones de Nivel Producción en </a:t>
            </a:r>
            <a:r>
              <a:rPr lang="es-MX" dirty="0" err="1"/>
              <a:t>PostgreSQL</a:t>
            </a:r>
            <a:endParaRPr lang="es-MX" sz="31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3" y="1930400"/>
            <a:ext cx="9237375" cy="2328091"/>
          </a:xfrm>
        </p:spPr>
        <p:txBody>
          <a:bodyPr>
            <a:normAutofit/>
          </a:bodyPr>
          <a:lstStyle/>
          <a:p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Extensión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uuid-ossp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: Reemplazo de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IDs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de texto originales de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Olist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(32 bytes) por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UUIDs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nativos (16 bytes) para optimizar índices B-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Tree</a:t>
            </a:r>
            <a:r>
              <a:rPr lang="es-MX" altLang="es-MX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Particionamiento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Nativo: Tabla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orders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particionada por rango sobre </a:t>
            </a:r>
            <a:r>
              <a:rPr lang="es-MX" altLang="es-MX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order_purchase_timestamp</a:t>
            </a:r>
            <a:r>
              <a:rPr lang="es-MX" altLang="es-MX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para manejo escalable de históricos.</a:t>
            </a:r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Vistas Materializadas: Implementación de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mv_sales_summary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y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mv_logistic_performance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para analítica estructurada.</a:t>
            </a:r>
          </a:p>
          <a:p>
            <a:pPr marL="0" lvl="0" indent="0">
              <a:buNone/>
            </a:pPr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/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/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AutoShape 2" descr="data:image/png;base64,iVBORw0KGgoAAAANSUhEUgAAA3UAAALTCAYAAACxPCtnAAAQAElEQVR4Aez993clyZXnCX7dn1bQWmsEEBEIrVMrJjVZVWSRRbK7uqpnuqf7zMzO2d0/YH+fX3b3pz1nZkd311QVi6LISpJJpo7IzNAKWmvxBJ7W/t7c6wAiEQggAlpexzOYu4lr1z7+nrldM3dzNSubEBACQkAICAEhIASEgBAQAkJACBxYAipkEwLrIiCJhIAQEAJCQAgIASEgBISAENiPBMSo249nRXQSAgeZgOguBISAEBACQkAICAEhsKsExKjbVdxSmBAQAkJACCwREF8ICAEhIASEgBDYHgJi1G0PR5EiBISAEBACQkAI7AwBkSoEhIAQEAIvICBG3QsASbQQEAJCQAgIASEgBITAQSAgOgqBo0tAjLqje+6l5kJACAgBISAEhIAQEAJC4OgROIQ1FqPuEJ5UqZIQEAJCQAgIASEgBISAEBACR4eAGHU7c65FqhAQAkJACAgBISAEhIAQEAJCYFcIiFG3K5ilECGwFgEJFwJCQAgIASEgBISAEBACWyMgRt3W+EluISAEhMDuEJBShIAQEAJCQAgIASGwBgEx6tYAI8FCQAgIASEgBA4iAdFZCAgBISAEjh4BMeqO3jmXGgsBISAEhIAQEAJCQAgIASFwiAiIUXeITqZURQgIASEgBISAEBACQkAIbC8BkXYQCIhRdxDOkugoBISAEBACQkAICAEhIASEgBBYg8C+MOrW0E2ChYAQEAJCQAjoBDJaFiF/GuEtuNB8GgFPCuxvRc7yvEFfCgFvalN6BSlfyLe1Oi3pwnUKriKLmXHcUrr94LM+S241nbeiIzPlc7IVGevNy2zjEQ1aOqt/R+WfEBACQmAvCYhRt5f0peyNEpD0QkAIHEECWeozxyIZ9N4Oof9eGP33N+nuhfDw0wD67pKczcqgfH3LdOi5FcLjG4FN6fT48yC6bwU3lXclA65Tz+1VZJGuPcyN9F6ZZ6+OWR9mqOtM/LZTj84viOnNrZ3f9erTdzeMycE4okHtCP4qpcpCQAjsNwJi1O23MyL6CAEhsA0ERMRhIpCMZ+CbTmCsO4pwOItkStmUSyQVpFIA+5uV8SQfyVraT21Sn6X82+Wnlum0JPNJXVeJW0qzms/52K0Wty1hyaXzgE2dy23RYQvnjdkEfBqGHkfgmabKHKYfnNRFCAiBA0lAjLoDedpEaSEgBITAESJAM3U8W2e2G1Baa0NFk2NTrrLFiYYzuahqdX6VfxOyKpupfHaUt6bNibqOnE3Jqz/pAuffbH2W5+O6VZMuy8N4v6rFgepjVN9FfTlsPY7ryG49aTeahvVhffk8bFf9l3SoO0FM26m+dG6WwnbEb7SjsNIKi80AVTlCv0WpqhAQAvuWgLpvNRPFhIAQEAJCQAgsElCo42w0KbA6jbDnbM45co1wFZjA/mZlrMznyDPBlW/alE5Oysf5V8rczDHXaS1ZHLcZmTuVh/V54ojfdpbDTJ3bLHNJv5W+1WGA0axAUSGbEBACQmDPCUhTtOenQBQQAkJACAgBISAEhIAQOCQEpBpCYE8IiFG3J9ilUCEgBISAEBACQkAICAEhIASOLoHtrbkYddvLU6QJASEgBISAENhBAllks+SeU8Lz4ynvC/KvKprzkHsqjo6zTwXIgRAQAkJACOwVATHq9or8LpQrRQgBISAEhMAhIqBFEZwdw/jgAKaCKWTiKaQzWWSyGtJpDfFECtnELIYf92B8zgdfJIJI0I/goovEEgjNjmJydAhDM2GkFtGk00Amwy5Dcjg0hXg4iBDlC0fiiATm4R2+jQedw5jzJ5DUNMTmpzA92IX+2RRSmph2iyjFEwJCQAjsGQEx6vYMvRQsBPYNAVFECAiB/U4gG0HPvR70D85CczhhTCYQuH8TE6EAgrFhTIw9xgdfjqPvkxsIWcjIMhqgaBnEPXNw37+NoVQK872fom96DlNhL6Kz9/DBXS8SqX7c/vwRBgdGMTcxhIeffA53dgD3H8zA445BI2svGgpjdmQYiiuO3i++wMAXv0fv5DB6kjmwGlJQlP0OT/QTAkJACBx+AmLUHf5zLDUUAkJACGwTARGzZwQSPszFTAibSpCfnw+XCUjOTiGYiJNh5kcw4MbYTAApTw9GfAkkNAUWswXGbBaZeQ8i1ixmJ+Yo3AhXUT7sxjQ8PT00GzeA8e4eDI/1Y2h8EH0PhjCZ8mHo8X103e/H+FwA4XQcIe8UwtFpDI+7Me8n53NjfDIImIx7hkQKFgJCQAgIga8IqF/typ4QEAJCQAgIASGwLwkkg8jklcFSVIs8qxVWC83EPTVDpsJM4eVNlTAkQ3DPBhGKZWGx2GAj485sNSMYNcFhs6OkrAyunCLY5scQn5uFYgzD65nF9NQskpY0JgNZJONRRCMxxFMasoYssqkYEu4hhO1FMJW1oCQ3H3nxecyPT0DTNDyzSYAQEAJCQAjsKgEx6nYVtxQmBISAEBACQmATBAwWGFJRaJF5BCNRhKMJwJBGPBpDJBxHKp2BJbcIuSe+gzePhTA5PI7+ocBiQXypd8FlSSKVCiMQnEckGkJMzYc6k4TrRD60JMkPaKi+bMbceBbW8vPouNCB1uoC2DQjjJZ8VDozyKsogqXwGOpbTuNsSy6m3v8dkrEYsosliScENkpA0gsBIbA9BLil3x5JIkUICAEhIASEgBDYGQL2ChR6v8Dcvf8DP//wY/z2424YCmZx//oNfPDre5iaDaOkEpj68le4/vk9zKQ1ZBy2p3Rp7XBhdrgff/pPv8TdW7cQ67iEiNeJwopmFLc3oLKpGC2FOUiN0gzc/V/ij7/+H/GP73+Gu+MJqNYSMv5+hGPBh4gN/wE3Hn2CDx92oj9dBg2Gp8qRAyEgBITADhAQkS8gIEbdCwBJtBAQAkJACAiBPSegWFF/4U28+u5f4BtXL+OtV04g9+Rf4rvvvINvf/8v8NK1V3CxKg+lZ76O8y//NX7w6imcrrXDXFKKkisvo01V4ah4GVdfeRvf+d4P8NrXfojvnMpB9evvoK2kAZfbWtF+9hqKy17Bd199Cd//9/8af/aTf41vvHwRV0/VofXaaygyudD68ts4fvZNnG+7hndffws/+MlrcDqsUCCbEBACQkAI7CUBMeqW6IsvBISAEBACQmDfElBhyytCQXE5SgvyUVzogtFJ+8XFKC0rR35+AXKtJlhyS5BXUIWyAhdybAao/DxdXgGcigLVko/8giI9fSHJKXEaYC0sgsNsQ67DAUdOPsyWApJfgLKaapRXVaO0MA/5OTY4SIZZUeEoKIYrtwh5rgIUFxWhvKIARoMK2YSAEBACQmBvCUhLvLf8pfQDSEBUFgJCQAgIASEgBISAEBAC+4mAGHX76WyILkJACBwmAlIXISAEhIAQEAJCQAjsCgEx6nYFsxQiBISAEBACQmAtAhIuBISAEBACQmBrBMSo2xo/yS0EhIAQEAJCQAgIgd0hIKUIASEgBNYgIEbdGmAkWAgIASEgBPYPgXQqi9mxBO78wYMbv5pdv/sFpf3FDG6w/8vFffbZrUcOpbtO+a+Tf4Md7d9Y7jhsFTnXqbzP/onK5Xjav0771zkfp6UwfZ+PaX9BLunGccsdxV2nvDfY0b5eb/b5eHk6Or7Oshadvs/plqdZ2qe0urylY/J13Ug/XQ865nKuU7rrJI+dnn4teYvpOY+en/Lp/lI452O3dEy+Xt5iugX5i5woTpfDPudZTKPL42N2pJN+THGc9zr5T/JQPj5mp6eh9NeX0lPc8nRP7S+mW1faRTmf/3oOjz72YaIvimhI2z8/FNFECCwSEO/oERCj7uidc6mxEBACQuBAEdDSWcTCGqKBNOZGo5geiKzbTVHaqYEo2J9e2u9ff37OM035F/wIyWFZX7ml8NX9qK7nFJfbH9XzfpXuq2M9ntJ8FRd5kk8PG6RjdpRmtbRTetySvCjlZUd5KL2ef5nPadk9FT5I6cmx7OXhU3q9KY7yr4ybprBVna7L6mU/SU9lTVO6BZnRFVy+yrsQ/9XxQv4olufl/YXwlekWjqf0Oizu03mf7IuA3TTtTy/WYaGc6Jp6LKV7yif9vZNxhLwppBKZA/V7EmWFgBA4nAQ2adQdThhSKyEgBISAENh/BDQti1QyA7vLgNpWOxo7nOt2TaecWHKcb/k+H7/QLeVfLHMp/5K/Vn49/jTpSfmrW2yw5xhQUGJa0JvC9HjyOX8TyeZj3l/unoQvpuO4J2GUh4/ZLYXpMiit7i+L5zRLTk+7Io7T625ZOB83L8lif1nckqw1fUr/JI732S3Lz7KX9ND3OZ7dsjScn+PYb+Q4dhy/6HOc7jhsmdPDFtNwXq4D++zKaqyw2Q1w5hhRf9yxcC4or64L5VmeltM/1510oLLJRt9JIxRV3tK3/1oN0UgIHD0CYtQdvXO+uzWW0oSAEBAC20DAYFRQVGnGlW8V4s0flazf/ZjSruXWK2et/Evhq8mhuLfIsa6Xv16AsloLGjocX+nNcSvdSjlL8cvDnxe2FLfkL8+3tL9a3FIY+yvTcdiSW4pby99ouqX07K+UyWFLbilu+fHSPvtL8ezz8WqO4k69kouSajMqGq145c+L1z4XlJbP2/Pc639Zggtv5+vyTGYx6rbhJy4ihIAQ2CIBMeq2CFCyCwEhsD0ERIoQEAJCQAgIASEgBITA5giIUbc5bpJLCAgBISAE9oaAlCoEhIAQEAJCQAisICBG3QogcigEhIAQEAJCQAgcBgJSByEgBITA0SEgRt3ROddSUyEgBITA4SSQ1pDJZpHNZpDRMkilskCKw6CH6QutpDLQUgloiCEwNYnZWT8CMUpzOIlsolYacUsiGkk9yZsMhZGMRkE0n4Qd1p1MOomYZxQTMz4EoinwiqtZ+i7x9wqpJLKZ7KocjgKbw3rOn6qXHAiBQ0BAjLpDcBKlCkJACAiBw0wgSwZbJsMG2rO1zGoaEhNT8McTiKX8mJ/3YHAsjPj4BHzpFJJJL9weLwaHvPAO9MKbncNQ/ySmRkYwSmmGp0LPCt3lkCxVLpNOI011zCwaqBkOo7plyFBNJ9Pg44TXi4BvHn6NTYksMlQ/NlgzbHDo6TNIk/GazaShh+vJsmSQpJHicDrOUtoMy2VHx0+qmkkiEYvBH0zpQayHb2iIDOAZpPWQw/0vnYhhru8hJmcnMTw0jsmBUfjcM3CnAhgdnEMsngJ9DVeFsBzjqgkkUAgIgUNDYD9XRIy6/Xx2RDchIASEgBAA2TVIJzPkP9t9ziSTmL/5JUYCfvijQxgZeow/XJ+E9/MbGIrFEQ51o6u3F3/8Uy/6//Bb9Gtj6PFYoAWnMNVzBx9+3A+ypfaMciYZRzwchD8YQjCaRsTtRjSRQDQcRsQ3h1DEB7cviHA8Cd+DRxh43IOBaAKZRAi+eT/8Xj/VMYBAKATvXAhhjxvzgRDmvbQfjiCWjCI8H4Cf+AQjSYT9AYTJMAxHEkgTTvosCPgoRwAAEABJREFU1D0VRSwShjeUghYJIkgyRu4+wAwZdgtm3kKyw/o/SXwn+iZgsQfQffMWvvztn9D18Avcn+vGHz4dw3woAaxY5JLsaBppeCYYsgkBISAE9oKAGHV7QX3NMiVCCAgBISAEdpqA0epCbu1LOF5agbOZHsSpwCfGDe3v5ifSfweP7nyG34/6MdznRdd//js8HhvD47t38PDv///44vrf4RcDQ+iaScAfIYOLZvIQmUa06x/wv1yfw53f/hKf3/gH/KePPsb/8n98iOlP/3v8fz4YwO/+7g+4f+s9XB++h9/982N4R36Bf/58HJ/88uf44sPf4eZsGsllPQAtOozpiS7cvjOJ2d//z/jdwDD6ZhOIRXeTxh6XxUabyQ6ryQm7akRsfBq9v7+Jwm+ega3AiWW4wLN20ZCGZCJLs6h7rLcULwSEgBAgAsvbKDqUjxAQAgeCgCgpBI4QAZWuVCazCkXlXvc2VFxRoKgpJKnjHlHyYNwGkZsVMUmzhqlUIc43l6OpngyHbBoaTQFpmoasMwfmmiYU3f8Ug3NhRGCB3WGBktXgH5tHUUM5Gs/kw2EzIpWwwlpciqoCSpNbgdLCXOREZ+Ed78GDhIa5YBkqS5xwFdWgsLwGzVUO2EhphRx/VFcubC47DLEw7o660FJZgcYKGyiIow+/I+6IeTA1EkbluRNoOVMIp9WPeG4phm/MIBFMPsWAudkcKvgdddv1tYRsQkAICIEtEFC3kFeyCgEhIASEwD4ncBjUy1Il+Lk68p75qGoWjsIA+h504/ang3D7YihrtMFeMI9Hnz/E7evDCCfSKKiwP8kbHrmNOx/+HvcmfQjXHtONOu6kP0mwiztOWwKZpAf9A2PoJUPNmq9ifnYI/YPTmHBnkEkkEbcl4fcnkMnGEYsE4Z6LIVOcj+T4OIaHokimssjJNcJotcFqNpGhYYXNYobJlQ+zzQlXdB6xhAKbg8LsTpitdjhtBhiW1VMxmmAw2WBXDSixz2N8bBTjcxFityzRYd5VjIC5ACXlFaipLUNhfhFy8uvRfLIDpxN3EYuHEdWWAaAvjMGogAccVt6WCdmEgBAQAntAQN2DMqVIISAEhIAQEALbQkAxGmBvakKx3Q6HpRglJVU42ZIHR0szSs1mWG0VqCovw8kT5SjrOIsytRyNtTnIzbUhr6QYlU1VT91Wty1KbUBIUVURymuKYKU8qsGAko5TKM/PR1lVNcqaj6PCVY66sxfRXuFEaV058ouLUezIhavpDJpyjLC7alBa3oqOxkocbyqCWnEepyqsKG+sQEF9B5rrOvDSiUpUVVeiNN+CsuoyFJbkQYm4MdHdjV5y3d2DZMBloNpL0dJWhpazzci1mlHU1ITcqioYSbfD8FkYHAD41smV9TGRoVt+4iIaaipRSLOhDprRLG26gDN19TjXnk9G8GGhsLLmciwEhMBhIaAelopIPYSAEBACQuBwElAUBapBAXl4ZjNYYKh9FW++fAlvvvMGzp49hbbiXJgb38a3Xr+AV995G2dPtOJkUzkaX/8aGtUmvPLNr+HdH34fb109g45S8zMitzuAjQh2q8m1VrSiqeMK3jjdgvNkeJaefxPn6Pjdb7yG1777FtoaL+CVM6/j9Y4S1HacRBPNHJ1rqkF+yVm8/vJxXH37JRw/cQ3nmlrx8rkqGJq+iTeaHGg800zG4gmcqGrHtbcvU5pTqC+0o761HhW15TDF5jEzOIRhckOD45jxWmDPr0THpUrkXfg2Xjt7Gm997w20nDmGnSe0GpkdCCOrjmd8sxnaWSHe4nCg4eIFFNhsMFGcpbICxTQwUGexIe/MGygpyIXdQBHyASAQhIAQ2I8E1P2olOgkBISAEBACQuCwEOB3nmXYkHjWltijKjrgKmrB+W99E++S++a3XsOFtkqUWPdInd0uVtntAqU8IXBECUi1d5WAGHW7ilsKEwJCQAgIgaNGYOHZK7Ek9vq880yvoipQyUE2ISAEhMAhI3CQjbpDdiqkOkJACAgBIbAaAZ7lSiezyGj7ZqprNTXXDNONCbbp2K2ZSiJ2g4Ccgt2gLGUIASGwFwTEqNsL6lLmLhOQ4oSAEDjIBHSjiK5WiiJd8oN8HkV3ISAEhIAQ2DkCdJncOeEiWQgIASFwoAiIsvuSgKIo4IVSUqkM/O4UvNPJzbmpJDyTCXjJ34qMuXGWQe45enA5nG52LI75uRQSsQxiIQ16uVS+eyIB7xS558jQ064nnuR4yK07/ZLMRT1YT9b3SX4Kf7K/lHavfK7XouM6unX2Sayq3wv0DvnSSMQzSEQzmJ9ZQ8Y66+mjdAEPnVeSxzPJkE0ICAEhsMcExKjb4xMgxQsBISAEhMDzCfCKhVoqi0ggjZHOCPrvhjbl+ihfz60Q2N+0jDshdH0RRO/t8HN16L0dQufnQd2NdEXABoVnMqnn4fK7vwyi905YP96sLkv5WJe+F+izlHa5r+tBPLg+zEWPo/pxeD/5+jEx225fl79Oucyol3TpuxsG17Hzi+Ca50+XS2nX0ndyMIbwfBpsjA0+CG+N/b0wxvqiCPvTB/a24Of/6iRWCAiBg0ZAjLqDdsZEXyEgBITAESOgpYF4WAOvIhkOagj6N+dClC8U2FzeJ2VSftbhRXJCgQyi4QxSKSAaYT9Ls0TZJ7qHqB4vkvGkTNL7uftk7AbZvSjdinguP0a6RUhP3tfLoPo95a/Io8dtNWx+/eeAWYeDGej6UR0jNNvJ53FNPZb0X0VHrmuaBgdSySyY/5oyVsm7WtoInUNNfyH5c28LPmK/VqmuEBACe0VAjLq9Ii/lCgEhIASEwLoIGIyALceAnAIzjl3KQ8erBZtzrxXg9BuFOEX+ZmVw3nPvFOHU68/X4fQbBTj79kJZrRdykV9iRlm9TdebZZx9i2RsQY/l+p9+vRDsloetd39BF8r/ZqGuG+fjMPZ3ym1WPtfx7NtF6FiD24vk1p10IrfYjIJyM45fy39S303V85UCNJ/NRU6hCapRjDrItg0ERIQQ2BoBMeq2xk9yCwEhIASEwA4TUBRFf6bOQJ1nq8MAe45x086Ru/m8S+WuV8ZSOqvTAINJgcmiPNF7KW5J5l76rItjC0x3U3fWdbPlWWwL58FoUmFzbe17YKNBBqud5NF3UoFsQkAICIFdJLBGUeoa4RIsBISAEBACQkAICAEhIASEgBAQAgeAgBh1B+Ak7bKKUpwQEAJCQAgIgUNHgN9ymOV/21QzXvVyO+Vtk1oiRggIgSNKQIy6I3ripdpCYOsERIIQ2CcEqGe91FenXbDjfyvDstkMsshASyaRSqWhZbJ0vE/qcBDUyGjIENwlrptVOZOh80By9PzsZ9LI7Na5oPK4LL3srfwjCLxwD8ui3a1IkrxCQAgIgW0hIEbdtmAUIUJACAgBIbAmgZ2MoE46EmndQMuQ0aGlNcQT1M2msDTFZchgSKUoLJ5GKhZBCn5M9zzEQP8kpgNJ6IsXQrYXEuBlHuc9iCTTSBLeF6Z/ToLIfBjJaHIhhZZAdn4UvjDJTS8E7dR/fvZNURSoKu9haxuJMJpVGAwKlK1JktxCQAgIgW0hIEbdtmAUIUJACAgBIbAXBDI06zb/5WcY9s9jPtqP4aH7+P1nY/Dc+AiDsRjC4cfo6u3CH/7Yif7f/xP6tWF0TimIe3ow+OgzvPfx8J7P1mVSSTJyIojxcvukc4oMqFQqhVQyjlQmhVgoilQ6Cf+j+xh4TPWIkylKBms6HiIDNo00GbKZdArJOKWNpJBNxpBMaiBbFshqyNBxiMJ5ZlKjtKl4AqlEAunMsjOmpaCRHokUBaaiiCdJXiKFRIx8kpvNJBHzRxCh/GktSfLjiJAeqWd0TiJNM6JIRBGhvCmN5C0VQzojHUMgGkGc9IWWRiY4g8jg++iciyGYBJaS7pi/jRaYLmqLBu6O1VMECwEhcOQIiFF35E65VFgICAEhcIgIkAGRnPciSkZPSgsjEglgzhtD0udBhIyjdDqIYDiIOXcI4dkphLNRRLMOWHNqUaBkYXf30uwd2T57hCQxPYCxwce4PxvA9FQQ4599hDHPHMaG+jF643fo6/kIX0xMYtyXhH/Oi5Dfj3DUi8TEp/ioy4OB2zfQ2/MZPut8hI8+eQjP45/jvccTuPvZXQz330bv7ADu3x7C/MwN3Olzo+vmdfQ/uoUBXwopskqe2CTzPZgefYgvR4PIjv4OX/R8iX/59CHu37qJsdH7uDkewsjtbniCA+ju7UXvvVuk4w384a4XQx99gDGvm+rRi7G7H2Jw+jE+7fJhpucT9IzNYCK0CDdLU3HREfSMzmFuuh9Toz24+XAcPvcAgmwALrP/FnPsX4/ApZIZ/cXjbKvuX0UPrWZSMSEgBFYQEKNuBRA5FAJCQAgIgf1FIEu95oyWRWabOv2q0UJGXTnyHbnIR2THZ+oy6Sy4DiAjaiVZ75QbczM+JE0mGMhA9fV0kuEUgIcMUPdIL+Yis5jqpRk6dwzhlAqDUYWSCiE0fA8jMZVm+MbhIcO0c2QK/WNeGHx38HguDffYNAITDzE4/hhf9s3C656COxCHZ2oGfjKCk0YjnroLMTJBxtUo+t1RZN330DvZh/ujPsx6ZhGPTGNkNos4GW4xzyMMz/kw7Q8hGRrDg6EQZh4/gicUhGd6EnNdtzEyeAd3xuYwOzuNeZplJHttodpkRENNIhiIIjg+CPfMOCaTBpiMFK2Q2+EP2WFkhAGEeftKYr3ZbZ9EkSQEhMC2Ejg6wtSjU1WpqRAQAkJACBxEAtwJT6cWDaNnKpCF0UKGwrwf3rkQEok0+L1wRnMSfo+PDJUQ0loGFhtbDguZUxEPfLPDmCFrI+SsAsfsZL9cI4OU67BQ+tP/wwkTNM2KYocZdodKeipIxkMIkTEUN7hgKiiHc7obU94I4mQVGgyg+BSiMSDHaYazxAmL2Qyz0Q57YQlK8pxw5ZaguDAXLiWJRMgLdzoBf7QIpYVOOIuqkFdciapiKywAScTCZjDp+5lwAL5ABBpZ0Ka8YuSWlSE/Jwe2tAPFRVaY4vNIkUGYcebDZGAJgNlCOseCCIVj5BJIBLyIxd0Iqmw4u5BvWygCigFwliLPZoYxFqN6p2ApcJDuVipbWUy0cx6fA17YhM/Hli15UtdgUqhK5HZOZZEsBISAEFg3AXXdKSXhqgQkUAgIASEgBHaBgAK9A40Vm2LIIqcihJ5b93Dj/W64fQnUn3DBWe7H/Q+/xPU/DSCazKCiIRcGMn4MMCA2/Ak+/93PcWfcjWRLB4WsELrNhyazCtVAFeCpohWyKwqjMGgj+OzLh7jxaAr2Egv80z3o6Z/C6FQaGZ8XodoiZBIazWhFEQn6aGYvBmNLLcKPHuPu5z7EEkBJiYHiVVAlydhSoJLhpRbXIa+sAc2peSCbgGpRKdpIuqhQsho0fm5Pd2lojgIYDAZkhh7g864ppNMgY0vVw1TVCHqvt78AABAASURBVCPpr5pMUKuOwx6aQfjhDfQMTiNK031F1Q74p0jngWnMKEXIbWqAwx+BKaFAMWWQNaSRWiwnRQauQVXhqi6EQUlg/MvbeDQ2T7OwGTLssLObAijsVADkYytbFsQoszDztxU5klcICAEhsE0EuGnbJlEiRggIgecQkCghIAS2QoA60VkyCFaKUGiGytj2Y/zld7+Nv/zpT/HG62/iQmUxbB1/jb/9wTfwZz/9a7xx5SKunW7EyR/8LU4az+J7f/O3+Nl/+9/hx996Cy9VW1eK3PZjjW+/zFAFVpFsb7iIUy99Dz985QLeutKImjd/hjde/h5+9m/+Cn/+7/41LnZ8A9997af4wUs1aLv2Gk5dfR1vnG5HafXb+MF3X8K3/uovcPnKn+PNjov47pvHYDj1X+GHp/Jw6tVzqD/2Ci43XcO3f/IdXL76Bo6X5+D42VNoPFYL1dOD27/5Jd4j99vfvI9b4y64Wt/Gj3/8Lbz5N/9v/Ou3foj/4q1jOH/6NEqqz+O1szaUvPMujpVcxNuvvYuvf/8NnGytQq7JgqJXfoI3X/4ufvY3P8H3/xXp3Pg1/Osffw1X37yCWmUW07few2+5nPd+h9/eiaLxeBOq219D2/mv4yc//SEu/cX/C28ey0eJfRVA2xjEBp1KxqmB3JbFklFoMhlA9umWRYkAISAEhMB2EFC3Q4jIEAJCQAgIge0iIHJWElDoSmXk2S6VetLPRCpQzDnIcTmRk5MDu90Oq9EAxZKLPApz5eTCbrPBZjHD4sqDBVa4cvOQW1CAHKcDNpOyUuK2H7MhoSirl6OarLDYnXDZrXDYzDA5csl3ITc3B668XFgtToqjfZsJZpsdFnJ2iwUGowMulw3OHBdsNhfsFhulM1O985BDM3IWkmcy22Ez2yiNk9LYYTGqsFgtMJlz4cipQtOFSzhH7vyFU2iqrUAx8cjJccKeV4pcRw7yHGYq3wID6Wi3qjA6HDAbbHDYHXAUNaKi7hK+ca4Aztw8Yuxa0Dk3FzaTA7k5DtjsNkpXh9qWszjP5Zw7h/ONZSjOd8BkscNsdSIn1wWbqwgOswEGFTu6KSR9jdNAMRv/LMljf+O5JYcQEAJCYHsJ7HATur3KijQhIASEgBA4egQURQHPiJCHg7gpfKXdiZ7/pmEYyajKRWFVDSrJVVVVoCjXAathAwINLthzytBSaYHRuHblVFsecvkZPi6nsgpVhQ7duNxASZJUCAgBISAE1kGALzXrSCZJhIAQEAJCQAjsDQFeOZIXuMiufgfj3ii1gVJ5gQ7ouq9t/GxA3P5ISha2Qpa2yYgtP56GA7rxgiv6uT0A+ouKQkAIHH4CYtQd/nMsNRQCQkAIHGgC3HHW0kB2jefS9nvl+FnAg2qQ7ne2e6YfGenp5OJCKbS/Z3pIwUJgewmItANMQIy6A3zyRHUhIASEwFEgoBoUmMwK2McB3FSTAkW/2krv/wCevtVVVgCzzQCDCVBoH7IJASEgBPaYgLqr5R+hwsL+NHwzyW1z3ukkpofj8Ey+WCannR1NwDu1dtq5sQTYbaeOK2WxHjMj8efqsTKPh3TmfCvDN3rsHk/APZHQec0QNx/x24gM1pvzbyTPk7RU1hyVvZF68Op4R+jnIVUVAhsmwDNdsYiGmeEYJnsju+pGH4cx1hletczxnghGu5+NG+uOYORRSM8zN5xANKgh6Enpx8v153Tslodt5/74oh4TxGzkURjDD0MYXaMu6yl3hFl0bQ//MeLG8laWy7oyV/afiSPeXAeu11hXGOxWplnr2DO5cB7C/hSm+qP6uWAW7NbKs2Z4XxTusTgiwTS0dGbD32fJIASEgBDYbgJi1G030UV5U4Nx9N4Oo+9eBAMPo1t2gw8jGH4cweCjyAtlcdqhF6QdfEH8wDbpzHoMrEPnpfIGqZ7sBrZYPnNackOdxH8DOnDZQ4+jxDr6Qtac9hlHZellU12eiVtWr/4HEfTeDaP7VgjxqHQKFn864gmBZwho6SziZNClExl4J+OYGYntqpsbj9Eg2Oplzo7G4Ca3UqfZkShmRxd0dU/F6DeeRoiMiZXp5kajYLcyfLuOZ0m+ezyOWWLmnohRPWh/FX3XW557jGVEt4X/HPFheSvLZl1nSUf2V8bNUPgcOY5nn90zaaiuq4X5ZxNIRDXEwhr4nHKaOb0+sQ3Xh3XzTsWRinPbLVN1z/xoJUAICIFdJyBG3Q4h55m6aCQD1WyA2WHcunOaYMs1w0L+C+VRGmuOmco0kVu9bKvLBGvO2vEvLGO1OtlXlmWCjfSwONZfzkL91p9+LT0tVD/dEQvmZt6ADmaqmy3XBGbE+xt3lNf5fP4s02Q1IpNVwDN6moz0YpObZDsCBPj2Nn63mNmmorjSjLI6y666inoryhusq5ZZTrqUU/xKnThPZeNCnqIKM6wOA1x5xmdkcF52K/Nv1zHLrmhc4FVBdWCdWLfNymcZLHOz+ZfnK6+3gOUtD1vaZ65L+8t9Duc6sM96sFse/7z9/FJqmx0q7C4DSqsXmdC52xSPWgsKy82w2Q1Q1SPwI5QqCgEhsO8JSFO0Q6dIMQCuQhMqm+yoPubcFldz3IXqtvXJqmmndM9JW9PuArvt0k2Xs7I8Ot6Izk9kUD59fwvcuG41bQu8apjFBmXVEJ/1sl5N1xou8wX1qGx1oqTGDoNRAf/t0FdRxAqBA09ANSiw2FVwZ7zhpANtF1ybcFvIc3ETeSlP+6WFfI3H7cgtMKK4yry7ej/hlPOkXNaJ3aYZUr02nfeJPgtcdDmbkNd+merD+ZbcanJXCatqssGZa0QOXZtbzjoXmGxQhq4zyT52wYl6Oq/OPAP4+3ngf2RSASEgBA48AfXA10AqIASEgBAQAkJACAiBFxDQV1FNZaGls1h4xcQaGdYZzM95kqR1ppZkQkAICIGdJSBG3c7yFelCQAgIASEgBITAPiDAd9AYzQqMJgWgD7aykTWnP+dJRiIbd1sRJXkPLgHRXAjsJwJi1O2nsyG6CAEhIASEwKEjoGlZZDJkBRy6mh2sCukzdWmAz8d2aM7PeOq3z2/VQNwOZUSGEBAC+5nArugmRt2uYN5KIRloyTDCc6MYnwsjmtKQRRLpVALxaAbpRASxWATRKLkYhcUpjsIWjlNIc2ciFUXEP4fxCQ/CyQy0rIZU2APf3DSm52PQSGI27YdvehSTk7PwBBPQUkloGb5DRUM6zY4OllUjk8lQJ4XCaIgyq2mLaYFMgvImk6AYPTVFgZLoaTMZjfwUEqRrjFw8uZBPT0g60KUWyXgMHMf6x+IRxONBeIYHMDE9j0A0Bb1fxIpFoojTAUnEgi6gcrKkt0a+htj8NDxzc/CENIDKXdJjoaw05YmBVECayos/4RdHLJ5GmutAV/+sFkHYN4PpiVn4UySGuGWoTKo6suRrxGVBnvwXAkJgzwhwA0PtoUbtAruM/gMlAyqdhpZMUDsZRSQSIRdFLJbcGzVJHb2JY39vNNh4qXTdiSZSoCZx43lX5tBiSMSC8Pg18OlaGb3Z43TEC793DlO+FKL+KLXrS1ee1SXygju8qInKOyuSZKnN5+tplC4MkUiMrgUppHgBK1JYo2sCf6+eOn1kyPHiPSr5K0TJoRAQAkJgTwiIUbcn2NdfaGJ+Bp7RHgwHYoiQ0aYbadFJzEwP4cFoEJlkDMn5PkzMeDE3n0LY74d7tB9+MlZiyTRS/nG4yVgbngkgFvEjHM8iPjuE6ZkJTHhm4JsdwOORCJLBYUzPejEzMYq5ift4NDqEzvEYIjMDmPH4MBd9Wmf/SCemZybhCwWR9IxjmOJTmSS8g72YHB/HfCaBZGIGnQ8nEI4E4ZkgnSeGMR+dxVC/jzpYMaTIQKV+2DLBGtLJOMKTY3CTbE8iRBdWSt/ngX9uECPj0xibiyEdC8DX/TEG5mMIp+cxS7JH+t2IpVKYIwMwNNVJ6WYx4Y/rRqEWGaZjDU/6cwkfGck9+Lw/gEiU9AiOYm5uGhPuBGLhKNyP7mAuMo0RkjtJZc775jDe3Ym5xBR6u8eJfRDhcBC+ifEnxuuySsiuEBACu0ggq6UQG7yPcV8IYyNDmBzux3Q4gezMIEbno/BF3ZiensEotZcJMlKoj76L2i0UpVDPn91at/xladSJB9KoSYSWSuvGSYbCMloa+iAc6a3R4FRsehqemTm4U2S8UEUyZMymyfDI0CBTloxZjfZTNHDHTDRqXOkDkLGSJUYJCqdkdJhFhgxe3S23Ukg+6xCPJ5CgwcFUZB5hajRjlE9LppCi64mef6FKT/9PUzwpr1GC7KIcqgZIRYCO0zE36T2CB0PUfusDjUl9sJB2n5aTofqSrCRlTlJdODJDlcjQcUbnkQEb6inKmE17MT0+hbHReUTJ6PLOB+l6mNTZZSktTcfpdjTLWHJsy6kGgN1S2JKfjscx29sFbyhE18kk/LOk8/gg/KFxPBoIIhKnAcKlxOILASEgBPYhATHq9uFJ+UqlDPxk4Iz0DMBrq0Bpjg0Wo4KUZxQjPfdxa3AcceosqNEujM2G4QmrSATdGHt0HcPuGfhpiHV+vIcueqOYTtlQWmhChi6YPso74QkibDLAnBjC51+OIegbhJsMs7BvEoGxz3B9cAwPHw9gqPMeRue88CVVLN/cXTfQ03kfQ6MjCE504mEQiCfdmOi9i+6eQTKo/IgHH+PT9+5gYm4YvfcfouvhfYwEhnHv80EyjPw060idF2W5VIUutkYkJ8bI2JyBz6BRp2AOozMUHujG0Mggusb8SJDBNfTgD3g44EWA9sf7H+Pel700kxnE2MM78A5/jr7ZIGaSZljVABm2D9A5kaILNfQtHXJjrv8OPnrch/k0XagTI3B7ZjHmMyCbiGHikz9gfPYu7g/OYNJvgN2hIXz/j+jyDuDm5/fQ1TmOsfFZTPd36kbd8n6RXsA+/ieqCYGDSCBL1gHZLNQePKs9GzaBhx+gc9pLbdIjdN/6HI+GJxEbuouHNMUezHoxO+PByHACBoMK7tg/K2VnQ3h2aK1ytWgQoXkPZudDmA8lERgdhT8ahX9+Hn4aCPNSmzzupv1oEr6uHoz2DmI0FoMWmaV2yg/35Ay8nmlMu90YG3UjODVIg1h+MnjcJMNLsgI0sEe+b4oG/mLwkmHoJSPXF0ogRY0XffTKZ2mAMOafo7Z5HH1DHvgmJ+GjATm31ws3DdR5ScexSR94sJBMSj0PMilk4l7i64fXG0Q06EUw4MbEtA/zlN8bCWDO7YV3ahjjk4O4zcYRDyb6fZijQcR5XwjxBUkL/6lOHmqLR6c9mJ+Zwmw0i/mpMXhYhs8PPw2wuef9mJtwUznd6Bqco8G+OGyqH0NzQaQibvh885iZnUeQjDz62izIXcf/RCSEkZsfYYCuP25iPUf6jzz8HH0D93F7LI5oMounLldZtlezq34n11GcJBECQkAIbDsBddslisBtJJCEO1PJM+bNAAAQAElEQVSIoLkNr1XlID/frht1bo8dmjuGBvRiwpoLi8sJh90Fh8MOmyGC2Ow9fPb+P+PRtB89k2YYTPk41V4Gl53SqvMY95hgsxagtbkJRWWtKCEDJqzFEaBZwdlJL3yxEpSUn8el5C/x8WwuTLYCtBWtqFZuIc3iUSeh+xHcabq60ZholgyvRIERXjIg3V0eZL1TUHzTGJjtxcjUDKa9SUwH6MLc9wE++uABhvwhxGnUdEGyQp4JVocLTgfVh5zVaYfVqCHtn8DUyCTiNGJrccYRxxyGXReR6p1GNhCGwxlBKjWDmzdn9FsyldICJNzTCI1NIpIxkmYk+skni0DIDPeECWe125g3m5B1OqlM4mencu1GunArwEwnUq48mKo7UFech9MtMQxOZWG0+DE7O4WuHh+4Q/RE7KZ3mN2mM0tGIbBTBPaVXJpsoln8DLI0E/RcxZy5iIcjmP3yC0zSbFbaaIWd2hGXy6n/xl0u23Oz70VkuP8+Ou9/iQ8ngxgf8qHn5/+E7okJdD+4j8e//N9x68tf4Df9g+ieSdAgVppmojRQ44tI9y/wn2968PCPv8Gtm7/E3396A//5Hz7D3Of/X/z/Ph3GH3/+IR7e+T2+GL6HP/xLF7xjv8Xvb03i+m9/gzuf/Ql3PRrSy3oAmZgf/ulOPLj/Cf7uN10Y+vIWBmdGcPPWbXz+3u/RNdGF//PvPqEBwyCSS6CSfiQmPsAvPhzCQPc4AoOf4vHDT/APN8Yx/t7/hA97b+CXf7qHO7cGESHjNZ6IYPTDf8KXw8P44tO7eHTrMSaXZLE/9iGu3/4Sv/r0Eaau/wI/78vg3m/+V3xx7yHuPOhE55fv49OJOdz+x/fJoBvATCiAIA3STc0O4uP7c2RUPsbNO7fwm/cf4O7jKVBjjnVvWgxZ/2N8/qf3cGfQCzfNjnomZ3HzIy9Ov1wKZ675GVHxWAZpuhBsxHh8RogECAEhIAS2icCyJn2bJIqYbSSggOaOyKWRwuKW7KaZsylMzvmB0DRu9wN07VmMJM9cBFf1m/j+T/5LvN5WjnJzHFoqhkg2hHjiAf7pV2Pwz3gpYYJkppHJJhFNOWDIqnAWFAI0I2g2FKCjwYja07VoaexAgauQdKAsT31y0UDyyypMGLxHl2W6qk3f6cFUKIjp0Azc/V2IBhNwvlME/+0kXC4NrhYDgtESlF34K/zFj97Gmcoi5Dwlc5UD1QhTQS1McSfKC50osQYR7u3CcNKF2MRdjEd88NiaUFZUi4s53fiCDK+I8wpee+ctnMyLY+Lj32MUAHWD6D990qNw06xkz0QEruQoHg+lQIPFFLHiY3PxMCzBjekdyXQyCaMZUPLP4ViRGeXGUVAfAlvZuIOqUYdghdW5FZGSVwgcSgIqDf6YLCoUlQZcnltDJyrrynDyXA4efDiCRCz93NT7IXLc64SWKcPL7VVoa86F2aQ+UctQUApH8wlU3v8Yg7NhhBUrGalWqNTe+sfCqGqrwrGr5chz2aFknMitqkFtaR4KismvLEFhwgv/eB8e0dTabKgODZW5KKxsRmltM07UOWGjkhRy/DHklpHhW4lakwOv/fgK2loq4bRZAYML1txG1NYcx4XsEII0rBbkDORSoRh8D4eRf6YB1Wda4VRssCYUNJ6twYlXSmAc6kHYWQpzyymUFbqAlA/d3fOITLphyS9EXmU18knO8o/TmY/yxjqUtZWRkeiGZj+GhsY85BijmO73QQn4YT92HCW1TaipaSK9mlBdUoE6uwGm/EtoTg6h0BlClOr5FcnlJayxb3RCKXoZ3/nRX+MblxrQYAzCmvEipzGDT+9EyXh8chVZEKAANrsKo0mBokA2ISAEhMCeE9hQm7fn2h45BUwodQTh0jrxq99/hi9+/yc8+vIuIrmFqHj9VTS2NyJ2rxOpROIruyAdQsz7GF9++kd8cOMhEk4NscQcbr33ITq7ejBNfZzyJhuCngl8/luSd+c2YsfPwm6xwkozcjWNxSgtVdHf6YOBZrHMJgsM3KN6hr0BZkcFSqqa0djggDk7iE5/HWoqruLdlhxUmyfx5YQVpR3H4SwvQW1dAcocZkRHZuAf+ARfXP8X3OgcweR8Es/bFEWFyV6A6nPHYEpGMXxnChO+Yrz6yhm8fTGLYDiFaa8JlrxSlLUcQ3uBHdbwBCZpVLmbOg5TQSMMqTim7v4aH/7+7/HB+x9jNKih8LXXcfL1S8gOjyE5HwD1efDUVnAC+bFJhPv+Gb+/+wC/66vG8TID8hw2OMprUV1fj8Zc61NZNnVAnYEsnb3spjJLJiFwVAgo4I4zu+fXWIXJVoiiqmM42VGCHLNhlQEp7PqmaVlk1phlLMyJIpuYwK17vbjdPQtbgQLPZA8e08zX0GQS6WAQwQIVoUACyEYQDvgwPRMBakoQ6e7D43t+RBMa8vKpriYTTEbyDYt+fgmseUUoiXqQSKRhtBlhsFrJEDHDQsajuoxExtNJ7f4N/OKLSQxdf4zZVBoJNqKTIQRnB/C4/yH67Y3IM1jhWsxnsJnhrCmCv5vy3nyEKRphjBBz9/1+fHEnCUdNFXKik5jveYjh8QA0gwON1QYkNI2MQwPIgoUdT29R7yxGuwbR3R9GaUMOjHY7JctBKbXtJcTGHc4gZrXAajbDZjLDxM5ohEnRoI18gXF7A5LZHOTP9pP/tOznHtG1RjHa4crNg5PqZXIUIKfmNH2PLqFx/DriPNOYXSaB9pOJLDQtC7Kxl0XI7poEJEIICIEdJaDuqHQRvkUCKnKKylDd3ILyonzkFRXCVUhGVH0TWo+1obLhFM435cCa147qslwU5wA2uoBXHb+EutJylBXkoKS2BTX1rXRciYLik3jlfDVqO86guqYBVcUVKK1swdmOSpqlO446Mr4am2pRVd+MqnwnFNdJ1FfYkW8J0uzeIHof3sWjh/fIDSJdUAZnSS0KSupRe/IsjuU4UH/iFBrqWtDafAwtZ86juuks2opqcPJsG+qaTqG+rB1nmhpw8mIDyisqUGhNIkKdhR5d7gOSOwR3PAm1sgaFpRUogo0u2NVoO1GEsubjqKmuQW1tHRlvZ3Giuhz1py+hqfwYjlUXo6axEI7SBpy7cAJFxCDXWYia5ia0kh7FeSdwuq0CNVVlKCxpRE1tK062N6Gk/hLpU4jC4iYUF5eiuhAw2uyouPoaKova0VpTj4baShSX1KDy+GU059ejrbEAxdWlKK5tQvvxRqh0hhVym/lwB1WlTpMCZTPZJY8QODIEMtRxTsYz1IF+tsqq0QLniZfRUpqP5oZKlNJvMz+vEnWXr+B4sRU5xiKUlpWgtt72bOZdClEUBYqirFpaARk+tS0NqMpzoiDfgdILV9FUVYfjHcfRevES6kuaqc18FRca81F1rAHlNbWoKypGXuMFnKnNR0XdcdTVn8H51npcOFEGQ+1ruFJrR83xOpQ0nMXxhjN4/XIrmqg9rC60obqhmtr9QiihaQzeuYv75O7e6cSgOwVjeQs6Lp5He1UeXLXtqC/KQxkZgkaLEwVFpWi7cgbO0CTGH9/FXcr3aGAKk05qj2uKUV6Si1y6nlQ3tKOjthgFDRfQ0nQOF9tr6ZrQjJqGk3j9TAWar72KjuPtaG8sR4ElBm//giyW1zk5D3/GDHthFcrqO3C5wYbGk60oLChBSWUD8biCMy11aGkoRq6tEtWVRaiqdtGMWT5OdtTAml+KiqYOHG9vpuuNE9S8Yr2b2WZD9akO5FmtMFGm3Mo6ulZeRkNFI862lyPPbgK39xT15KNSgKKsfl6fJJIdISAENkxAMmyOADVJm8souXaHgDGXLm7Nl3Ht3HEcO3cade2X0VRWjnKrHU5XJc5dqKcL4AlUl+agyAXY8qkzc+E7ePnSK7hyqgkVFc2oazyFi9Q5aGy5itdOVaCgog0NLSdxgcLaTr+EcxVGWHNbUVmai+KiEjLUmnC6pQhqzgnUldmRZ0shFY/QCHEAwQC7CJwVNcgvLIbdng9HeTuacipwtqMaBQV2GAtqUdJOcqlTUmN0oKmhGvmlzSgtacW50ydx4Wtv4dKVV3CqvhC5hsQyuVEktQzMldUoLC1DIawwmirR0poDe045qusacepCmz5D6aBRVbXoLFqqWnG6qQSVVQ4YLQ5UtLUgl4y0uup2KusEOs4cR17BKVx55SVcuUplnnsJbQ1NqHeYoBgqcPJUHQor21BCHZaqQsBotaHi8quodBZTJ+Q4Wk9fw7kTZ3H1ShvyzTWor8lHIXWM7LkFKGmoe+Yij41sigKFex0KQB/IJgSEwOoEeCYko1Ec75C3/KPQTI2z/SU0l+ajqa4cpVVVcJjtsNScQEO+BS5TEUpLi1Fba1uebVf3Fzr/qxdpKalDTetpXDpWhxPNxSiiAaTjdPzSKxdx8Y0rNLN1AufbLuFSawEqWlpQ09KK4zUVyClox8VzTThz9SwZbGcprB7njpdBrX0Vl6muNW21KKb2v7m0EWevnqI0rWQ4WlFVX4WSilJY0nFE/AEEdBdCzFKFmo7X8OffeQUvv9SKisYTaC4qQnNdNRo6zqKjpQMvn62B05BENBRYyBfNIGE/hgvn2nH8dDMqa1qpjTyGy5dacfLaJdQVNqCjg9rhyy+Rfx6vdxQgr/0qTrW14lRTOUpyTEiFF2WRHkFjCUprm3Hu7Am0nz2H9lwFdceaUZifDxcZeuVtF3D5WC2O1RfBaa1EZUURqqpcdB3Kwwky6my153CstoIG7apR1lQL4+rIVw3VjbqTJ5Brsej5ckpLUFZXR8c2VJ09i/wcJ8zKsqy0bzSr4BtZFNpfFiO7QkAICIE9IaDuSal7WqgUvmEC5kIU13Xg3Muv49rLr5HrQG2+k+bRNizp6QyWEpQ3n8F5Xe4rJPcEKh1WWJ5OJUdCQAgccQIGowKrQwX7RxzFNlXfDkd+PTrefB2vknv9zcvoaCpD4TONrxPVrS04eekYcqlktl3yG87h9JXX8Trle+XqeZypscJM54eiN/yxFVSi7syCLJZ35ZXv4s0zbbhYsWFR68qQpVQ8LsCOdrf8YWOOmWxZkAgQAkJACGwDAXUbZIgIIXA4CUithIAQEAJHnIBqUmG0bmTOC5vfjFaYTSZYDJsX8dycZNXxs43snptOIoWAEBACB5CAGHUH8KSJykJACOwvAqLNzhLQ0lkkohmwv7MlifRDTYCm1VRVATvIJgSEgBA4ZATEqDtkJ1SqIwSEgBA4bARUulIZTQoU6pAf8LqJ+ntIIJsB+NnMrEZTdnuohxQtBISAENgJAnSp3AmxIjOdzCLiT2N+NgnfVGJbnGciDu9kQpfFvndiYZ/l874eRvGcbslxmB5P4e6xOHzkLx0vxS0cx5/I5uPljtOxWx62fJ/juLwnsqm+3sk4PONxkkluUW/WkcM4r5fCOI93UR8OY+elOq0WznFLjvNwGna8vxS+3OdwPZ7kcbi+f7mbUAAAEABJREFUv1gWx3E5HM5OP6Y49hfSESeqA8ex43Av6cv7azk9zTIZC3IS+rlaK8/8dAIBd1Kfgchs10Me8tMTAoeQABtzqlEBv9sxFtYQCabX7cLUDrPbSB49bSCN0DyVQ75+vFQmHQc8KSzJZD/M6Zbil3xKF2FHx7FIRn9JdSqeXb/elDdMjmWsqgfJfUqvVY45X9CXelIm66nL5LQkm+NZ/ovkrCde50CsWZ4ul8t4gdPzLGPHx5yX/ReWSfpzWcvTcd6VYcvjEzENaZr15ReGR5fpxkzWVeayPNGghniE5KVA38ud+NGJTCEgBITAxgiIUbcxXutOHaeLuJuMmpFHIQzcDW7d3SEZ5AaXy7oTWCaX9pfiyR9YckvpKW3/bZKx7HiAwpZ066f0T8leSsc+p2PH+6s4PR/lX5I1SPssT9eB0uv75A/cXdCR0+lhlI73n3JcDoezr+dZpvPi8eCiz/Kf7C+FLfmcn+UslUl1fyotx6+SVmfE+dgtxnO+NfVdTDPA8shxWtaLnb6/FL+KP3Q/iIneCLijxaPH6/5ySUIhcMQIsDHHHfE4dcqnh+MY74mt2412RzHWE113+iXZY1TGaFcEY71PlzVGskY6KZx8TsvHo4v7fLzkON9S+PRwggwrDX4yBpfiX+SzXN1R+aPdVB75L8qzMp7zjXR9VfcRZkGO07Fsnc0m5HL+lU6XRRy4zmOLZaxMs/J4SYelcJYxSszZXwpby9fLWab7GJ8vKpfD18rjmUzSIJqGKA0MTAzEnnwnxlhvyrtWvtXCx3qjmBlN6LIyNAN4xH6SUt39REB0EQKLBMSoWwSx3V4yriHgSWJuNIaZocjW3XCEZEUxQz7LmyV/dpSOF2XPjkQxO0LlUPgchS85Tqenp3jPRPSr/HQ8NRDByOMQJvvDmKPjJdmcfrlbkE15F8taHqfvL5b5JD8fk7y5sShmh6NgXVgPlsNhnIfD2HE4Hy85rpMeTvmXwp7xl+RTPWdo/5l40lMvi+LZ5zR6uYtpuUwuZykfp2F2s6Srm3XmshfT6mlon3WaIX+iN4zRzhB1BsLQ46gs9hdkRMFpOC073ue4tRzn8U7FabQ3TSO9cjvQdv8GRd7hIcDP0vGsSCKWxQgZKX33IlivG3wYwcCD9ad/Ivd+GIOPoui/F36qrP77UYz2xElmVA/vfxDFwMOF/Sd5F/XjtBw22h2jWT8NnqmknofDXuQGqBx2/SRr6HGM9IisO++SbNZ/uPMr3QaJRf/9BTms25Bev4XjpTyb9QeJwQCzIL253PXI0dmRDktpWQbXlf2lsLV81n95nM6JZDGz5eHL96eG4ggHNAS9KSwvg/MsP16eZ619Lo8NO/5eQpH2+/C0NlITIXBwCbzIqDu4Ndtjza1OA45fycF3/0MFfvT/rN6X7uq3C1FcZcYbPyzBX/y3VftSx/3G7vw7+ahuteHktZwt82Lmb/yoGK4CE1SDssffWCleCOxfAvw8nSPXCFeeCWfeKsTV75dswJVSWnYbyVOCa98v1d1V8q8+p7xrFMduZRoOY8fhp9/M19va2nYH6VKycfe9TeTR9Vqqw0L+a1SXa39WuvHySRbXY7vdNZLLbjNyOR+7jeQ9diUXhRUWlNbacPGbxVvicIXOScerBcgrMUOVZz33b+MhmgmBI0RAPUJ13dWqKtRHN5kV2BwqbGTg7UdntqowkDFhsW2Hjgbsxzput046M6MCI5/bLZ5XNvwtNgMU+RXu6m9TCjuABBQF9IFKvxWTRQX/DnfFUdu4HeWYrAp44MZAbcd2yNu0jG2qz6bLp2vOXuY1mVQ6DyCnbMt3yGRWoaiQTQgIASGwLwhIc7QvToMocRQJ8HNCfFvZkau7VFgIHDECGS2LrCyGtOdnPZOF/lqMbWl3SVYqmYF+bve8ZqKAEBACQoAGrASCEBACe0yAOgd7rIEULwT2JYFDo5T8xvfPqdzOc7GdsvYPIdFECAiBA0pAZup2+8TRaC2P2C5dC3i2BlkNmUwGmsZLI2eQjgURjsSQSFI4J8xmKEkC0VAE8ZQGjYcbWQ7rTj5lpVFgOqCdLAnRwJnSSEbCiETiSKQyegileOZD2UHinwmXgI0TyKQTSMTCCEeTdI7oXBJc/VyTD3J82pZLVVQFfDtWVh6yh2xCYCsEFtpRlkBtH/3W9ON0GhrvQ0M6EUMsEkE0oWHpd5il32syHkM0nqKfZxZ6O6hn5/2lNjMLLU3HHK6lkIpHEA5HkdAyINFc4LqcalCgKMq60u6fRBmquwaNZhn3j05rarKuCGpyYTAp4HYXW93odPKtwCqf263KkvxCQAgIgW0gIEbdNkB8nohnLvzUMdBSKST1joJGRkAKWjqAaDiGcCiLTDIK/9AtPOocxNhsCHonRIsh7h9H790ejHujiETT1ElJI0W9kKyWQDiWQZoNwkgUiWAIAQ6HH5OPH6Onewzj7ihSVB5WbKwbd374FhI2PlZEP+cwCzZCM0u9Iz0l9Xp0f/GfLnxxfzVvRfLVkiyErTvhQvId/s+cuGqrFROfn8Zk/yM8GJiBP5pCOp1EiozwFBnnWiqJJL/PaJXqKFBWEydhQkAIrIMA/yaT4Tg0NrS0NNLcvsbTyHi9CFBYEhEEpocw+KgH/ZN+xPRb5jSk/JOYHhvEwIQbKS1JbXGW2jVAS8SRIGMvhQyNzCQQmE8gycZg2A3fcCcePe7HVIDaWpK9DvUWkmz1J77YbmR54I4cabYgd83husXoZd6iiGUha+8upI0hGIzStSkBLvcQ2XZrV1xijgABqaIQOLwExKjbqXNLPf9kPEMdha8uv3pR88PoGx7G70dCSIU/xz+/P4qpux/io5tf4leP3dR5SGH40Qgs+UkMfPkF7n72L7g9dBf/+VdzyKktRI7VhHhPN8a6OzGUCiA98z7+4eMJjLoT8PZ8inuf/BKfTqWQzY6gb8oMNTyEubH7+OCuVy9+3f/IMASNSociZIykM8gkE0jQzF+UZ/1SM7jx6V10dU3SLCD1e2h2MBUM6AYoJaW0cTIug4hQxyfCHGj2KhZNkFGTQTaTQiqWQpQ6C5GIhlQayFDnKJ2gnWXKZUhQKhZHMhpCJJmlEXfqbFFHKxGNIpbKgqwlpONRhEhuPBpHOpFAbEkEjcpHKTxGxtQykduym0pkkUpkSOdnxfnn/PBNT8BomsZv/oefo7P7t/hyYAKff9qHwY/+gGlSm2zvZzNKiBAQAs8lwIZbhqwK9lcmTFO70P/eP6JnbgaesXsY6b6FPw1OY/D3/z0+HfDBHZ3DbCAODw1uOSKf4X/67TDGr/8drvdPYSBRgPJcDVGtC599PgOfL4m5ezfR88WnGNEiyPg/wy9+ewcDY35EZ30IuX2IFVsw/vP/HdNzc4jSb3qlPps5zqSofYyEEKW2LUltXIrbVBoISlFblswkqb2MUPuZhO/ebfQ+eIheauyy1EanYkHEyIBN0+BRho1ZbltDKWRpcDBBbSq3r8ikqU2OIkjhGjHUKC23ral4HNScP60uGcUatatBGpTKkM+yo+O9mHxwHX8aiiAUJj3YqCT9yIregEn5dDFyJASEgBDY9wQOoIJi1O3YSVOoc6+CV8fC8s3lQDqZRvxxP2K9Q4iU5GDCZ0NmegrW2DAm6aKaDMzAQyPLo7445qdCUOf9UNtbUFRSijyHGcb0NBl1n+G9X/wS//TedfS5w4glp+BFGmN+K6Kdk6CrOsJeD+ZGR6mjMo+kwbRcC32f7wbSbwE00deAD/RQ+pcOI+IZwD9/PI6xgXEE/NOY802j91E3bvzyTxiK+jEbjCJKHYjI7ARG7nyILz3zuP/+DQzc+wNuDTzC+7eGce8372Fs8Ld478EYbn/2BToffIgPervwL//rDQwGRnH3Xg/GKO3EVD8+u+ulgr/6zA/cxcOP/oE6EuP47He3MTMzhhnPJB7feohbv/kXDPb8Cv/j5wO4+bt/xpc3P8Z7NIt563efwDt5Ax89nETvvRsYoVmzvvmvZG7HnpFv3SHHq/CtlJeh6VKNDFTVbEIqmISSiCA+fgsDkzN4rLahmE4B3/6zlC9LM51p7lWR4bsUJr4QEALPEuDmSdV/PM9OeRnULKrK45j1x9BNhkcg4EZOziwGUIFAzxzSgSCSkQD8NOAyNzmOqNGA4SkFdlsO6moKkZdrozY1iOm77+HD3/8cv//sAR5PRHRjKdzjgUMZxlQqhCkytqKhWUzNzGBsLqnfbfGsNs/q/qKQ2HgXhnru4cvpACbH/Bh+/z0MzU5jiNrKgQ/+CZ0P38NH42MY9iYQ9IUQjUQQj7qRGHmf2lY3eq7/CY8e/QF/IIPvX35/E+77/zP+4c4oPn//c/R1f4ZH0z34ggaW5qf/iOudM7j/yfvovPMpurwppKkC2SUFoyOYGHqAj2+Owz9FzvcAfeOzmJ4hftEAAtEItKEP8GDSj97HnZgf6tIH25ayHzmfwEWCaRqIzYKa8iNXfamwEBAC+48A9eb3n1KHQiO6WKoGwGBcURtLAVyZFCyTj/HZYBrVFT5M+zUkPF4Yw5PociuAaoIpOoNMXi6M9lzkkLFgKi2C1WKDhQwwA8VbqEOSX1yE4gInzAYV2dkBuINxTEXMSAx0YopGU9NGE5L+DExZFQVlthWKLBzqnSXSU1k41P/zSG1kbgozZidMTgesmo+MzGE87pyAu28Ec1kFmtEMkzGN6Pw0Bu53Y8rtwTyNBCep0+PxzmBwxo+5sRnM9z2Ch0afs6YIkvFZjM2G4Q6YYbM44Yx6EBjvw/AsGbEmi1720r+4z4/AtBsxmx3xuQnE/AMYIgO1t3MM7oEBMjJ7MBw2IzY/h0gkDG88i+jUMLw9N9E9PoExTxDhaIpmBpckbo+vGhT9NRCr3jFJI+pJ6viFwka0XDuN0lwndb5imPcHkY7GwKyXcwYdKAr94x3IJgSEwFoEaFIKGvec+eeyIpFqMiCvtQqRyS6MzKQQjZpQFBzEkKEW8eFezAf9CCsGaCkDUr40qprykMxYYLNakJdrgclsglFRYXIUIK+gGPkuG+ymBGIxDx4/csNpnsA0tUfTXg0qUjAY5jHvaobZaINpFX2wwc0zE4LXG4PV6YDDoiA8Pgw/tWl+H7WP7mkEsnEEuu9gcC6KsGaAieqrpCIIjXTDq1hhNM0jHJzEyPQ8puYTsMUGMEZtUHQ+gPhMN0bHO3F73EdlhGnwT6O0USSSKRhtZlBz9kTbhHsC/rlJ+C0uuJx2mGwZpHgWMAEqw6ynN7sy8E2PYnjYjbn5NPTm64mEo7djMCpQVUCBbEJACAiBvSdAzdHeK3EoNaBRPJ6AIdvq6eopdhRYNRQ5/bgZqUZNtAdJsxmm0kLYjFmM9QaQMeWjpKgE5flm2PJsSBhMSA12Y2JyBEPTfgQiNjLSWnH2pSt46Vwj8i3A/JAH8ZiRZvPsKDKO4v4cXZBtxcgrLkc+XbUKSzMAABAASURBVKCtWboyY/Vt5QUpq2WQSaWgWrP8VAlSITd87hlMUscjm0ogQh0iI3Vu0mnqWMSpgxCNIUojyCgugdPhgjUWRiIaRNhRCGvGDIeagcFihEr1tJutcNXUo9xZgWMVQDQQweQcUEkdrae0ozIspiKUlpeiyJUCIhOYJcNxjkbjNV2HDFy5JcjPzaVR+ULk5uQjz5FBOhGjsn2ko4PKzAPhe0rsVg/4FjBNy2LN+44yBpjMOWh/+QSKcu1Q7FXIz7GjzjCCKX8Kae6YLiqhKAq4U/D8HgFkEwJHngC3pfqCJSvuZtfBqEag+Bhc/mGoRg1RJQ/psRCcFbWock5hLhKCJ+OCPb8CRQVFcGbiKMjTEPZ7MTY0QjNRk3AnTbBWncPJsy/jbEs1Ki3ziIdG0ZkuQ35ZCVTvPMJzQcCag9KyApQWWcggUrZl0CipKcikATPS0JQMLHYF8bAXXmpTg5oNRmc+rPPDZETFkKQWWQHVMZJCLGuEjdpWWMww0uyjhdpWW14BClx2OJzk57ngMCnUJkYQTsYQjOWiMN9OHMrgyi9BWYGFysST5idDhl5GS0KxZPnOSsBB5ZossNJAIgxAOqkhXXECDm8ngsksfJYKDsaR3RTAajfASIypKT+yGKTiQkAI7B8C6v5R5fBpwp0QjWapVtYst8yF+nMtKKk4DdtYFFUn2nD822+hpbUBubPTsJCxktv8JtoscbhsaXidhXA9fJ9GjW/iRifNoEUBs80Ki2KAYnIi36lhNl6K4orj+M7bLbh2KRcTIxZYHbmovXgMhcU0Mk0jq1jnZrTbYCsuQLrnMUYf9GB80o+U0YqcslwoNpUMPgtyEKYZshSSRhdajxUjRcaqarfAYnXCloqRtTaHQE4u8tvbYKRZyPHuMIIRC2pqLHA5DfroprUC8Gm5ZBDmot0ZRyQYRFB3ESQVI0wuF2x0tbQ5XTCkVDgcDjiLXYDNhIypAHlWA6wUZ7PZ4LSaYC8sROHpUyixWJELE/V1zDBasK1bms4nn9NnjHUqxWin8mta0d5Wh0KzCqPRjurqBly4fAytJwswNxUHG4V4smWR5d7qk2PZEQJbIHDYs/JYyrJBka+qawTUerSV0EBRaw4MNEAWyLbiG6+dxtfeKIERdiRTTpQ2V6PmfBviD0ZQXmVF0DOLzhs30dXThcEgtac2I/1mFZqRssOqZmGNhmC9+gOcuPIXOOUE8hFEOq8OJaVn8GrJADLZGGLaV1o8d490Xyu+rDhDhpMPXd1D6Br2wllVgERwGrOeEOajFhijCWSaamCFAqsdSFH7GglqsDQ3AWPDGOpNIaM4UFluQ47TAlgLkMtto8MGc2kjisub0W5JUnuowkJ1tDrsMJMhqGgJxEJBhHQXBvILYXLaEe1+jIHH/ZiNKlAtJphzLMiqGaSm3PCnquEKDsGSb0C2tBSyCQEhIASEwP4hoO4fVQ6bJs+5iuc0o7z9Hfy7t4tQ+faPcJVGhptcpWhoPoW/+jdXcf4730JlTgFaX3od5668iVfaL+J7/81/wLfe/XP8+I1jOP/uJdR1nESLKQ+mim/gZ++04c9/+hpOnm5GTk498k7+BP/28gV8/+tVqG5sRcOxU7h8rR7r3kw5yKk4g7/92Tt467uv4OTL38Xrr30Hf/uTd/HD//t/iTdLyvHGO+/glVfO4eSp02h6+2f4N29fxDuXm1BRXoeKlgu4eKYd55QZdNpfx6vvvoIf/GuS8eo3cKmyHV/7ehFsNgPigQicJQWoaCiEMv0IH/78F/g1uV/8/CMMmYpR/e3v4DQZbKfffQd1l36Md974Ov7633wXf/5f/9d48+q/x787n4Mzb38TZ85ewBtt5ThB+yXlX8Nf/tnX8O53XkZbaw0KDNjWzWRRYLKoUA3Pii1tacaxixdQQFEKORRcw8ljtTjRWo2c6iu40ubSb5/lKHYZ6hCykcj74oSAEFgHAf2HtXq6kpe/j7MdV/B6RyuufP0lFNGgl6Hhz/H66Tfw56804/S5GrgKz+DPf3QRFSe+ibe//h38+McU/8r38Up1B955swyFhWaUX3oJJ7/973Gx7Tv4qw4gx+rC8TdexZUf/hk6zpxHu82Fktf/BrXlpXCZVtdlZahGv/XVBoI4naPhIk69/D388NULeOtqE2rf/BnepLr87K9/gr/4d3+Niye/ge+99lP84OUatL30Gk5dfQNvnGpHSdXb+MH3Xsa3fvIXuHLlz/FmxyV8741WGE/9V/jLU7noeO086ltJ7+Zr+PZPv4PLlO94uQvHz3Wg8VgNVE83bv3zL/Aeud/88x9wa9yOnNav4Uc/fAuX3rqGxtyzuHKmFs0Xz6Lm1Nv4y9cbUW32IZpuRzldA+pKWXtxQkAICAEhsF8IqPtFkUOnB80wGYwKDKZVeiEUp6gGGA0KFIMBqkI+jcIqigqDUYVqMEBRKExVoaoUT77BaISBwg0qhRlUKORTCkAxwEjHej5VWcxngJHiDSxfUcBpVYrDujfKo6jgW3oMJFtVDWBnNBhgYD0UBarBAFUlXcgpBiOMBhUGKkPJq0BxaQXaaBS5+e1v41qhFfk0a2UwcnpyCqUzKODNWHgJZ0914FpHKRyl7XjpW9/Eu+S++a1ruHC8GkUGSk8JVYMBimqAgXxdJ9ZBpTKpPNVggEo6GBb3FcUATmcwqFAVBQrl386Poiigz6oiFUXRdVGwuCmkg6pAJacovI+nNlUF+NadpwLlQAgIgWcI8G9FH0yh39IzkYsBimqASgkNlEY1qNB/h4qBwgwwcBg5KCoMBpU8A/kLTlUNUPVwBYoCKCRDpTaNww0qHUOBqocZFnw6ViheURTaw7o2gwHg4ldNrKhQSQeDqsJAiRSSbaDjpbZOpX0+NlCcqqqUVqV0KhTFAIOB9g0GCjPAoPK+SgXRtWIxrUJhC3UzUBoVKumsUpiiuuAqaMGZr30Tb5F752uv4wwNPpXYDDCwPIMKRaH0qgJFT2+AQTVAgQ0tb76OtqY6FCur1uZIBWayfLcF8Jwh3IPOQ/QXAkLgABFQD5CuB05VhS566j4mzBciftcczxZt222ARits9hwUFOUjv6wI+WTUkm276rkz2PORm5eDXKcZBrMDecVFKNJdHnIcFphWzbW3gelkBux44YYta0JfEEWhL8mWBYkAIXC4CVDfeeHW5YP6c2G92e2b02SAwWSHq7AIBeQKC/PhsltgUp+jILdVRjtySwoorXVfts/P0V6P4rt3+fZ5fjRCD9jiP0Whk7rw2aIkyS4EDjoB0X8/EHheE74f9Du4OpDFpKUBNpj2bSVIR9aNO0zsb49ToRpNMJlNoMm554pUaVZSUemK+NxU+yuSF0nhW6m2l9n+qqNoIwT2GwH+vfFvb1sGU/Zb5Q6MPtRWq9SuU5tNnwOj9TOKUjWeCdtkAItit8nskk0ICAEhsK0EDoRRt6013kVhvCjGdo0I7qjaclVaN16VejMK/2qE2bqZSUIhsGUC9HtTaVYke0BvdNONUX0QjSqyZRgiYLMEVMJvMCpgB9mEgBAQAoeMAHdPD1mV9kl16OLBi2qYrYSYL+b70REq7mykk9RV2o/6bVynhYcbdjCf0azSLCTNRtJp1fuX21EWZBMCQuB5BHgwxWhWYOBeOWjbjt/dLsrIpLPgW/9I8x1vo7atXdpFPrulM1dJL4tPBB9s0XF2FiVOCAgBIbAfCHDXdD/ocfh0oNae3z2kJYB08vkuFaP4ODlOR+lTvE/+mvk4jh2nZ7c8PYXr8jh8yVFYmtMsHS/6rJ9CnSSjUUUmpSDN6dgtxj8pn8PYrQxfOqa4JzrTvi5nKY7KfRK3FPYcX9ed8jwpe7W0XMaL0nA+SqeXvTwthT2lH6dbchy3PO1S+DI/kwKyGjm+tXZZ+HP1XSOdRuEayQPfW3b4fgH7vEai3kEkwINQ/LvZzO9t3Xm4HWBHv88N5VnZdrCMxTBkaZRv8ZqwWlu87nLW0onLYrdW/FI467OUjny9vSV/1fKXp13Kv1mfy2B5L8rPaTjt8nTLwziOj5fHb2Bfb78zgL7yMMtheRvIv5wTfw/5EQtpvg9iSyI6C4HDSUCMup06r3QBnxyM48a/ePHRP7mf6z75lRsf/9Ktp/n4F258Qvvsr5WP49g9iac8H7Gjcjic5T2JWwxbkr88vOtmEAFPCg+vB/Dpr926Dpx/eRre5zB2vL+qo7L1+EVf36dy9bSLYUv66WFLcav4n/xyTtfjeelY/se/8uDjVfIvz8fpPiGWT5VN+jx1vFzG8+IW0/XdC8E9lcBwd0Q/X8vL2+j+J3TeH3zmJ5uOOnw79T0UuULgEBDg29hjIQ3RUBqPr/tw+/funXN/INnslspYj8/p2S1Py8fsKKzzhh++mQQmByK4/T7J//02Oy6H3Yvk/pHKXUpH/p3lxyvzUvxtdivDN3PMctZT79X04bzsuFz21yOH067i+u8GMD+bgGcijnsfebCl+v3Bg+4v5hHypagNPwQ/MqmCEBACB56AGHU7dQqpn251GZBfYUVh1fpdwWLaJX9deavXL3+5PGeBCUaLipwiMwpYz8rNydFlrqUDh7NbrJee9nn71bZ18rJg3Yw2VP7zGdjzjDBZVdhyTOvU8znyiHdOsRlk/0M2ISAE1iagKADffmm2Kiivt6Cm1br/3LFVdFoMK68zw5FjQF6Rcf/pvRbLRd33nPU26lFcZYbNaYAj14Dq5lXO11os1ggvqzHDalfB30/+9ooTAkJACOwlAXUvCz/sZecWmVB33IHGU67nugaKZ7eUbvn+Uthyn+PZLQ9b2udwdkvH7PMxO95f7kprbbA5DKhotKG+wwVOw255Gt7nMHa8/yLH6di9KN1a8ZyX3VrxHM7xDaQv7z/P6emI7fPSbDSumAwxR44R+aXm557T9chl5hWN9sP+M5D6CYEtE1DpSmUyq7DYDWg44cCxC64D5Wrb7HDlG1FERsWe6n5+n3PbYf0q6Vpnp8FWPhfNZ5xb+g61nneirt0BlidG3ZZ/4kdNgNRXCOwIAbpU7ohcEXpACPAsET+nItNFe3DCsllkn6yesAflS5FC4IAQ4HaK36kJ+s0cEJWfUnPhdQxci6eC5WCXCXB7y7fy8vnY8jWPTie/soifzzugX8tdpi/FCQEhsHECG8shRt3GeB261HyRSyUz1FeiK9Shq932VyidykBLZaEbwlsUn8kA3MHQZQn+LdKU7IeZgKIo+jL0vLATDuBmMilQDQpk21sCBqMCi02Fviq1sjVd2JAL+lJIxjW6HkgDvjWaklsICIHtIKBuhxCRcTAJsNaKqsBkUaEoW7zCsTBxGyLAt5QZqLOnqJRN8BME+QgBISAEDgYBvmTmFppgsRmg0nX0YGgtWgoBIXCYCaiHuXL7sm4ZDRlNg0azNKxfOpWmUb4okokk4jEgk44jPPUYg0PjmJuPIalRqkwSWnQWYz2S8jDDAAAQAElEQVRDmAnEEKOZtUw6A43vH8mkkaCZI10eyUjH4oiChYfhGerDyMg05gKJr96RROKe+tBwo5bmUUZ2T8XIwSoEjCYVTwyxVeI3FES9AkU5ENbchqoliYXArhKgpisdT1M7Sjs07Z2hxlDjhjMYRoSmw9OIITQ7obefQzMRpKhNpZTIhOYwNzmGoal5pKkd5eXqKTsyqRTS5DRuX5FGJJym4ywy0Xn4xwfR3T2K2WgKKbl1eldP874rjJpunvlTuRdF+/tOP1FICAiBI0eAm6MjV+k9rXCUOhIeN3p8cWiJIXR2exAYf4y+oQE8GA8jnUhgpr8bwYQXo71klA08xrhnGLfvTSNGxl1ayyI2PYX5mUl4tCi0YBfu9s3DF0ojOtWD8Z7b6AtQBwdTGB0NIDA7gtmZEfRNRNas9qp2BRl7oF5OIpkmAzSLrJamwwR1iHg/iJHhMczM+pHmDhL1hLREDCkyNLmfo6eNx5GMJZGk3lM6RfnIeOXnGLJZDRr1qpJxiiPjlPpfemeMjdTlCvJtoRp3rJIkh+rM6mTSKdIhiRQdgw1j1o/kcgcsk05TJ2tRAqVLUXiKhS8GfeVlkKG6pBIpqhff/pghfRJIUx5SH6CCtCTVJRYDG9xcn6/yAqpB0d2qzLCxLUtlZbguG8smqYXAPiaw+6ppqSSm79zGlD+AkGcM7olhPJr2Y+bWb/FoJgJ/ch5utxfjI7OIervx0T0PvH230TM6hWFfGkhHEEtPoacngHBYQ2B4CBO9PZjNJJCN9uHzL0cw7Y4g4fHCPzGOqWQYY9dvwOsP6u3bdtQ4S20St/1si2rJJLVN1C7pbVwKGrWZ3JamKU1kdBTTYxOkAw3cUfuht1V8Szi1dVlKnyYB+u2A1DamqUGjYGrTMsjScSyuIUMNWoYCNW7XuX2l9vkr/TN628hts0ZGbrC7G+NzPvioveb2VQ+nxNn0NMaJ3dh4iNriDLJaEvEEteskm6KP1IcufXzJOFJ1lsoKASGwfwmIUbdD54avlTRIDG70nypCC8Pj9aB3cAaJ2QfonIpiengUw31dGJiaRJAutN7xCTJQfBgZHMJI90NMzwzhsduM3LIi5NjMyMwNY7z3Du71PUJ/54e43kOdlJAfXs8g+vt6MDgaQDbrwYw7ibh3GN7ZYQzM0DTgU4osHCiKohspgIInWyaFVGwew6NekulHNBZCJBKAZ3oaY/0jCCTc6CV/enoe8XAIwZlR6lD5MTU8gfm5Ecx4pzE8Noup7j74AgMYmnFjanQcc3OjGPfNYfDROLxBLyanPAj43AiFfZiYCT8pnndi89OYG+nEiNeN0aEZhCNBhEPzmJucwiRxCXh78Xh8DmMDvZigTtzw9CwmhyZIn0lMzFK6qVG4PXNwR1nakssi4nfDMzOGOY8Ho8NTZEDfwzjpPzI5h9mpaUSjMxga92CWOPrm58mQXsq7Az59SahftgOCRaQQOFwEeJAnncqSUfJsvbJaCvGxexh0+6nNHKG2phcjwRn0dd9BJ7WNwZAXfpq180z7kHY/xCfd8xi+/wDj83GkHAUoyTfQGNE4Htx4iM5HXbh34w4ePejDLA0oJca60d3ZiSFPAD4vtUHUHvkQx8j125gPhJF6Vp0Nh6SpLfTNTmHUF4SXBvs8PX3whELwzM7C3d+J6el+9M164A0n4esfwiQNqE1Fw0j7h9E7MY+poSHMTA9hYHISvT2T8I8+QNeEFyN945ijGcq5oBvjw7Pwe4YwOhvB9NAwZsbIBZMgpPp8JCvNM5fzM8MY9vjhj2jwPXhM6T3wxKKIB2dpEG8MXcN+xCKjGB0ax9DQHLXJHowPzsFH16RJdxCBKBmbLGw97qCn0dtv+nfQ6yH6CwEhcGgIiFG3U6eS2voMzWJpK2dicopgpjhzbxfmeudga3RhKpIPs8+LwvQQRmj2Cskg5qcG4MmYkYoa4YomkHe+Hfl5bNQZYTYE4J3uwp1PP8Ent/owT7Ne6cQofAYTZpIlyPYMIkGjpunIPLwTc2SoJGDPW3vpfLLrsNymy6aCCLt78Ye7bsxNuxELTpERNIquh124/ds/Yphm5SIZhQzHLCJkqA3c/CPueHzo/Ow2Rh//EfeHHuLDByN4/Mc/0Ij3r/BR7wy67t/GQPdH+KS/Bx/+8h6m47Po7+rB+MBdjEz14mZvEMu3wNB9dN/4JT4ng/DuR7cwOzuAydlRPLp1H/d//1sMD/wCf3dvAo8+eQ8PHtzAh11DePjhR3CPfICPH4+i7/FNDA12o9u7XGoME32P0HXvC+oADePGR/fw+Hf/M273P8LNrgH03fmS6nkXf7g5hd7PPiZjcRwBOofLJWznPnNXDdspUWQJgcNJgNvRZCyDTDpD7c7TdTSaFDSfyiGjy4+HQxoNAMVQlzeNftdZJLomkJwPIZmIIDQ3h+nxeeRWODERyENpQQHaGvLgdNlhoZn68NCXuPnZn3Cd2o+RQAapWAIz94Koyh3HdCqMsUgCiZgPczT4NqEVQqH21rBsLOxprdZ/FKB2qq/rIe55Y3BPBzH03nsYoAG0ge4u9P3x13jUSW1aXy+6ZxJkNFGDxCNBMTfCPe/ht51BDNz6mIzQ9/Hbm3fxz7+/B/+D/xX/+fY0vvjDTfQ//Ai3Rx7gTx/2wzPxCW50zuHeJx9TG0hxwSwy6ld6pqd7MdF5HTcGRzHoySJOM3RcvUzYg/mJh3g0cBP/+LshmqGMIZNVkE3MYX7yHn73x0HMjHyG+33TmPCkvhJ42PcIjkpfAIX8w17Vva6flC8EhMD6CCxr0teXQVKtkwA19HyvvbryAWolD/mZKKyhh/j7SSfa8h7CTQadz+tFbN6NhyNGwFqMcnMIudWlcJZXwElnKZ2gcskYpP/0KUF1y6v41k9+hp9+5wrKnTYoQ91wT7oxHYwhMnEXvWRMpvMqYNLyUGCxobzKRvnW90mTERn3BFB4sQ1Vx1tRbI0gMDmE3iE/rGT9xY02GG0O2G0JxKMejPT7AO8cbHXNyMvNg5VGzjWaosza8pAcCaKkoghN5ytQUuaCEnehuOMiWgqP42KRhqxvEqPzUTjbK59WTnPCbq1DY0sLagoTMCQHMDQyivGJEEzIIKZoKCprRnlZGUpKa1BaWo1SVwJ+6gj5I1PwmUpgc1Wi3rVc7AgmpjwYGkhDTWZRfaIZDrUKFeUtqK8iTs44jVwT5HgaaWMujGYrTDtodPFMrsZD5ctVlH0hIASeIcDPstpcBhjMKp7pRJNxheZjSPR/iDlvnAaxCuDqfIyBZA5iY/cxSjN1Xls+zNYyOGNWtJ8ugsuRpRkqDdpiSYrJgsJzf4bv//jf4kevd+B0aRih6Cj+8GASGW0SE8NeTE8CdpsFlVUJxKrPw2F2UXu4KGAL3oTXAS1Tjpfbq9HWnAuTSX0izVBQAnvTCVTe+wSDc2FEFCvsTitUMuz842FUt1Wh7Wo58nLsUDQXcquqUVdKbVlxNWoqi1GY8MI/3otHNIE2G6pFQ2UuCqqaUVrbjPZaB2xUkkKOP+bqJuTn5sPZeRv3AwoUsw0OlwUaDepNDfSh02shYy4KWMyw2HLgiIaQHu/Eg6yG6Ug1yoryUJRnZFHihIAQEAJ7QeDIl/nV1ePIo9h+AArRZfe0ZAX5pVbUdlQAOedhpVHh/NZjaPnu11FfXwXtcTfSqgPO5q+jSfPAqMxjxORA+g//Az759Nf49ed9GJyJQlGNMJpMMBlVqIigd8IJZ/4xfO9rzXjpjIbbjzUksi5UnW9FTp4d84/HsN7NSB0XC+Vx3/gEjz7+HD09A/DEYkhRhyoU8SEQM8IQmqDZMz/8KRPqqo2YDWURJgPWaLLCFJxD1D2MqZxSVLY3IDE0jIfXJzA1l0JJJXUWVANUAuOqNZJcJ/wTLpwsUlaop1DnTdXTqUoWmfl5pLU0EoYMghE/AglQp4zTsFMprQKj1YzcEy2w0MylEkzpYaptudhqVBU5UVIUh5tG/OOqCyoMMJAubHwrqkpcM7D5H6E/bkBIs8BENt5yCdu5rygL0nawiIUC5L8QOAQE+Pey+JN5ujYKGRLGYzjpdKC51YRwQQ7GfDX4wXcu4S+/bkYkomGKDJLCxmo0vtSMqfceoLI8iREaAHrvP/0KH3z8Ib6YVZCCCUajidpUA9TgLDT3CMJX/xpn3/4ZOjIBmD3DCNrKUVRxEd9w3UA8GQA1M0/rsomjioIQzXoN4v1P7uHDOxOwFyuYG3uEew+H0TsUQ9IzB0+lA9FgEko2iAANoI1PhKG2VGL+9gN88aEboUgahdSG6m0YgVK4TSMfRVVwllSjNjKLdCoG8ErHRiMUijeoCpRl+mp+P6LxEOYLrEjMRGC0BDE1NIHeLi94sS27KYCg149w2ohEaBzeZBRz1no0hmeQTUZAFysoRnWZRNkVAkJACAiB3SQgLfB6aW8wHV8s+ZrKbmVWY141KtpfwrvnqlHUcBknm+nCWNuC+sbjePlSLZouXiPDo54Gn9vQ1HoS9TXHcenyGTTWtaC1qpDytqCkth4VRicMBZfw2ukKnLx8Fk0trairaUTVyTdwiWafLp4tQxWFVbJsGqFdqQcf82IdGq9+mf3KtFDMTjhLW/HyqQY0NFWjuOYMjrVdxhuvX8TFb76NdmchOk6eQGNTPSprm9B4+R28dII6VdTJKCioQGFpPRqqilFlimCu4CrajzXi5OkzaGo6jxPltThzNgdmMhAzmTjUnHzk5BfAFR7Goy+u4ya5L754gBmaKSs6fwX1ZjPqz5xHcf3LON1xAa+9dQXn3/0W2lu+hXcaHWg4dQkNDa3oqCpE7ZkrKKp5FS9fOIezZ46jpsQO4/wAHpLML8l98cUQ4jk1aL76Mk61NKO9Lg+Nb34N9WUVqK+oIlYnkW8rQ3ljC1pLk7Aoceq4MaWvXDKmIRnL0Oj9V2Gb3ePvhmpUnupYbVaW5BMCh5kAt1MZLfvMrZcLdVYAxYHa86/i7KnjONNWh6YLF3CspACVp17FmcbTuHq8Cu1na1BU14ErpypQ1X4RHR0dOHuiFfW1bajLa8CF8/nIzTOi8PgJNF15B+2VZ/DWxSqayW/C6fPHcerVc6ht60BLTjmaL11Ccb4LFgPWtWmse+arNnZ5ptz6JjR3nMbpunI01hSg4urb6GjtwEuvXsWld99EWzXpf+1dvH6iCPVUv/q2dpysqUJh/TVqo2tw/MIlHDt+jep4DK9eqIah5dt4q8WBpnMtqGi+QPU/j6+9dQ7HT3SgsdiBxrZGVNaVQvGPoevT67hB7vqnd9DjNcBUexEvXXoJr7fZUXLmEtqpjT958iSOX/ka3jx7FT/8xgmUEavmtla0nzuFhmMX8PWvnddZ1pfmwGVWllftUO/zJTMSTCOZyIAXoDnUlZXKCQEhcCAIiFG3F6fJnA9HYQM6au1w1rajIj8HeWYHcvNL6eJchdKGJjjNNuRXEraH6QAAEABJREFU1qK0vA5VhRVoOnMODXXH0FpdiNK6CuQWlyBftUJ1NqK9tgjNbTUoKimAxZwLS9FxnCwvR1OdC67cAuQWlKC8Im/9NVUtMDtLcaK9HrWNJLeyBdXVzThxrAEt586gxu5EdW0DqirLUFRcirxauujXVqCuPB/OwiqUVLXi+LFWtFFeR049Ghtq0HKcZFQ1odxZhLo6O4xGBRlDGWrq63GspZgMKAUGg2HRqWRUVqCkoRklRiNK6hqQU96O2upGHCc5zafPo6biLDpKLSipbUJJSTlqCp0oon27owGtzQ2oo1H5ooJcOA3qokyWbUQOjVpXNbShsaIM1cU2lJ44iZK8fJTkF6CgvAE5jlo0t5Pu7U0oLcyBWcXTmwIo5PCcbd1RJEhVt0vYukuVhELgwBHgDrSmAbxgylrKO2pbUVFaiYayQlQ3V8NOvy+l4BjqqQ09XldAbSD9nu1lOH6yAq7SJjS2NONkB8XXtaIutwRNjU7Y7Qa4qqpQeuwsqoqb0VEGWIxmaotqUE0GYFlFOUpMZjgaTiHP5YBlZfuwlnLPCTfnV6CstgUndKMuH3mNJ9FY24rTZ4+TwdaBqrImtNefwInaXBTX1qKsppbqWARHbj1OtFWjteMYqquPUVgF2hoKoZadxckyK8rqy5FfTHoXVuHYqRZUU74SF9WlogQFxcWwEh+D0YAnzlWEgooWKquZyrLCRTrV1VSgmQYd646dQlvtMVw7V4d8ZzHKq2vo2lCPirIqtJ1uQU1dHYpzbLAZn1PRQxbFLTchpFrxHnnyEQJCQAjsMQF1j8uX4veYgKIodFGnixL52I7NXojcvGJUU8eo4sxltLuMsK/xLTPmtZOh2oDWmjxY8urQfuEyzpG7cOEkmquL4NqqPjST6ShuoI7RZZzX5R5HfVk+HGvJVS0wWotRV+5CXvMVlFEHscD6dGKz1QCTVYVqeDpcjoTAJghIliNCwGBQoOyrARwr7LnVaL1yGZfIXb5yGsdqi5BvPiInZDuqqQB2ur6ZLQpkcA6yCQEhsA8IrNHd3geaiQoHlIABRrMNNocd1hd0EAxmA1Sjuq/qyc+kGB05cNosMO0z3fYVKFFGCOwiAZUMIpNZgWpQcDQ3qbUQEAJCQAgIgecT2F896ufrKrFCQAgIASEgBISAEBACaxGQcCEgBI4sATHqjuypl4oLASEgBA4GAV4ohRd0et4zdQejJqLlXhLgZzP5VTKysMlengUpe78QED0OHwEx6g7fOZUaCQEhIAQOHQFF4Vsv2R26qkmFdovA4tdHURZ3dqtcKUcICAEhsAsEdsio2wXND0ARkUAaM0MxTPZHd9BFNi17fiaBZDwDz0QCUwPRTcvZ2frtL738s0nEwmkEvakt82Lmnon49q2meQB+E6KiENgMAZ5h4Zk6Xj5+YiCG4ceR3XedVCa7TZQ9MRBHOKBhfja1ut4sl90mZG8LCy6b3U6Vz7LZ7ZT8dcqdHU0gFtIQnk9jtDu6+rlYp6yRTro2DcYQi2TA38/NfK8ljxAQAkJgOwmIUbedNJfJsrkMSMUyGO+mjsCDIIaf44aeE/e8fBw3dD+EofvPl8/pltzytP65JHjlLs9EDKOPQ8/VcSn/Wv5yuWul6b3tRefnM3o5nF6v94q6rxa2lry9CA96k1CyQJwMu62Wz8zd43HkFprAq+Mt+/rIrhAQAssI8DvqEtSeRqlD3nc3gkc3Qlt0wY3nv05lstPL3lj+vgcR+N0psFGxqu4sl50um8rZbZ/LZvfccjdW56fqybLZPVf+ynqvv7yH65Q92hNFwJuGjwbnum6uLI+P11/m489DGHgYIWM9LUbdst+q7AoBIbB3BMSo2yH2x8678PL3i/DKnxXhpe8+3137ViGuffv5aVaV8Z0iXKW87K7R/qppVpR99dtU1mLa1/6iGG//pBSv/aAYL39vE+UvySZ5rAOXr8tfoy6tVzQUtc7h2ncKweleonycZ7nTWawSvjzNZvbX4rNW+FplvE6s3vlpGd76cekLz+taMpbCmfmri98PR668I+FFP0WJP7oEjCYV/Btx5Bpx5s0CXP1eyYbdle+W4PK3i/V8l79dAj7eiJwr3yl5kv/q90oX5HynGJfJXX2BPmdez0dxlQU17U4938r0V56S/eK6se6XFuuyUhYfcz05De+vx+npSYe10rKsS8RsrfgXha9Vv7XCF+QtMF7YX5sJ63ZllXPA4Svztl3OQ1GlGWV1Nlz6RvEq56J0lbDVy+YyT71aiBwalIPczXl0GyepuRDYRwTEqNuhk2GxG+DMW59zFRjhzF9f2qdkUp6cQiNdVNafP4fKclE+XQ75etnr1FPPs1paksN6cLwrf21drE7AZMuA07Eeq9VZ14fkcZptdWvIfMJitXqtErZT+vGS7Tv0VRSxQuDQEODfidGswmR5rls13kx5LDaDHsc+H29EjtmqgvOZSM6Ss1gNYGdaFrbaPuvMuhuM1AauknY12avJWQpj3a2LdVkKW+6znpxmedjz9vX0VL+10rCs55W3Vr6l8LXqt1b4Ur71+Kwb678yLcteGWYwKVBUBXwujBYFplXOxXrDjJTXSPL4NRsKZBMCQkAI7D0Bde9VOJwaqESWG/v1OINRATvVoGCjjvPpbp15Oe1SGXzL3/LjpfDN+Ety2GfHMrLIYHZuBtMzU7pze+bg9Xn0/ZnZKcxQeCQafqrOnJf14vzb6bZLpq4fna/t1I1lyUgvZBMCLySgUO95047aZIUdy2CfHe+v13F6dsvT8zG75WGr7VOapd/4qvpT/BPdVsu/MuxF6V8Uv9Py1it/o3qulMvHG5HB3zDKw+dCURQoCkDe5hyAVDKDTDqLLO0v/4yNjSEUCi0Pkn0hIASEwI4ToOZwx8uQAo4ogUwmg0gk8sRFo1HE4/EnxxyXSqWOKB2pthAQAkJACBxkAmwQZhWqweJKKZqmIRgMwu1269e6QCCAubk5SiCfA09AKiAEDgABMeoOwEk6qCoqigKLxfLEmc1msFseZjAYDmr1RG8hIASEwLoIZDTIYhrrIrWzidj24nORyaycW9tEuWTMmcwqzfJlwQOWbMzxQOX09LQujA08j8eDpWM9UP4JASFw6AnsZQXVvSxcyj7cBBRFgdFohMlk0h3vsxHHht1SGB8fbgpSOyEgBLZOgDrh/CG3mqxsJoPMcke99yw5Trvo8S4ZViwgi6/S0z4lyGZSSCZTSNNMy1NySCalINn0n7MuSFm83W4xIJtBVqP88QRSGu0vButJF/9pqYwuY/Fw9zzSLUNWTFpbRand02LflJQhYy5N5yKdIh702apiLEIjtm63ByMjI7oBx7deulwuJBIJ3diTa9xWKUt+ISAE1ktAjLr1ktoX6Q6WEul0Wr/ITU5Ogt3s7Cx45HJiYkI/5jB57uBgnVPRVgjsBQEtDf2dmvxqg5XlZ8nwigUDCAb8CJALhSOIxVPUoU7phhTZaWCXoXTpNN/unUI8EkKI00ZiSMRi0AIj6O4awaybZARDupxAIEB+FAktiUiE8sR4ui1DBlyajD+eedNIbgZaMoKobwQ99x5i1B1DjIyGlTqaLOrevLZECyIW8mDKnQbZrivVOnLHqkHRF0cx0/kAzbRtCQBZdGk616pqQH5+vn4XyuDgIB48eKDfgjkzMwN+vKCwsHBLxUhmISAEhMB6CYhRt15Skm7DBHg2rqWlBW1tbbprbGxETU2Nvn/s2DHdlwvehrGuL4OkEgKHiAD1m/XOuEqd8tWqxQZL8P4djI2PYSY7D6+vG//4T90Ihx/hxse38ehBH2bH+vH5r/+Eaa0LN+9MYXoqRpZZkAaaRvDHPw7BkWeFzWiAkpnBzPQg7tz2kSGUAcL38elnd3GvcwZaeALh7l/g/7gfw9zkLXx5vwu3Hg+S4TSO4WgRMr1/hwd9IxiZp3zLFX2BAZFJJZGMRsggJJUSaWiJOBI0c5hMacgkYwiSUanRLBNZkGTcxhElozWTCGPugz/g0eQs5si4AFm+WiKGUCyNTJYsDi2BRHAUI6M9uN4bWghb0oln8KjMWCiGFKXNpvrR29mJhw/nkF6h+lKWw+DzaVD433ZUhuQYjSoZ64DT6dANOzbuTp06BR5AYANvdHSUvoNh3chbmjnejqJFhhAQAkJgNQJi1K1GRcK2hYCqqnSxcz5xDocDNptNP+bbU5xOpz66uS2FiRAhIAQ2ReAgZFIUBUurQ67UV1EUWOx2mFIpZFUFsKlkGYXJMAsh7R+Df2gAo2TQ9U8OYejxFMbJGBrvuYOHNx+hZyyASDaNrK8Lvd40YqoZVoeid9QTCQscdgvSY14gOAxv0ouh+Rh8Y+PoHuyBe6gHA6NDGPHNIqXFEcuYYUjMIRJPIp4mPbC+LT7Vj7HBx7g3GyCdA/A/+i3u9A9gyDMJz3Q/7t0ahH/mM9zqdZPROgPf5D30932Jz7qDCExOIRiLk/E2hpnxPtzuHMN8z+9xjwy5z2/1oL97AD7/HLyRNBmoX+mTSYQQ9Q5gZOI2/vT5GDw+N810BuH3JxZvLf0qreytTYC+enqkQt87vjOFZ+ba29v158iLi4vBjsP4lsyBgQHw3Sq8WJieSf4JASEgBLaZgLrN8kScEBACQkAICIHdI0A9a6PFArOJF2KywGQ2gSZQFsr3+GFyxBEI+jE77oahRMPUfBZpxQqz1Qar2Ync3BK0tNfAmRrFqCeE+YQKs8UMs9lILoLR/nkY0lMIJ7zomtDgn1dRke5FrzuDRDgAe8aHQDql70ddJ1BamId8m7JQ/jr++6a8mJuZR5r0NykZxCfHSYcEkrEp+CY6cWtgDj7PDLyhONwTY5gafYShqSH0jCTIAFNhMhmQnh/F1NBjdE5SWvc0GXv30T8bhiduhMn4rC7poJuM08fonhrHg94ZhOJpqEYzVNUEsk+wxibBzyHAM3E8kLlkyFVWVqKhoQEFBQX0PTLrz9j5fD5MTU2BF0/h23vZ4ON8zxErUUJACAiBdRMQo27dqCShEBACQkAI7AUB7vjy83TZ7AZKp7TJ2STsLYUwWFwwhYCGy1b4JtMwOKpRWVeG4nwLjIoLJS0XcEx5hAEy/MZ92kIhmTiykW50Beky6XDAEA1hdtgHr5aH1ypCmDTWo4QMsWpjGNMpDalECumSV1FfXoxS54KI9fwPJw3QNDMK7UbwS7SzSiXKy0pR5MwiE/fBk0rAHy0iY9FIM3JzmJ2bRzCtktGXpvQqMloasXAYkbAPkWQMYWMdKtQgGbMWZO25MKrmFWpkEQ94dANxOqIgmYxAU41k0KkwII0s3+a5Ioccrk6AF0nh76SqqHC5XKioqIDRaASvhmmn2eOSkhKUlZWhqakJVVVV+gweG3Ns1PGsHb/6gJ8r59k7jR/8xGHZpB5CQAjsBQG6Wu1FsVKmEBACQkAICIH1EchoQCJORo6WXTODSp1pg6pC/1ONMGn3HIIAABAASURBVJuN8PkdyC1tRPnxRlS2luFYaREMs3HEBj7GzY9+jvc+uY4vuoYx+OVnuNfjR9ZoIkPJDFU1wJiJASN3kTnxNTS98lOcLXahINiH6bx6tLcV43jlcTRQp91kNcKPfJS3nMKx6hw4rQZsZKsojMGQGceNW4/x+cNpxLIKla9CLawh3evRrPmhIEWGaRzRrAVIW+HSUghlwjDlxOEenUPU7IKttBSOcIL0NkNtPAWnfxiBrrsYnfIha8ggnUoilUySERdHKJpFJG5AvjMOLR5FgozKdMKNVGiUZu3WZgzZviJAmBJx5poFG3a5ubngmTmVvoM8O8dGnpG+k5yBw/Ly8vT448eP6wYer47Z09OD3t5e8KIqkQgZ12TY8fN4nEecEDgSBKSS20pAjLptxSnCnkdAURS9s8Kj7pBNCAgBIbBOAgYDYLWrUA3KmjlyL15GQ109qlCA4uLT+Nu/PYPm73wb7eXNuNraglMXX0F+6ev4i7dew1/93/49/tV/+I/4y6+/jTfPtqL97e/i1b/4b/DnlxrQVlRNMy6tuPJ6E9Rjf41vd+ShNs+ButNX8I2f/hDfe/syjEXv4FpHEY5du4LW8z/A145dwRsnSEcTNrw5Gi7h1MvfxQ9fuYC3rzag9u130FpSihJDBSpbXsK3fvIdXLryOo6X1+ClN97Aa9//G7z79g/wH753HKWv/AhvXTmFjuZL6Dj9Nfzwz9/CmZcuob7wDN76xjfxzl/+W3z93W/iR+f8ePS7X+P3v/kFfvObP6Iv6kDl23+L7179Af67v3kTrVUdOHX+FVx87TxyiTNkezEBhc633QCTWQFd2p5K39raqi+c8lTg4oHJZEJhYSE4zeXLl1FKxjjfltnV1YXHjx/rz93xrJ1cJyGbEBACGyRwmI26DaKQ5DtNgC9S7BRF2emiRL4QEAKHiQC1GfR5pvO8vIqqxQoTzbQZYYDBYEFOjgUmhx1mCrOaTDBbrWQU2uDgxZrycuCimRWn3Q6bheJsDtgcuXBaad9ghJHz2EyAyQW7WYVRVWAk+XaXk/JboRjssJoNMJFMk8UJu9kKmxlr6pdJ02zOGrc1KiYLLFYHnDYLbFS+kXQykRVrUAwwmqxwOB2wWm0wG4ywku42hwt2uxO5DjMMViflscBMMswWO5xOG8mywGQgWSTH7syhtAUoyKtC08UrOHfpGi5dOo+Tx+pRUZADh9WJXJcNJqMZZqqflXRQFci2TgJrsTKZTODZudXEKIoCA51fs9kMG51PvkWTV4aura2lc2UH35J59+5d8OqZbOzxc3eQTQgIASGwDgLqOtJIEiGwbQTYqNs2YdsmSAQJASGwnwnw83SpeAaatp+1XFs3RSFLid3aSXYwxgCD0Yn8iiqUV1ahsrIcRfku2Aw7WOQ+Fc12tUYGNrv9oKKiKLDSwEAuDTAUFRWBZ+3Yz8nJARtz/OzdyMiIvrBKOByGXD/3w1kTHYTA/iWg7l/VRDMhIASEwD4jIOrsCQF+Zok75OzviQJbLFQhA4r671uUItm3TiBLhhFJyS468vbLh2f32JgrLy9HfX092Ljj2bx4PA6eseOFVdjxQiv8PJ4YePvlzIkeQmD/EBCjbv+cC9FECAgBISAEViFgIKPIbFVpxmmVyH0a9JRaT4wImrF7KkIOdpOASpa10aTAQA779FQoigI25vjVCM3NzeBbM10uF3iVTJ61m5iYgMfj0Y/ZuOPn7yCbEBACQoAIqOTkIwSEgBAQAkJg3xLIZIBUkv7tWw2frxjf7sd1eH4qiT2iBJ5bbX41Qk1NDTo6OnDs2DEYjUb9ebt79+5heHgYfFumrJj5XIQSKQSODAEx6o7MqZaKCgEhIAQOJgF+pi4ZyyA0n8Kd33vw6T/O7Ev3yd+TXv9AblG/Txb3738wD89kAiOPQ8/qzWnYLebZybot6bOyDA5ntzJ8V46X1X2ndei8TudhIoHp4Sg+/9Xss+diA+fgs5/P4t6fvAh5U7vyo+KFV3jGrq6uDidPntRv0eRZus7OTjx48ABjY2Pg1yLsijJSyB4RkGKFwPMJiFH3fD4SKwSEgBAQAntMwGBUYLGpsFhUVDZZUd9u35eu5pgNdYu61dJ+TYtN17Oq0QpnrgH5pSb9+Cn9j1Nd2C3meypum8NYH9ZrZRkcXkf6rgzfleNlda9rt6GujXg8p95LfOufk2atuJIqC6w2BXaXAbWttmfPxQZlVjRYYabvZJYf+NyF34jBYKDfgAX87B2vmllVVaW/+46P+fbMoaEh9PX1YW5uDslkEvLcHWQTAkeKgLpUW/GFgBAQAkJACOxHAoqqwESdZ4tdRVUzdcZPOFC/D12DrhMZJeTzPjvWs6ppwagrKDHvqd4NJx1Y0on1WnIcvrS/l/5quj2jz/HNn/vSWgscuUbk5JtQ27Z5OaxTHRmjlY02WB0qFGV3fzVs3C2tmllWVqavmllQUAAO41UzvV6vfmsmr54ZDAbBYburoZQmBITAXhBQ96JQKfNAExDlhYAQEAK7ToA7zjxjZ7UbYHPuT+fMM8LuMur62XOMcOYv7FvIGDWYFBgtih5n2yP9df1Ir5XlczgbOyvDd/uY2fEs2vPKfVH88/Lyd4cX3DHTrK91q+fAYYCJzqdKs8g86IA93JxOJ3jVTL41s6KiArzQCq+Sye+84xUzeeZufn4evJKmzN5BNiFwaAmoh7ZmUjEhIAT2mIAULwSEgBDYPwT0RUjp33a9GiOdzCKjAdslb6uk+LUI+fn5+i2Z586dA9+iGYvF9Fk7vi2TjTw+5pk7WVwFsgmBQ0dAjLpDd0qlQkJACAiBA0ZA1BUCu0CAF9xJJTJI80qqZNxtqUgFMC2+ZoNnkbcka5szK4oCvkWztLQUx48f11fO5PfeTU1N4c6dOxgYGADflimGHWQTAoeKgHqoaiOVEQJCQAgIASEgBA4tga1UTFUVGM0qjCbq+pBRhi1uZDvpErZqH+pCduAfr5jJxp3D4UBlZSX4lQgNDQ16SWzYPXr0CJOTk3Jbpk5E/gmBg0+AWraDXwmpgRAQAkJACBxiAtRrzvJr6shfWUt+RigRjSIaiehLukdjccSTaSQSGjiO3w/Hjvc1LU3Z00jGFtJHY0kkE0lokVmMjszC5w8jQrJ4afhIJEry4khl0ojFKA/N8JBA8P12GumShYZMJotMOo54kPL3DWPGn0AivYqSVOrWPxrCgRDCoQiVvDFpmbSGyMwcIqkUmMDGch+e1GyEqdTrUchtZ622wT7cTnWekcWGHS+iwqtk8kvNyxYXV7HZbPD7/ejt7cXo6Cj4uTu+NfMZAQczQLQWAkeOwDY3bUeOn1RYCAgBISAE9pJANotUIgH/4BCmZ2bhSQQRCMzg9u0ZmoGYxWDfBKYmPQj6PBh62I9gZgZDQ1545sJIJsOU1o2eh8MIhiNIxJPkfHC7pzDQzwtLpKDFJ6jTO4HRiSAyCT/iM49wcyKFkH8cIxNkzE3MIOYfRd9oBP7hOxid8cEXXb9hl9U0ZNhRPTJkdGUyGtLpNFJkmGppsh51thmkkyFM9o9hcsyNGKVPJUg3KiareTA7PYepqQjSZGSCTD49jixPEoksWbTJUAgTt25hmgzfqC5v6V8WmVQCKSonoyUQmPdieHiGjgHOu5RK/FUIEPt0KgsebDgorBRF0RdR4efueEEVXlwlNzcXPKPHAxm8oAqvmMmrZ/Kzd6vUWoKEwCEkcHiqpB6eqkhNhIAQEAJC4FASoKkQha9W5D9TP+qoGoxGJAYH4fZ64TdGEQqN4v0/jSAa6MKD6/fx6GEvRkb6cPO9mxhLjeDu7QEM9MxiPhSELziH+zf7kTCZYTSZYDKQUeifI0MuDqNRRcbTh84HD9E5PAt/YA7+7o/wi3tuzA7dxc0H3bjTO4p41IPpVD6U8Q/RPzaLqRD1+JcpSnYV1ur4x3w++FnveJyMwkH4I9MYnSZ5k9Pwuucw7Y0iOD0Ot28a/T2jGBuaIgPUB4+b0s2EEY8MY6h/GD29PsTYuJ2bpBkXH2Zm5uGbnUXAO4uJGS8GbtzCJM3yxZ7olUU2k0LU74VvfBoe7wyGJsdx984QyF7E0zV4kulA73Cd+Dyw246KJOMaGeAklT7bIW83ZfDsncvlQlVVFdrb28EzeGkaTPB4PDRAMEUDG274aRaPjTuNBhF2UzcpSwgIgc0RUDeXTXKtl4CkEwJCQAgIgZ0joCgKbNQ5zXE44STf7rTBaqHyuOfunQO805iaHUbnxCgZOjGM0iyab+Q2bn92B3f7w9CsNtRaBnFzJASvZoTFZYPLRbIcOcjNsSDaHUOpYRoJyzweuAH3VBKBqbuY7h8nY2kC3oQPKTaBaJbMQLIsFjMZhk9fWnlxjoy2es/fff8e+u7dRbfHje7/8z+he/x9/Oqjx/ji+qfofPQB/vGDYdz7p3/Cg/FJjEdTCAV8CEw+wOOBT/C//boX026qA5WtkeUYmZ/Frd/8Er0Tvfj4kzv44jf/gvtffoCPZv3UQc/SjCBxefJJQ0v7MDk4iu73fksGaid6ImSkaMquv3ftiUo7vMOzalqaOJDbjqIUhVhth6A9lsEGHq+UyYuqtLS0wG6364YdP3M3NjZGgyQhMl7TyNB3bI9VleKFgBB4DoGnrzzPSShRQkAI7CgBES4EhMB2EmAbajoKxyknknED0gMx1H/TiKlJBY7mr+Pdv/gm3r3cgqayRpz/y3+Hvyy7jbudo3gwlljUIoFsdhSf9UzAF5qkWS83urqTCMXs+FbRFD5LVoLm5nDcNI/xeAzz02OYKv4znGisQkP+oohFz2xVoRqUxaMXe8a8QhQea0NRWS6Cw49xM9iB9opatBXYYQ1MYnagB4+9FmgZmnczm2Cx5cBhTUBLDuHWfSA0HUNxhR0pexESyXK81FqF6hIFJuOysilvOkwG450RBBIxJA1maKoDDrsVdgugKsvSHpZd+k5kNZBxwjtbrBTx4ffeGU0KlEPUk7KTQVdTU6OvmNnU1KQbcw8ePMDt27fBt2Ymk0n6XRC/LeKT7EJACGw/gUPUFG0/HJEoBISAENh/BI6eRjy7Eo9koKXW35nkiTrPtBGuqloUtdaitDofJ+pykaAZuVDfTdy98Tv88fNbuNk1gdGHj9DdPQp/QkPGYFgAnIggO3gD/oaXUHv1+ziRY4J5sgvD1ipcaHeguvQ4GvPzYDOkMJO2Ib+6FY01FSh0WWimbkHE0n9FAdhhlc2Za0Am5UbP/Ye4PwYk0kDMO4Lxx12Ymo4jv6EZLaYuPOrvQtfMPKZ9KQS8USojjLA/gCjNLqaiswh4vPBGCtFWFUMok0BUzSddVNhSo/jyQS+GPFld9hMV0glkQtPwZGwIJUKIRBLQwmQkBkbxYDKEeHrpeb4nOQ78DhtfBjLC2IHOyZYrpND3cTvkbFmR7ROgqir4fXc2mw2FhYVgA6+5uRkFBQX7Wd8QAAAQAElEQVTgZ+3u37+P4eFhBAIB3eCDbEJACOwbAuq+0UQUEQJCQAgIASGwCgE2iFSytRR17R60vbkRZcXFKIQTuTm1eOutWuSdOIuGymacOd6E9vOnUFV+CpcbmnDxagta2upQXkwzYrkOOIvLUNz8Ei62lKImr4g6sOVobS+A4mzBmdM0m9d8HG3HWnHpYjPaz51Cce1ZXGmrxrFTx1HZfBGtFe24cKIQJXlmMrbW1nGVqsFZ24SalhM4XluDjm+8gXq7DU6LA/a8WtTWtuPa+Uace+UUqsvr0HGuDR2vXEbr6Zdx7fhpvPtSE4rzalBdV43G5goUFVfj/Nsv4Xj7MbTUVaCpvRUNJ4+jqbIM7V9/E0WRSUw9uoM7t+/gXucYhmP1OHv5BMl8BadaWnCmthStJxuRazPCwNBXU/gAh3GV+HukPud7tLHqbexcb0z23qZWFAVmsxkulwslJSXgRVX4XXc5OTmIx+OYmJgA35rJhh7P3kE2ISAE9pyAuucaiAJHjgAvLX7kKi0VFgJCYNMEVIMCs34L49oibPX1KC4qRD4c1BGtwssvV6P0zAlU5BWjqawE1Q2NsOe04Hx7My6/8xKuvvEKLp48hrbaElS2d6D13Gs431CEclc+8vJL0NhWDKX8Ek5V21BoN6Ooph4dV8+SgVgPg7MNTdVOlDXXo6z+DE5U1NMMGcigw4Y3S2ktqlrO4HJHB17+3suoL2zAiZZWtJ85j2PH2nCKZherLr6CjtZTeOnKSVx4lcLPXMGZ5jN45+VWlOZVoLq+CS3ttagoyUf1mWs40dyCNpqZLG9sQlX7RVw72YKL33oFNTYDlEhIf0YqnFCQdrThwtlGqhfLb0ZHQwWaT50kHWxUl8NrsGz4JK2RQSFE9Fkj9mAFP09bo9FIvykX2LDj99zxrJ2iKAiHw/qCKnxbps/n0409ee7ueSQlTgjsLAF1Z8WLdCHwLAFFUZ4NlBAhIASEwFoEslnwIhfkrZXicIQrBiD3LC6dqEZrpXXb65TfcA6nL7+G115/DS9fPksGq1WMt22nfHgFKooCnr0rKyvDsWPHUF1drVeWjTqetXO73fqAAc/ciXGnozmM/6RO+5iAuo91E9WEgBAQAkJACEDLAMlEBmutIHmoEKlGWC0qnlrUBLIJgf1FgJ+9y8/P1427M2fOgG/L5Gfturq69Nsy+b13+0tj0UYIHH4C+8uoO/y8pYZCQAgIASGwQQIGulKZydDh2zA3mHVfJE+nswsrLu4LbUQJIbC9BHj2rqqqCufOndNn76LRKLq7u9HT04P5+XlZUGV7cYs0IbAmAbpUrhknEUJg3xIQxYSAEDhCBBQFCl2tFOVg1pkX5lCUA6r8wUQuWu8iAUVR9NsyHQ4HeDEVNvD4+Tt+fn5kZERfLdPj8SCRWHpdyC4qJ0UJgSNEQD1CdZWqCgEhcPQISI0PAQG+7TIRyyAa0jD0OIKe26Htd7eeldm9Sthzy75JMjjPklvUc6Q7ipAvDc9k8iu9Oc1i/HNlvigNy2H3onQU372kH+3rZa4nH6dht5RnC77O80WyOJ4dl7Pk8/5yx+HsloetY39iIIbQfBoBdwr998LoYRkrmaxDDrPrvR3GSFcUsXDmEPzCtq8KVqsVvJBKWVmZvmom35aZSqUwNzeHyclJLBl3bPBtX6kiSQgIASYgRh1TECcEhIAQEAL7lgAvkJJOZhGPaJgciOudae5Qb6cbeBjB8OPolmQPPiIZnc/KGO+LIxTQMD+XeiJ/mAyC7dCfyxxaWebK48WyVqZdjw6cht1WdWW2gw9X57NcNtdlaB3ngdMMr1HP5fKW78+OJfSBgZA/jbHeGLhegzRIwFyWp1vXPhnqU8NxRMMaMmLXPdN28Lvu+D13jY2NYAOPV9AMBoOYnZ3FzMyM/p47nrmTBVWeQScBQmDTBMSo2zQ6ySgEhIAQEAK7QcBgVGBzGWB1GFF7wonmc7nb687moqHDhaazOU/JbTm/sXIaTi3K4HzsFvWsbrXDmWdEYaX1ifyNyl6rznqZp11P5OrplpWtHy/q0cj6nfmqjuvRgdOwWy5nM/vMlhm3XHg+0ybSr/HMYn3WqEczhbM8dhvRpaLJDke+CblFZjQSM67XQnlfMVmXPJ1nDmrbnDBZ1aOxgM8Wfug8c9fS0oKmpiawsTc6OqrfksmrZfLzd5qmQWbutgBYsgqBRQLqoi+eENhxAqqqgkfrpPGGbEJACGyQgKIA/K66/BILGUfb7Kos4A5/cbV1S7LLG+0ornlWBsu1OQ2wuwworNxe3csb7Cipta1LLutXsop+263TavKYATNeLW55GOtXuo76cDqWuTzvi/ZdhWb9O2SxG1BQvnAeSutsKCP3orzPxFdYkVNsooEGA3jQAbK9kAA/c8czd5cuXUJubi7YuOvs7NRvy+TXILxQwAFMICoLgd0koO5mYVLW0SbAt1nwiJyiKEcbhNReCAiBDRHIZLLg2y/Z5wVTVFXBtjsDyWS3Fdlr5OfXz3Gzx25P9Wb92G2ljpvNy+Wye1F+TsNuPelelGZlPF16+BzobimOy2K3dLxOn2Xw7cDpVEZmmbC+TVEUGAwGfVGViooKtLW1obS0FPzi8vv37+tGXjweF56Q7QgS2JYqi1G3LRhFyHoJyCzdeklJOiEgBJYIUF8QqgFQFOqVQzYhsD8IGE0qfS/5O8luf+h0ELRQFAVWqxX8nruSkhLdsMvLy0M4HMbg4CAmJiYg77mDbEJgwwTEqNswsgOYQVQWAkJACBxgAoqi6J1nVa5YkG3zBHjBHY3fGahlNy9kKSfZcfzuRAPN8tHXcylU/A0QUBQFdrtdN+pqamrAhl0mk9EXUeEFVebm5sDP3Mlg8AagStIjTUAukUf69EvlhcDTBORICOxLAtQbpw/YPaMfBWaTEURplD+aSIH67JQkA2QSiIUjiCfT0Pvw2Qwy6TgiwTDiqQyFZUkeO0quf7LIaBq0dBpp8qlvuRBKx9lMFvxHGfizEM5hVLZ+sJV/WU0vN00qb0WMnpf10ZJIUYVJPT1I/n1FgM9jRgPo9IJO6FcRm9xj3LrbZH7JtkCAn7e32WyorKzUF1Ph5+1CoZA+Y8fGHa+aKStlLrCS/0LgeQTEqHseHYkTAkJACAiB1QjsahgbWOlkhoyfZ2dYspk0UjO96O/qxuCkB/MJNpISSIbGMdzVi7FZPwJJNtYiiPnHMfCwBxPeECLpJNKpNJJxlskuiVgoiKDfj3A4RoYfVzGLpM+PeCIBjcpJU54Y6cEGXjKehLYdlhgZpPFYGP7EQnlsJPDes451XB5KWuhBWWQIkKaRVZhJIRslBjENhGF5YtrPPjFI6eBIflSaVTNZFJjMCkAfbGUj9nz+aaxgy6K2osZhy8vGXXV1NXi1zOLiYv39dl1dXZientZn7fi7ftjqLPURAttFQIy67SIpcoSAEBACQmBHCKgGUEdc1W/BXFlAlgyzQOcQ4nkWTE8NY+TBpxj29OGf/3EASqEN3gefo+feB/h8sA9/+sMonA25mP70fXT1foIvR4Zw776fRNL0DXpw/94ExsaidMwfDdnMPO7/6h9wr38IM8EhjHR/iv/tNwNIpedw514fpqZ8nHBLTkvGkEjEkUhTefEoQrEkUmygrZCajocRpziaeAR4di9JaSNJpBNz6Hz4EHfvDSAW15AK+xFLJhBLZEBoyBDOUJokkIoiEk0iSbOUK0Tv8OHhFZ9OZcmgzmJtQ/zw1n2na8bP3JWXl+PkyZOoqqqCx+NBby8N0oyN6cbdTpcv8oXAQSSgHkSlRWchIASEgBA4SgQWp1UWvadrriGTIGNs4Dr6pubhnU/A4B2Cp+w08gtpxL8sjkyoFz0TcwiWdqCkoAJt5UGEo0GMzCYRj9MMl34vXhLzw3fw4MYt3OuZQlCNAcFOBF0GTE6nMT8dhjHphjrfiz/1ejE9HyWjiY3Bp7XZ6FFsZhIz4114PD2A939zB3OjkwjFEyAzbFEU6xeCb3oSQzc+xqN7H+OLoU588v5DeGaH4AkH4A3GEInEkYoE4X18B8OhSdx90IfR3ruYnb6FD7+8j4/+OISpoY/RNTiEYar3onDxNkuAvosmiwp+nYFC+5sVI/mWEVi2qyiK/goknrnjGTt+FUJRURH4Vkw27ngxFX4Ngjxvtwya7B55AmLUHfmvwO4BUBQFfO88ZBMCQkAIbIDA0rNQq8+IcI/aDldBFSpzMrCkZzBBM1JpWy6sZgfy7RmoiCKc1JCx5cBOYQUO2oeGWOppJUzOYhSWlaO0KAfmRIwMpPvwOk2YnnXDN+NGxupAblEZTDOdmI7QTJn2dP7NHBkzKZpNyyJGsmypEXR1j2KOjLT0krAs7aWmMNw3iumhQcyNPcLw9CD6tCLYHC5YrRaYTGaYjCaYDVlYMjGENQuM4Wn4RgfQP9gPv/8Rvhz3YsoTphk8rvuScPG3QkAWSdkKvfXlVRSFvuNWfaVMNu7YsGNDLxAIYHh4WL89k1+DANmOFAGp7OoExKhbnYuE7hABRVEgI2s7BFfECoFDRCDNC5QsWnEZ8tPpFKjxWKWGi0ZdXhXyzGTAqWmEzIVweR5garoP3VMakoYyVOTaYHE/xMjUALqmVBpgMiFH9cM/3Yu+/l6MeGJIqg44cswwGyPwznrR1ZOBq6gKpSY3ktFpzCg5sJa14UReivJnQBqtos/Ggqw2C6w2J5VpRWl+CtOTs/BH41/JzlIp0TGMzwQwH4siwc/gsdFqNiKVzCCdJYNOIYtQiyFKXm6uC6qhAFVlKggh3B4jakvTiKWDCMVsVJYdTodxY0pK6lUJpNNZZHgiddVYCdxuArxSZllZGXilTKfTqd+Gybdlut1ufcXMVIp+K9tdqMgTAgeIgHqAdN0lVaWYnSLAxpymaVAU7oTtVCkiVwgIgYNMgNsJvq1qfn4ePALPbUYyGUckFgFU5dmqUZDRpSAyN4SJgAkJ5xm0ldWhOXoT/YO38PmkE1nHWVysKkJl6CYe9t3E9elSuOylaLT5EBz/Eje+/BwPxtKIuPsx2nMDNx/cRqc7gHH7K3ip7WV8uyMXxQUq3CkHcnOsKO54DWdrSlBm3wbjyGSBmRfvUBPwpipQlWuGMRtFOOynjqofQZqRCAdiMOSXwJxLxl9eJXJdVaiYuY+JvscY96WQzSSRTQUxFaROrS0HTpMKV0M5bFVNyC9sR3vDGZy2a8i1qrBYDDAa1Wc5SsjGCGQBNqp5Nc0s7W8ss6TeLAFVVfXXILBh19zcDLPZDDbqxsbG4PV69TZDFlPZLF3Jd9AJSMt+0M+g6L93BKRkISAEtp0AG3T8vMzjx4/1zhrfZjU7O4fZ2elVZ+pUix2Fr/8Yb738ffzku++Sfwa1xY24/K/+I7791l/hb372Lbx68Thqazpw7a/+K3z3tR/hv/ibb+Bi2xWcu/ht/PT/8d/gX/3V3+Lbt2WWugAAEABJREFUZ17DD//d3+Jn//E/4kff+gG+c+kifvyj08jNtcLe/jWcuvwzfPvUebzSZoTBVI5LF0+gqrJo6/UvO4aqhvN4s6EZl7/5NXz9p99FTXIUgx/9Er/9zS/x3p8+x6eBV/D6Wy/hWz/7t3j3a3+F712+iu/8q+/iyhtfw+nqaly8cg3XXn8VxxurYOj4Ol4ud6DE2YzTZ87gtVdOwll8QU//8mtvoa2mHIVWyLZVAgpgtRtgNIEGKiHbLhNQFAVOmq1ramoCP29nMBjQ09OD/v5+RCIRmkGVKdRdPiVS3D4goO4DHUQFISAEhMChJiCVWx8BvpWKn5PhW6wqKyv1Z2Zu3bqF2Zk5FBaUgpePX1USjd6rigoexVeps6coChTVsHCsx9GxQm5ZmKLQsUJ5qDO4kI/2Oe2TYwWqqkDfFJU67hSv5+EQhY7Z8f4WnS5Tgcq+SmWQK2i4iLMvfxvvfv3beOfNN3G1yQWX1QhdT4rntLyv0L6isB7kVHK0D4V1BegIiqJApXBAIZ/CVXIUBtm2hYCyLVJEyFYIKMqCcVdfX48TJ07o3/Pu7m4MDQ2B33W3FdmSVwgcNALqQVNY9BUCQkAICIHDS4BvueSZOr6tKhqNwu/3g5+vs1lsh7fSX9VM3zNaXXDmFqKgoBD5+XnItRlgUPUo+ScEhMAKAgYaiOHFU/Lz88GDQbygCrcj4+PjmJycRCKRAN/WvSKbHAqBQ0dALhOH7pRKhYSAEBACB5OA3W6Hy+XSZ+h4xs7hcIDfVWWzWRGNR0CD8gezYqK1ENh2AiJwJQE27vLy8vQ2o6ioCEajEfxs7sjICHw+nz44tDKPHAuBw0RAjLrDdDalLkJACAiBA0zAYrHoiyCEw2GMUEeMn5lpaGhAYWEBorEwxKqDbEJACLyAgNVqxdIt3DxQxAbd7OysvpBKLBYDL770AhGHK1pqc2QIqEemplLRPSegKIp+v7vcBgHZhIAQWEGAV6xjY44XRuHbqGpra8EdMA7nUXeX0wlkskgnM0gl9s4l4wtlL/nr0SWdzCJDume07I7rvppeq4WtR+/labZDxnJ5y/efyF5kuzxuq/tPZNN3Rn8FgUZfo+06D6kM1nzOc8X3Ww53nwDP9HM7cvz4cfr9ZcArZPKt3dzOiGG3++dDStx5Als16nZeQynh0BBgYy6TydBguzxefmhOqlRECGwTATbmuMPFfkdHB65evYqSkhLw4imzc3PIzc1HyJ9G350gHl/3b8g9+nQeDz/xbSjPamU8/GQe9z/06nIefOQjmfP6/mppl4cN3A0i4E5hdjS+kP6zeTz6mPQhf3m6re5zPe/9yYtHy+TqOn/gXSh3g9yW9GG5XN+l4+30WTbr/Jh0fkhMHhHj7ZLPHO5R3bkMljnWFUbIm8L8bBI9Xwa2xKTrhh9DD0meLwUtLe802KZmYNvF8C2ZfEv3sWPHUFVVpT+jywupTE9Pb3tZIlAI7DUBMer2+gwcmfKlokJACAiB1QmwMcfP0PHoeV1dHfi5GL4VkzthvGR5Q3MlalqdqKi3wmJRoCK7IZdNZ5ChWZWN5uP0Ck3FqMjo5SnZLLLUgdeSNN2jZaDQsboOXSxWFWW1VhSUmnU5Sxde1ikd10g3bTE8uyVfIV1AM4IsE6wfDaKxz2Hr0XOtNFxPlpFJaVTnBRZrpV1veDatgZ1CDLOsK/ngjfz1ymB92K2ZnmSBzj2XwWmcuQaU03eotMYCg2GBtUKM2HH8hpwC2B0qqltsyKfzyqqL258EFEXRn68rLCzUX3/Ag0X8TrvOzk7dyEun0/tTcdFKCGyQgLrB9JJcCAgBIbCzBET6kSHAM/c8MzdHM3Fc6YKCArDjBQ4URYHNZkNOTg5cOQ7kFpnQfjkHTaedaOxwbMg1n3Gi5axrQ3mWymg6xWUtlNl8xoFj511oYXnnXGg+zXEvdlw+637swqIOJLOZZHF4y1kHyVmQv1TmZv1mknvsvBOtZ53EyYGmU05wGa2k82Zlcj6uJ8tkf4HHi+vM+Z7nmuk8smsihsdIP9a1ZZHJ8/Itj+P87JaHLd9nmcyc9eZw/g7weWi7lKOz4TBOs9k6NdP3gF1BqYm/vuL2OQFeUZcHjEpLS8G3dLO6/Ozu1NQUeKVdPhYnBA4yATHqDvLZE92FgBAQAgeUAM/K8bMtvOy4qqrgZch5JN1kWr2DbDQp+ixLRYMVS269flWzTZ9RWW/6p9PZnpRX2UhyWm1YklfZ9FXc03lerCPLWpBj1+VtNP+q6XX97KhutYPlVzRaddnVNJu0avr1siS5VSSjqtlOLGzkXly/F5XH7HRHsmuOkVzSdeF4/bKZH7s1yyKZzKKCynhemufGv4BRUaUFVofhgP4Kj57a3NY4HA6wYceOb89cGlji16dwuwTZhMABJSBG3QE9caK2EBACQuCgEuAZOh4Z5+dauCPFnSterY5n5g5qnUTvfU1AlBMCTxHguwF4tq6lpUV/jQobdjxjxytlynvtnkIlBweIgBh1B+hkiapCQAgIgcNAgFe1nJmZ0Vej42fmuHO11gzdYaiv1EEICIH9SYCf3eXneGtqavT32D169Ag82CSG3f48X6LV8wmIUfd8PhIrBISAEBAC20iADbrJyUn9ZcC8Ih3fcsmj5ttYhIgSAkJACGyIQG5uLvidmDzIxANOAwMD4Nm7DQmRxEeLwD6srRh1+/CkHFaVFEUB37/OrzaAbEJACBw5Ajz6zQYdG3a8Ah07NugURTlyLKTCQkAI7B8C/Kyd3W7XX6PS3Nysr5bJq/Lyu+24vdo/moomQmBtAmLUrc1mL2MObdls0CmKcmjrJxUTAkLgWQL8u4/H4+BnVvhZOn5vFD9Hx7c+KYq0B88SkxAhIAR2mwAbdlarFXz3ALdPvM/P/LJhxz4/C7zbOkl5QmAjBMSo2wgtSbslAtyxk0ZxSwhXySxBQmD/E0ilUnC73eB3Q/HKczxDx6Pi+19z0VAICIGjSCA/Px/l5eVwOp3gVXr5lsz5+XlwW3YUeUidDwYBMeoOxnkSLYWAEBACWyOwR7l5iXDuFPGtTEsGHXeU9kgdKVYICAEhsC4C3F7xAiq1tbXgWzD59Sts2PFt5DJAvS6EkmiXCYhRt8vApTghIASEwFEiwIsN8At++ZZLXmWO/aNU/4NYV9FZCAiBBQL8zC/fjnnixAnwK1cGBwcxOjqqG3kLKeS/ENg/BMSo2z/nQjQRAkJACBwqAvzOp7m5OZjNZjQ2NoKfoTtUFZTKCIGjTeBI1F5RFH3hFJ6xq66u1m/H7Ovrg8fjORL1l0oeHAJi1B2cc3UoNFUUBfxs3aGojFRCCAiBNQmEQiG905NOp1FRUaGPcvNCBGtmkAghIASEwD4loCgKeOEUfqcmP2vHA1W88BM7ec5uPSdN0uwGATHqdoOylPEUAUVRnjqWAyEgBA4XAe7k8MICvOIlv/8pLy/vcFVQaiMEhMCRJLDcsON9nq2bnZ0Fr+orA9ZH8iuxryp9KIy6fUVUlHkuAWn0notHIoXAgSfACwjwbZe8BDg/g1JcXAyZoTvwp1UqIASEwCIBk8kEXh2TF1FZMux4dV9eEIoXhlpMJp4Q2HUCYtTtOnIpcA8JSNFCQAjsIAEetOFZOl7pkmfolt71tINFimghIASEwK4TUJSF2zFbWlpQUFAAfnaYV8dkw44HtnZdISlQCBABMeoIgnyEgBAQAk8TkKPNEOClvrljw3l5hk5WumQS4oSAEDjMBCorK8Gzdny7eW9vL/guBR7gOsx1lrrtTwJi1O3P83KAtMqSrut1gKLy83TrTb+UDrIJASGw4wSWfm+b81PpFPj1BTOzM/rCKPyOJ0Xh3/uOK763BUjpQkAIHGkCBoNBn63jlTG53evv7wc/Z8d3LRxpMFL5XScgRt2uIz9MBWaRRYb+UutyFpsBObl2ZJX0utJnkSZY3MEkTz5CQAjsIIEsstDW9bvMYPXfezIVRUqLoag4D3n5LhhNxh3UV0QLgYNHQDQ+vAT4Obu8vDyUlZWB71DgVTH5lkyevTu8tZaa7TcCYtTttzNygPRhcytL3cAsGV/rcSazCofTSp3H9DqdRukyB4iIqCoEDiaBLP3Sshv4La/8vae1BBLJKBQ1g6rqcpgtRigySXcwvwyitRAQApsisGTYVVVV6e/k5AWjvF7vZl5UvqnyJZMQEKNOvgPbR4BG6ePJNOizqsxMOo1UPIFkNoNYKEANXRiReArxJJuHq2aRQCEgBPYTgVQcyWQS0YSGZIRm5rJZMgcBHo3mcO7U8IqXiiIW3X46baKLEBACu0OAb8XkmbrGxkZwe8hGHb/2gJ833h0NpJSjReDp2opR9zQPOdooAe7UZTLIaBlkQ30YnfJjep46ehyWIZ/kZfX9DKLzAbhHx+FORzFw53P0991H9/AcxmbSWEhD6ZfkUV76UG75CAEhsBsE+MF+XrUt8+Q3mIG+T8dPwt1jmJudQfd0AFOPe+HW0kjQ7zsajYGX8rbb7cjQD1eGaXbjjEkZQkAI7EcCirKwMmZTUxO4TeTbMCcnJ8Ft7H7UV3Q6PATEqDs853Lba7IegUnfFMY//yP+4R/vYGBuDJP+OKaHh9D7+Yd47w8PMJ6YR+fnf8JnX36BO0Nz8M7NA+N/xG8/S2Nm3IOUFkY4OIdJkvH3f38b/d4h3PniI3zw0T3cm4ivRwVJIwSEwFYJpCPwTfbjj7/+E74c8uDuZ5/hwz/exM2uIbg93fjoH/4Jf3zgxuyUB8HgNMaD85ig32eq9wb++Iv/E//8yUPcud+H3s8+xC8+HEYgnobcOL3VkyL5hYAQOMgEeNaOF0/hV7v4/X4MDQ1BFk85yGd0/+suRt3+P0f7WMM0fGEjRgMVuHChDqVWBQaasYMGGFJRJIITGPLFMDcZQiJuhqLyczZRZApcKCqrRWW+BebMHCY8AQz5K3DxYj1K7UYYocA/H8Tc9BxkOxAERMmDTiCTQIqssHlzM6p9t9E9OoHO7inMjs1iVskinVUwNTaFaCBIs/Im3anZENTSJpiTWZQV2FFckgslmgAmhuBNp5CEbEJACAiBo0tAURT92bqioiKwYcerA/M7PGOx2NGFIjXfUQLqjkoX4YeeAD9HEwkGkaVOYVwx6s/Keed88PsjcBrC8AQ0qGYzotEswoE4VDWNrN2F/Pw85DmMMBChaDiFSDCArBZHwjeHQAoIUw8zFQrIaD/xkY8Q2HECWQ1ZlX6NznIU2skcy1pgsjjgMmgwBeYxb8xBnH6jCcQQISMuGtRgyNBgzfwYvEkDssYMNC2NeT/gotn5SDpDhuBqWkuYEBACQuBoEbBarWDDjt/dGaT+ktvtpj5R9GhBkNruCgF1V0qRQg4pARVOu4rSwhRCwSji5lK4yFCzWVWoriJUVVfQ7J0NFU3VyM+zw2k1I6ewBDY1HxUVNthyS5CbU4Ha0lyUFaURJMV+ROEAABAASURBVBmxGHUiXXkoLS9BRZFDX4ThkMKTagmB/UPAYIHN5kBNiQGG8mYca25Gx+kmNNSVoiRrhLOsEnWV+XCUlcLucqLYbkZuaRHSngkYCgphs9thMppgLihFRX05nGQgGrL7p3qiyQEkICoLgUNEwGKxoLKyEjk5OeAZO148RWbsDtEJ3idVUfeJHqLGgSSgooAaqTNvv4rTZ1tQU3oG1y604Y2vncO5N99C+8VX8HJdEVpOnMIr147j1ZePofpYB4oMTbhypQgF9adQX9eIKxfqwDLOnGtBbfNlXD17Bl9/9QTOn2rQZ/IOJBpRWggcJALGHOQVluHKMSMZZu04f6UD1y43oq6lBQVNl/HNl9rx7usdqDl+FSdbW/G1C5VovHoVjqrLePfVi3jlFP1ez3Tg6rev4sTbL6Ehx0qDNwcJgOgqBITAQSVwUPRWVRV1dXVwOBzgZ+x4AZV0On1Q1Bc9DwABMeoOwEna3yoqpB5/jV7sNC2LVCoNBS9OCz2NAtmEgBDYTQLr+23ybznOrydJpmAyWWA0mknJ5XnpUD5CQAgIASHwFAFFUVBTU6O/oJxn6/gl5U8lkIOdJHDoZfNV+NBXUiq4MwQU3TwzkPllXpeLR9KY94TWlVaFmaSzM+yM8iJVCAiBJwQU+lWqMNH/9f2Wk/EM5mbmoWTNMCiWVfKZoFAoZBMCQkAICIGnCBiNRn3hlMLCQvBsHRt2sirmU4jkYJME1E3mk2wrCRzZY0XvvCnUgVvLaekMBvoH8fhxJ4aHR/Hll7cQDkWQzeAFeRWAUkA2ISAEdoGAQr82dV0umUhh3udHbk4ejIYFA05Z1gaA9iGbEBACQkAIrErAZrOBjbq8vDyMj4/D6/WCF56DbEJgCwTULeSVrEJgXQRGR0fBKz5x48UPCvN95QMDAwiHw+vKf9gSSX2EwEEmkE6nEY/HoWmafgsRjzof5PqI7kJACAiB3SagKIr+bF1JSQl4dcyZmRnMz8+D29fd1kXKOzwExKg7POdy39akv79f7/xduXIF165dw5kzZ2jGblg39Pat0qKYENh7AvtSAzbo2NntdpjNZiiKsi/1FKWEgBAQAvuZAA9wO51ONDQ06LN0/IwdD4BnMpn9rLboto8JiFG3j0/OYVGNl/I1GJ5+No5vPVgZdljqK/UQAoeZAC/DnUgkkJubKwbdvjnRoogQEAIHkQAbdi6XC42NjfodEDxjx4NmB7EuovPeExCjbu/PwaHXgBuolbcURKNR/fatQ195qaAQOGQE2KDjh/r5fUuKIrN0h+z0SnUOOwGp374kkJ+fj4qKCv32S37Gbl8qKUrtewJi1O37U3TwFaytrcXs7Cw++eQTfP7557rPjRffdnDwayc1EAJHiwAbdfxAP/9+FUWMuqN19qW2QkAI7AQBnrHjhVMKCgr0WzF5LQJ+bnknylqvTEl38AiIUXfwztmB07i6ulp/LwsvqBAKhVBeXo6mpib9IeEDVxlRWAgcYQI8Q8cdDb51mp+nO8IopOpCQAgIgW0lwG0qG3V8azuvhsmO29xtLUSEHWoCe2TUHWqmUrkVBPh+8bq6Ot2Y42fp2traUFxcDJPJtCKlHAoBIbCfCfAsHevHq7UpiszSMQtxQkAICIHtIsALUPGMHfeV+P11PBDOA2nbJV/kHG4CYtQd7vO7b2rHo038bN2Sy2az69NNUgkBIbBvCLBRx79dHlHeN0qJIkJACAiBQ0SAB8349U+89gCviMk+t7uHqIpSlR0iIEbdDoEVsU8T4Iapp6cHjx49wsjICNjIezqFHAmBrRGQ3DtLgDsVkUgEbNjx8x87W5pIFwJCQAgcTQJ8e7vD4dBXxPT5fODbMOU1B0fzu7DRWotRt1Fikn7DBNigc7vd4IUV+Fk6fsHm9PS0vnzvhoVJBiEgBHaVABtzPAjzwQcf4Pr167h37x6GhoZ2VYdtLkzECQEhIAT2NQE27Pg2TH5UJRwO64vN7WuFRbl9QUCMun1xGg6nEtwZ5FXyJicnwQ1UUVER+Pk6XiiF7xUPBALyWoPDeeqlVoeIAM/OsTFXU1ODS5cu4dq1aygtLcWXX34pv99DdJ6lKqsRkDAhsHcEeHE57i/x7e5+vx88IL532kjJB4GAGHUH4SwdUB35dgG+bYAf8uXVnPi9VhaL5ckiKcFgEHyv+AGtnqgtBI4EAZ6l4xfilpSUoKGhQV+5Ni8vDxzGv/EjAUEqKQSEgBB4HoEdiuOFU/gddtzW8mA4D5TzgPkOFSdiDzgBMeoO+Ancz+qn02lwI/R/sfff33ElWZ4n+HmuFbTWigBBrckgQ2ZEZERGpBaVXVnVVS2qZ6anevvMzp6ZPWfO7l+wP+2vszt7Wlb1dFV1VWWlqIzMDC0Y1BKE1hpwBdfa95oTDgIgQAIkSEK8B78we2bXrvjaE3bNnj9XAZ0aBKq3Xarv4qi3OqnfqVMBnXqzk36B2s69qNu21xHQNC230q5pD952qWka6lzWtAdl6JuOgI6AjoCOwJYjoMZQ6ikn9RhmfqJ8y5XoAncFAnpQtyu6cfs5oQI1NcOvHhdQK3QqkFNlarZJDQbVc+Jqxkk92qXKtp8HukUvAAFd5TZEQJ23arVdTcJEo9Hc6rpKVbmibWiybpKOgI6AjsCuQUA9fqm+X6e+wjIxMZF7WZV+7d013buljuhB3ZbCqQvLI6ACOjWrpN7gpB65VN+py9epVK3aqRenqAuTGiyqMp10BHQEth8C6vxtb2/n4sWLuRelfPrpp6g32XZ0dORW8F6MxbpWHQEdAR2BvYOAGkupR+DVJLh69F1NrO0d73VPN4qAHtStg1QskmZqOMrtzxfouhjYNN35YgFFT9I230bpvrNJ/UrnjU/8OXtV/u5XT2Z/3oYnTbsvhRi4EWdhopCB6/GcPeNd4B8roOvrYG5/tt/CxD0DPZfDuf0n1bVeu1uCXR6L9XiepFz1ieqbu18FuPGxH5U+iZynbXPnywX6b4YIeJLrHMV6sY7A0yOgfjOps7OT1157DRXgqdni8+fP09zcnHsE8+k16BJ0BJ4hArpoHYFdgICmaahrsXphlQrq9BfN7YJOfQYu6EHdOqAGvCkJ6mJ4ZpNEwlmikc1ROJR9onbL9URCGcKb1K1sDQczOXtVXtFymc8rH49pGHDgdJSRSppy9hgNTlzOcmKLWJoMhZiNhaST5lz9VtsWERzCgftYbKVshWkk178ZQqIjGt56HRuxN+BNMzceZ2YkRjaLvukIPBMEDAYDapa4tLQ0N6hYnn8mCnWhOgI6AjoCLwCB7a5SvQ1TXYfV9+tUUKdeNrfdbdbte74I6EHdOngnohniMli32I0UVVopqtocldTYKK62bbrdcj3FIqNkkzKUzrJaO8pmlS+uejobltuzmXxJjZ2KhgKqm4pRedW2vN5FTUsJKq+osrGAqqZCyuqcS2WqfKuoRPArrRMsNtl3j9Of6xeRrbAty8l/MRjbi8xkshqhhRToQR369mwRUAMI9ZuT6sdw9Uemny3WunQdAR0BHYHVCGiahvp+XV1dHeorLn6/P/f9utV8+v4zR2DbKjBsW8tesGGaIGO2GXGVWCitsQrZNkXl9TYUlcrg/0mposFOecPm9VY22ymtva+/rG5z7Z/U1idpp2xTpGx9kvaPa1PRaKdKYfEUfbCWDtWvql+U7Uq+Stfie9ZlRRUW7C4jRpMBNPRNR+CZIKC+9xqLxZiens69zVa90XZubg71oqNnolAXqiOgI6AjoCOwJgKapqFemqIexVSTa2rFbk1GvXBPIiCjwT3p9/Z1WrdMR0BHQEdgGyGggjcV0Kk32VZXV6Me/VErdvPz86gv7W8jU3VTdAR0BHQE9gQC6g3iylF1LdavwwoJnRQCelCnUNBJR2AHIqCbrCPwrBFQP2UQDAYZHByktrYW9ZKUmpoaSkpKGBkZyT36o1bynrUdunwdAR0BHQEdgQcIqJ+KUpRKpZidnUW/Dj/AZi/n9KBuL/e+7ruOgI7AXkDgiX1Uj/eoFTr1uI/6gr76or56A6YK6hwOB+otbGol74kV6A11BHQEdAR0BDaNgHqBVXFxMXa7PfdYvJqA27QQvcGuQ0AP6nZdlz4jhzIJ4mEv0yPjuIMJkukYEe8MsxNTzPhipDPqXR1pEsE5PO555gNx0lkpTPpwT04w514gnMjkZpPSybRihkwSdSFKZbJkRF7UPcq0O0AoEiMRjxGNRhYpTjLmw6vkeoOImGfkpC5WR0BHII+AmvlVQZ3f70d9MV99h0PVqcGEegOmWrVTM8R6UKdQ2S2k+6EjoCOwUxBQAZ16HF5dqz0eT+7lKTvFdt3OZ4OAHtQ9G1x3n9R0iGhghoExP77xWwzNjNA3PMPk8Dje+WHuDAUITfQxNTvN9PwEszOjDEwGyYQHmZjyMDM+xMTECD1jC3jGR4ikU6QXhpiZn2V42od/5B5D3gD+oAroEiQTUuafZnjISyTiYXx4RFYF5onEEqQkVtx9AOse6QhsLwTUYz3qBSlq4kWt0hmNxiUD1RvYioqKZNIlmnsEU/EsVeoZHQEdgd2PgO7hC0dAPTmhgjp1LZ6YmMhdi1WA98IN0w14YQjoQd0Lg36HKU6F5IKxwEyyBMP4b7je38XVkSh+t4+s7xq/vjLN2JXPGfEliBoTZBb6+frqGLFgP/PpQpLhGaYGbvLR14MM376KNxEnNXeZgZEeLnaNM3zjKmPWBooLHTgsRgzGIKHQJF1dAcj66bs7hMcfxmS38mBoucMw1M3dUgTUb/OlklmioTSRYDqXqvxmSLULL6SeuP1mdG2EN2dL4Ml82Yj8zfAseKM5XMwGp6yUa5LPSGogEYVYOEsqZkTVKb6gP/5E+G/EHtVHijbC+7Q8So+ip5WzFe2VHbFIhnQqu6XnjS5MR0BHYPcgoJ6gUI/Hq8fkQ6EQqVRq2zmnG/T8EDA8P1W6pt2AgCZOmCxmLBYT2ZgP/9QoU5NzOCoNDMwXUl5cRnvHISrKGiibv4Uvkwari5L2CzRVN1Dn6SYoMh4stvnwyuh8QjvGe03F1JS5sDmd2B1OCgpcOB2lFBS20WSbZNYzQ687hdEkAvTPnkcgLYNd73Scvmsh7n0d4N6lzVPX1wtc/cjH3YsLT9T+SXQ+qs31j/3c/sK/9bY8AT69V8NMdGfxjNhz9tz6zM/sgJXpPiN3vlzg1qdBAuMFMkmTovtyMMfzKN+etO7uVws5fU/aflPt5HjYFP8THHMbli99NnQ7RMCb3PPnug6AjoCOwNoIGI1G1OPw6gVW6jdEw+Hw2ox66Z5AYIcHdXuij7aNk+l4BP/sBLNlP+GlzjoON5ditlThTDrYf6SRYluMNElSJEhnU8SSdsxo8icuZANEyRAyVVAguw8OPCMG4TBKKzV0eXhOWhNuE61v/DFvHXZSGrrJp936RUtA2fOfRCxD/40QnrkkcTl4MnIpuMl4AAAQAElEQVQkbZ6MZDHKkanIIOmLp/QT+bH1dpusdlxFJRQUl3LfJiOl5ZW5fYWzZjRTLPuuwmIMZtszw+6+7q33T/mwmtK5Y+H56Fqte/V+NJpldiLByL0IMu+15893HQAdAR2BtREwm83U19fj9/sJBoPoP3GwNk57odSwF5zUfdwaBIwWO4VVrXLxaKSyyJabHSpuaKB2fwML1/qpbtSYGh3i8gcf09vfR7z9ME6DAW/Pp1z6/acMToco76ylhFEuXb7CJ7dkMJ4u50idgTpbL//w4dd8/eFn9E3O4svkbc5KJo5vaoLJ4SHm3D5imlHKNvnR2XclAul0FkehibJaO5VNjk1TVYuDhk4X1ZI+SfutbqNsqd3n3LQfj7WjefPYVDc7qW0tyFGVYFvX4aShoyi3X9Mm+QMF1O0rpKbVRfUTyH+szaJT8dS0OqkWUvlnTep4qHqGvmzG/pIaGzaHCXWMo286AjoCOgLrIKBpGi6Xi4KCgtz3nFVgtw6rXrzLETDscv9097YKAVMhrtJGjnRWSkBnwWyUtLqKloNNVLYeoq3UTk3HUeqraigvrKCiqomDhxqxFUldUyV1NbXU1dXT2VlPZccxqoqKKK4/QlNdK4caKmls30dJgROnkNVskvnyAlzOatpkgKseLzDb7DjKO6it30d7hWWrvNLl7HAEDCZNBr5GnEUmXCXmTVOBtCmutFBQ+qDtk8jZqjZFcmwXllk27cdW6X+UnKJyyxJOCq9iwe1R/FtVp3QVlj2f/lHHw1bZ/bRynAUmLHYDBoOGvukI6AjoCKyHgKZpqHGSeiNxPB5nYWEBfdubCBj2ptu615tGwFwsA+d6DtSByahaV1JdXUl9Y7mslDRz5lwbhbUnOHLkOGfPv8bRE+c5IasnxsKjnLrwGq+99SanDu+nubKE4oPv8sqJE5y7cIb9zbUSJFZR1vEab549wtGzp2iqLKPQUIiroJb9nQVysbJS1tRB6/HXOHzgCB1lBmWATjoCOgI6Ai8SAV23joCOgI7AtkFA/X6opmmon6JRwd22MUw35LkhoI+OnxvUuiIdAR0BHQEdAR0BHYG9h4DusY7As0fAZrNRWFiY+06demnKs9eoa9huCOhB3XbrEd0eHQEdAR0BHQEdAR0BHQEdgb2HwFN6rH6zTj2K6fF4nlKS3nwnIqAHdTux13SbdQR0BHQEtgSBFDHvONPjI4zMhUlm0iTd/Qx1dzM8OU8gESMZnWfi1nUGJ3z4Y2ky2QxpKY8EFwgKReILuMcGGO4ZZGQ2TCqTJZvyMjU4yNS0h3B6SwzVhegI6AjoCOgIPAYB9cIUu91OIpGQ63MQ/cfIHwPYDq5ey3Q9qFsLFb1MR0BHQEdgDyAQG77G4PQck4F5grN3+OKWD1/3AP5MjNmxfka7vmYgPEPvYIqU+wY3b3bR3dOFTwK/e2MpGTikSGfnmJ4L4J6ZIey+w28vTdD31RW80QBJk9xilt5kuwcA1V3UEdAR0BF4gQioVTqHw4HVasXtdqP/vMEL7IwXoFruuC9A6w5QmUpkCXmTzA5HGLoVZOhmYEM0eCPAEi22UfvrtV+rLl+m0jyp9iqv0kfRoOhUlOdRbfK0okz48vsPp/d9XS4nz6NkLeVFhtpXfAOLfqs6ta/KVT5Pal9Rfl+lal/xqvxqUuW5epG7uu5R+6pNvn5JhtiZL1Op4smRlOd4FlNVtxHKtRG7lmSovMjIt1XlKq/SPKn91ZSXky/P8S6Tky9fL53oCeOdjhNTSyHqlx92wHmlm7i9EJgbmiAQ17AWFWAnxNidfnzTE/gSQWamp3IreL5MRAK0YgocNhJTI8xP3GVsvo/bt3voGfUSTvjwB8MszM0Qmu+neypCYPweUwthQmkNk/7yxu3V6bo1OgI6ArsaARXUOZ1O5ubmSKVSu9pX3bmVCBhW7up7eQRikTTzkzGGbge5+aGbG7/fIP1O+BQJ/02hDbdbzrvY/oZKFS2ve0w+r/O6tFO0noybUr9p21Sb34p/izYoGTl9Un5dynN5qVPlq2WrOkWry3P2SZvV5XnenA9r1K/mX9oXW/L5tezI1+XkKt7ltEE9Obmr2uXK1mqv+JaVK72KlB1rtlnFr/jWo55LfqYGIgR9SbLylz92n2uqK9vRCMz5zTjtLurq6ygsrsblGyIqQVwwMI0nBnFjCSUWA0arC1f1SZrsWZxZP964HHfzY4zPhUlkMmRTUcJevxyLUUobyqhpKSUdj+LzBAlHk+ibjoCOgI6AjsDzQUC9MEUFduotmNFolHRafwb++SD/4rUYXrwJ29OCRCyLjFswWzQsNsOGyeowkCO74UGb5flVsqxr1Kn2OZ2r6tbizfGtkmmRQVg2q6HIaBb7Rc6G2y6TZV2WX9IjslbkZV/xKVpe/pA+4VO/ubTEsyh7RbvFsjyPqlOU399IuoSdkrWoc7UMtZ+jxfqNyF3BI+3y/qlU0QrfpH4Fv7JFyGw1kM3I8Z4FoyxfrGgj9Wu1eVSZWfoZ6edYWGTqHx2BJ0DAYQyTzkSJJCIkklGi2UJMFFNVmsZZU4G1uIEK9R25dIJk3MOC5kIzFlFbUse+l37Ed18/QE2BHauzDIulkgLNTmt7MaVnfsY3T9lxxCbp6fOjNp10BHQEdAR0BJ49AgaDAbvdjvqJA/UWTPX9umevVdewHRAwbAcjtqMNZqtGdbOF898p48f/tp6f/E9PTn/whG3/4P9azx/8z0KSbkb/t/9VDQ0dVur2WXn9JxUoOcvb5/Y3KTPXXtooe3L55T5J+U//b/X8RNKH6pbzrco/1g6Rt6a+VXIepXNN7JfJVfXKDkWPkvNQ3TIZq+uUTFWmZCr7Var2f/jnddS22Wg+7OS1H1fkjql8napXeUUqvxH65j+tZP8ZFzanth1PId2mHYBA+5ECZob7+fAv/57rV64QP/ESDrMDR9l5DpcmqUjf5ctxL/NX/xN/95/+HfeyDgy1rRg9I9z7/f/OX/7F/86HXTPMJxxU7m+h7mA9o7/8mpGvfsGli5cZ8QbIOK07AAndxG2EgG6KjoCOwFMiYLFYKC0txev1ogd1TwnmDmquB3XrdFZWVlQyaVlSkXpnsRFXsWnHkLPQiMlsENKwu4zsJNt3s63OItUvGmZZ/bVvQb8oGWq1TtPQNx2BJ0LAXHeWk6cv8MYb3+TMy9/im8dKqH75FVrKamlpPU7boTc403ySb/2zn/DWd37Mm6cO0NZ4gPqOt/nBj9/jrTff43jjCc4caaD9UDMV9cf4xmud1B88x/7j3+Ol48c52OBA33QEdAR0BLYeAV3iegiYzeZcUBeLxVCPYOrfrVsPqd1Vbthd7mydN2qgbDBoucfk0DcdAR0BHYHdiICtkqrqWpqaW6mpb6VRJq8c1TUUWq04C8opLGuktqiS5sMHaOk4QGNlMUXOIpyljbTvb6e1tZ3qYpFR5qKw2IXVUUpDUzmFFfWUV++jtqKSUqdpNyKn+6QjoCOgI7BtEVCPYFrlOq4ew1RBXTwe37a2PhfD9ogSwx7xc9NuaoKMSVZUzFbJbLq13kBH4NkjoCYe0Ffpnj3QugYdAR0BHQEdAR2BHYaACuzKysrIvzBlh5mvm/sECOgRyxOAppqoxzPvpxmyspPNZiVVJZBVb4OT/YyidJpMIko4EieZyiBF95l21P8sGfEjlUxx/4HUJzA+kyYrlMk3zSRzeIjYfMkeT7Ok4jFi0ThxdZwoNNQLKlSqDhpFKq+TjoCOgI6AjoCOgI6AjsBjEFBBnfpenVqlU6t1GRmbPqaJXr3DEdCDuk13YFaCkyxJWclW4+y0LGknZScp0UlKypS4VDRKMi2D82SSqN9HePwe124PM+2Tsh35Ztk0oYUF5qbmUS8nf6LALhwiHgoRUlGdBMHEZ5ibD7EQ2pGAqG5+AnpUkwTzA/30dw0xMh8npQ6ueJKUBHbpZIKsHGOSfZQAvU5HQEdAR0BHQEdAR0BHIIeApmkUFhaiaVrue3UquMtV6P92LQJ6ULde10rkosbVagVuJUscr9fDx5+4icczjPzuA7ru/p4r04Nc/Nony3RZBv7+7+ga/ozf3u7iH//2HgvdIyTqjPT+9i+5dOUGgy/4FfSpWIxYKJxbFUqlxNFYklQsQjSRkmBVVtAkKA1G86tyKRJRL+M9A9y52Ic7EiEhwCRFRjKZJJ1OkY5GWAgnJL3NlYtd3Loj2KyI1URGOEpYeKLZNNlEkMDMTb68O8nATGwlvHt2L8zovBn/zDj+oQ/5//3NABO//ZA+z21+f/UeV65MkV31qKX62Y2oBMWppPThnsVtlzquu6UjoCOgI6AjoCOwBQiowE6t0oVkYn0LxOkitjECelC3XucsDqAXk2VcGdRbhAIBCXpk6SQhK1iR6AKhZIxgKJXji/m8RGIBFiQA8ntjpONZLCUVNHc4yWRSeOdfZCCTpPvzr+m6eYXr3d18+MGXjF/6P/ltzxSTM31037vHF5/fZubO7/ldX5g7n33Jvb4e+twLjA5MMPTBPzIoAd3gpa8ZvPMR1wfv8MmlSXyTU4TiPjwLYYLBFAJNDov7/+LMDYwx3tfF6FwvH39wl7npUTzBEBE9ILkPEWniSYOsAqfRsgm8oSyJBS8DX15hXi0B15ez+mQ1mjXMVg2jkT25pWVCwjOTYOh2kFsfe7jy6/lN0hyXfzW32Cafri/j8q/nHsmvZOVI8Qk9yh4la3m9aqf2VZqjXPu5DduWa5trk7dftVWU31+ZKh2qzX1SfIpW8jyoy5ev5FE+rJQz/0h87subX/TpCdLH9dVS/aNkr/Thvk35snyq2qv8HMrH+zyqTGhDOoRv8Vh80H5u037f/VxNpoUIepMyWbj+Ka7X6AjoCOgIPAqBoqIi9KDuUQjtnrrV48Td49lTeqKeEFSDxmTiaVdBNDSMMvh2UlVpw2Y1SVCo8WI25UuG2TEPAQlAk5EQ/u67jI5Ps2CSyCA0zLx3nvGEEZPZy8jAEDfv+iRYBYfVDJEwvt5ePKkUnrFRZu7dZHx6nFmjHafDitFiwmiyYjaZMa04skR2LErKO4p3boCuUAEmi0V4VjC9GEi2kdZMPEQ4bsPkaubsQRdm4zx+fxB/KEsibZTjaKWxRiPSTwY0g7ayYo/sqZ8cCXrTuCdiTPaFGbsX3BSNdoUYU5RrJ/lc+ggZileR8Km2o5Ku1CkyVH2eHqpfJlt4Ru4GGbkjJOkKO6RO7Y/eE3kiQ+kak/SxpNot8qk2itZs0yV2LOMdy+m5r2s5/6jwrZSxikfJULSkc5ncZeXLZW42P7ooe2yFLavsWOQZFZ3K5kfpUDyr6x+U3ZerZIzeDZErF5l5/lx5Divxc1Fnvi6fqj4dlf5UvLmyxfY5Weu0yfGtUTc1GMEzFSfsT++RM1p38xkjoIvfowgUFBSgaVruhSkpGb/tURj2hNuGPeHlEzipHrvMyHJTevG3z4UUXQAAEABJREFU6h6IEMjSSbKBESZmx5jJWMkaC3EkE6T8I4zOjDGrFcjqiRVbrlGKdMrP9NAgA0MR0pqZgiJrruaF/cuayHA/qHIZNZJaAw2NZZQ4kIAsi8Fpw2B3YSdIOGmWlSMjNi2LxQhWOzJzPIvHHycUSJAVv00uExhMZE0OTKTJphIkZBXlgX82CgrsuGxpMokICYeTLGYh7QGLnoNMmrSxnKLKdl494pK+iOJqaZNjK0lWVkLjmZUgCbscW1myKlZfWbVn9tQRVFxpobbVRkOHfcNUn+fdb0fl8/RYGcL/SJ416teTXVhikvPJQFGZmYbl7Zbn83ZuNl0lQ9mwZPfqunY79UJL9Xldq/ny5cvTVTx5P1boE/7V+w/pEp71ynJtlR5Fwpfbl3Q5f65M1StaVbecL29fvizXbpF/Ka9kKFosz/OubrtUvshXt8+e60+b00h5nYXV9Zvdr26y4io2ywz7njmddUd1BHQEngECVqsVi0ykp9PpXGD3eBU6x05FwLBTDX/Wdhsk2LFYDdgcxlWqTJhSMWyej/n61ifcMVdjdB2gMSEBzuzHfHL9U+4VteOyV1NnteAsyJJimtu/+w2/vOUgZSxC4ide6BaZZ2b0Dr1eP+7Kw+xz2HFqBgy1nRSZDVh77zBwM4jr0AmO1Hjxuvu5O+sjXlhAZXMB7oG7DM6lSFQ0Yi+w4r92na4rXUyGTKQS8xLsTTHtjRINhwnnKEZSM2Isr8dRWkPJwOcMDswSS6UxmrQXCsX2UW6koLqR5vYW2moLMEnwb7AfoePgBV5r1djnnCKQXGmt+i5dIpohsyKAXsmzm/cMco46Co0cvlDIN35ayXv/ombD9L7wvv8va8iRyi/So2TkeKWN4snlpY3K5ylXJvX5dKlc+JS+/L5KFU/H6QKqm20ceqkgZ0e+XNXlSNrly1T6OFJt8jxK3+r9fJ1K3/+zB1gpPkWqfDk9Vsair/k2SoYitZ9PVV6RkqXSzZJqp0i1y8vM76uyPKkyVa/SfNla6ep6ta/aKV6Vz6eqLE+qTJGqV2Uqvxa980+rqJH+rNtn48w7pblj8X3BSPHmU5XfKL36wwr2HXNisWu7+TTWfdMR0BF4Dgg4HA7MZjOBQOA5aNNVvCgEDM9b8c7XZ6K0oZVv/U//V376/h/xP/z4Zc4caKXh4Dne//N/yx9+85/w53/wEgeaTnDu1Al+9C/fpvWH/zP/93/1r/lf//X7vHy4joIXjXpBPS0HX+U777zNH/7kHHXffp8jLifFlmYOn32N7//zH/HaD3/CtxtsnPvBT/nW+z/jz376Hf7Z/+VHHH7vv+OfvPY+/+P/9i/5zvf/kLdPvcuf/snbvPzey7SXHOSNt9/k9VfqcPpv8uHf/j1/n6PP6XdVUnziG7zcfIE//jc/4/Uf/k/89987wUvtjp1/SGyJByUcP1nBgYPOnDSjzUb5t97hYFmp9NVLVB29QJklV7X0T32fzu4yYDRrS2V6RkdAR2D3IKBpGoY9+ng1+qYjoCOwZQiooM5kMqEHdVsG6bYUZNiWVm0Do9Sjl4l4hngk/ZA1msEos6d2rBYrNqsZk9GIwWjCYs+XmTAaTKgTyGqzYLTYccgg3S55s8nAixuCK81mjr91mkOHWimV5Xir1YRBUpMMHjSMGE1mLDYrZqss18tgwmSRVMhmtWCzWzFZbFjNknfYZDlf6kySlzqzxYxRM6JSs6OMssZDvPTNt3hb6K1vnuJQswR1JjNmoxmryDFb7dgsJtnXWGfbY8WaHC8GjLL6lHNc+kP1i9GgyswYBDvDKqiEBXL/0DcdAR0BHQEdAR0BHQEdgTURUEGdeXGlTn29aE0mvXDHI2DY8R48Iwc0TcsNsI27bhXEQGltKYXFTkw8o81gxuIoory6miqh6mrR57BifkbqdLF7HQHdfx2B3YeAehGQesQ6u+q7tLvPU90jHQEdgWeNgMlkkol4i8wDa6ifNshk9AvLs8b8RcjXg7p1UJeYTlatNEzm3QeRQa0Wrl72WQcHvVhHYDsjoGYcM5m1XhaTRb1IRg2Is3LzyqSSZNSfLLyrF8tk02kyqRRpqUumIB324fN48S5ESQjPdvZ5ybZ4kEg0QXTVdy2X6h/KpEgmksRj4vBiXSIYIhFPsFNcXjT7yZMX1jJNxCvH17wPfyQlR6IYksqQkYMxqw5UOR7Xe9/ReuUiQf/oCOgI6AhsCAFN07Bardjtdvx+P+qlKRtqqDPtKAQMO8ra52ysfjN9zoDr6nQENoGAjIdR52hWvaFW7Sy1VaVxfN44kXCaRDCIf3IMf9bP3FxMgpoMMZ8MrqdG8UbmGZqJExgdYmJ8jKHxSeampglI3JNdkvciMlmyEpGmU2kZ+ENWBa7pjKRCyjAJBDLuAcZn/cwEhVf2UwoHMfUhXinLfTJxwSNKIChRoMjIimxP/wA+wSKeY9D/PTsEEsyMTDHSN8LEzAyjM2Fi03MEJTCf9/pZ8IZYcQiLIQajJpOKGgb9Ls2L2HSdOgK7DQGLxYJ6DHNhYYGMTGjuNv90f0C/Xax3FKhBj6xOZ2SglEllSe8wysoIQT4o+3ea7bvWXjmWVJ/IWH1r+kWWV9QAfr1DeLeXy8QjBvlnlNV0zaAtc1dOXHzcuOlhfCKGf3CA7t/8LfcyPXx6aZa5+QTuu3fo/v3fcGPqS/7yk3lGr44Qlb/5ubvcEd6bviwJJWaZ1OeZzaZTJCMRQgshIokU0UiUWEgCgWiMZDJBIhQiPPQ5N4bGuTcfIxYOsxCUVcZkhnieN5ZALlsPzE5GZWUvTjCWIZ2MEw2GGfziSyYnJog84NJzzwSBCOMeC4G5CQLDn/Gf/2GY6Y8+pm/+Nh/f6OX67Vkyyw9hsUFuQWTlT7L6R0dAR2D7IrBjLFMrdSqo8+srdTumzzZrqB7UrYOYTHwT9KYYuBni6u99XPmd97nTV790c/FX7jX1Xv7Aw9f/6FmqU/kc/6893PzMz/xkAvdUgp4rgSWe1T5ckvaqzeryrdq//FsvX/7CzaXfeLgieSX38gdevvqFR8oEz8UyVb5RUu0v/aO03aL+uPgrD1/8g5uLgttqG5Sui7/05HxYXZfbF/u/VrZImtt/jE3XP/Lhn0vgnozTezWIaqMw+kp0qFTtb4a6vlpgZjgmA3Q1/FvnQNaLN4iACaujlNajbRw+24BvKEA29aKiuhSTPX18+Xd/T/fsJf7yr6/z2X/+//DFF59yQ1YS58c+5j/8YpiByRli0S4G7t3i099eZ3b4l/zXz+f5+m/+HV9+9RV3PGmSy67wqWAPIyMD3Lrcx9hHf8Xfjc4wNp8koS/TbfAYeXo2o8mC2e7EZLWBlqL/g0vE7UaKTrZgZOWmYjwNbWWhvqcjoCOgI/CECKgXpaigTv3UVDKZRE3+P6EovdkTIfDsGy275T97ZTtKg5aV5eksiURWBk5Z4tHnT6kkMiuvrak7JlPrscgDm1ReDc5kEp9ELEs2TY7U/nq2JxKQSq4tf702my2PhhZtFJtybSVNpRCfMk+Gq7RPxBdlbkGf5PGJRTJi0yq5oiumaBnOOR8W9ao6ZYtKl5c/Kp+WflGk2uX4RH5K+jkuaW5/UfZG8kqGwjKzR2M6dUNKy8pUNJSW4/hpQdDQNCMW0lg1OTHsDpBVQF7IlsATMzAeqaet5hB1mluCMzuOkjLKzUliI5MY9jdSXlGKPTLBjHuIO4EUvmAhVWVWDLYKisvKqJa8dZn9xgIXFotGxBdiYMpCZ0MVNWVmbJZlTHr2mSGQCnnxhuwYiw7x/ZcLsZjGSDhtuOfT+MfDaM9Msy5YR0BHQEcANE1DvTDF6XQSjUZlfCmDD/RtNyGgB3Xr9KamaTJzb6S02kpNm4Oafc7nTnUdLura19ZbK+V1HQ/q6iVfv9+Z469qduAoNOEoMFJWa1vX7lrxabmMrfZRyW884ETZmpetypROVaby+fKNpqqNartR/sfxKVsaOp3U73c9hJPSozBt6Hy4TsmtbXPm8Fap2n8cVbc6sTmN2AtMlNXd7xfVVtmg0se1X11f0WDHVWLCYGSPbhqaQcNgUinLNk3yVgzebsYGv+bmnIcZewt12SKs7lsM9H/NbX8Un62GauFU3OBhvO8mX10a5c6kk8YaM0s/LyE8z/cjx4gxg8PgZXxmlJC5AM1WToHLRXGRRQIzCE1PMusOEslYZYVHwxgLEU1aKC6xYnaW4JIArtBhkjqWNk1Wh8xmm8gFm7bA9OQ0nmCSuEyyLDHpmWeGgNHmwlVSR21NHftq7BgMBVTtP0arM0FRcITgqn7IyjxFRs3YSPrMjNIF6wjoCOwpBIxGI4WFheRX6/aU83vAWcMe8PGJXNRkpGexGSiptFLdbH8x1CJ6Fa2hv6bVTq0Em3nbcoFnq4Nq4a9osGFzGXNUWvMI+4VX8edlbHkq8lXAUqPsyvsgZUpnrkzl8+UbTVUbRRvlfxyfyFKB83Isl+OgyuvaBde15Ehb5UuO1qpfVVbVJP0iQZ1D+qa0arFfNiljuW1ldVacRWYMRjlYN36U7xpOdY4q361ynhpXYKDwcMpKVQaLOSSrIS4KOk7Kilc1TZUZ8T9IWla9ivcdp7GgnsNNdoqbKyTQyZCMO0g6W2krB5NBWF/Ix0JluZPOVjOhWBBnfTM1La2UFhfjLCymqKWDmnSItLORmsaTnNnfwcmmMioryigtMMuEQTUFhQVo0SD+6WGGh+7T+BwYbKW0tlfQ2lFBKhLF1tCCq7gE6wvxcy8ptUgf1tO2v5bqUjsmkwV74xn2tx3hbHsZzZUa6z3tq8d0e+k40X3VEXi2CBiNRgoKCohEIvpK3bOF+oVIN7wQrbpSHQEdAR2BZ4aAJpKtHHz7m7zx7vf57qsXeOelVizGMk587we8+dZ3+d7r53jl7FGKa87yk1dlUP3ad3jr/Z/yz3/0Tb712n4KRYR8RM6L+GgU1zdz+M3v8tqJd/nOhQZOvXqC+sYGnJZyChte4ac/OM+57/wZ3zr/Db7/2ineeP9Vjh49xj5Zue04eYS6ujpMIQ+zgze4cf0+3Rux4Cyr4dirndS9/EN+8NIJvvPPv8+hA60UrOmmXrh1CBSwv7OYZpnEQTaD1UrxhfO0FhVR23KEsvZjlFikYtknN2khK9EqXVasZ3UEdAR0BJ4YAYPBkFupU49fptT3N55Ykt5wOyJg2I5G6TbpCOgI6AjoCDwdAs6KJjpe/gE/+NF9eudMC83l5qcTqrfWEVgLAb1MR0BHYEcgkF+p04O6HdFdmzZSD+o2DZneQEdAR2A7IJB/UUosnN6CF6VsB4+22gYNTTOgZmYVaZrsb7UKXZ6OgI6AjsAmENBZXywCmqZhMplQP2+QSCRQ9GIt0rVvJQJ6ULdZNLNZMpkM6uUC6rsO6VSaTDolg8oUURlcKnFp/wSTw0OMzXgIJNNSJJypMN7JEWbnvQSkcTYjA8Frho8AABAASURBVNHFL8anhSeT+0JFSmRHCAeRFOL+SWbGhxid8hJJ8gJ/sSiT+x0sv9fPosnik/55UgTkaFijaYZkPCbHUIhwRI4BOUZSiVTulcOZVJK0ev3wGq32cpEKUQxGuUFZDBiMexkJ3fftgIA6rzPprNwL5B4h6dPalEpmSajfFNwCWU9ri95eR0BHYPcgoGkaTqcT9fhlPL5tf9Nm9wD+HD3Rg7p1wJa4jVQiQzyaXhlMZeOEQgHujERJpnyMDk0xPzXCzPQwN+7MoLgjY8O4A16mJkaZ7LnLWGieriv3mPeHiErwlo56iS6MMjCbFRkRJvtUew/xuJfQzG1+f89LMJZmYWYSz9w4854ZBq51yQmoAsR1DN5EcSaVEt8SpJIpCR5lKKICUwkckukM6XQ6F0DEk+qFEkqolCVDuKcmGekZIyTBRUoC27TISEtgmhGgMtI2JoFpNjXN5PgMM7PhNb70n8kFv0kJVnJjlHRSZohSpGQnG/ETnezjnjtBJJUluxgkJwSrXCib440Rk7ZJGehkxcZkLEFa7MiKzVmxJZlMCH5JwV9aKJsyWeSjHLhPqkzsTIjPyk+JliAtbRLirzBmhdJSl06IDPErKeUZsU2kkc2kSMZUeXblsXBf8hb9j8rx4mN6MkBcbIhFE8wO9BHw9TM8Ocv4bGyL9OwiMRpoBg2TWcMgKfqmI/CiEdDkoBQbFhPJPfknJ0n+yefJhegtdQR0BHQE1kBA/V6dCur0lbo1wNnBRXszqNtAh6lBfkoCCEUr2LMpWUkL0NU1RjTQS+/wLBMjo8wN3eVOzwBzCQhNThNKR5mfnWTs1mVGvf1cvuMjaS+hoMCFPeMhOHeHy9cHGZR2V76+Rf/oHIGgD3ffbS539eCJxfB5PKJrlkBohruXukhK0CEh2ApzNr+TwTM+ztzUONPz84yPThGa6mbU7WUh6MEjZVPj0/jmRhj3J/FOTzDvnmB0bJKBO0PMDPXhlaDLJ+1986PMLcwxOSltfQvEY0MM9I8Lb3BVUJcl6p/HMzvFXCBEIJwkHpI27lGm59zMT88SGrrFtem4BMzzuD1e5mam8bonmQ7EmB8bxzM3wNjsHCMTHtzjo3j805L34Z8cYk5wnp53C6bjTEayBEXPQihEZCkulfVF/1AuOBobn8Tjnscnq2CJoBvv3BCT0nZibJrZkUHmveP09E3jmRpkVlYmZzwLeGfHRZ+HifF5ohJsPW0frD1IizDaN0bv3XHmPSFi2SRTvdcY7L5CnwR1s+LX6nYS00rAKdbIZ/PHwc5vofxPS+AdDaYJeJL45zdHPjlZvTOJXDvfnLRVtGkZco4oGYttlRwlU9Hj7ImF0rmVmIjYr9qty78oe936NWz2zSZQtGYbkfeoOmW7T7BZ3Xa98jyfkql48vtPlYqNStZaduTkSr1f0Tq+q7Y5vjXq1yv3KXmKFtuofc+0HB/LytZrq8oX3DLxI5NhajJI9akqexpSMpQsVp/4O//U1T3QEdAReMEI6EHdC+6AZ6ReD+rWAVaTmX/1kwbOQtPKe6rRjtVgpMZ7Dc/gTRIlRcSiToxuD2VlU1z2ZIimwyx4JpnyRZGYhKLwEOlDb1BeXkeZy4bNaiQhQc341V/w4e8+4NqYG4+sQi2EDLLSZeFE+irzKWmbiBD2TjLrduN21IFmWGkLm93U6D/Jvc++ovvOVe703uXjX/+e4a//Ex8OzjI7e4fue3f4/Ou7eHo/4ANZMbz64Wf0DAwwKStjnpk5Rv7x5wxKwDl48TMGrv+Sa/3X+Pj6LJH5GcKpOLK4STa7ehQSY+LuTbpuXmcoGGDKE8E3ITIHPuDi7ZtcGwiLIynSgnlm6hLXu/q4cesm4z2f88Wwh8sffMloz++42n+bD7+8zbWPPmYi0MOHH92m97Ofc6PrKjdGx4mNXeSL0Sh9X3/J8PQkXuWuSCYtq1xDP+eXl3q49NVlRnpvckv6xjfWzUT/P/DpjRv87jdfcu2jX3Bn+jL/6T9eYuT233N9oIdPr/Ry5+InDEmQ++Wn1/FIkJcXq0RvJcXdgwx33eZO7wxRqwHSbu5enSVrlOOt+eH3E2YloEnLymZGVhm30o6dIkt9py4ZzzA9FKPvWoiui4FN0d0vA9z81J9rc/eLAHe/CuTym5Fz98sFbn26sNQut//Zgsh9ULaevNnROAsSQEwNxlC2rMf3JOW3Pw+gaK22ys874u+adYLhzU/8a9qjytdrp2Spulviu8pvBd0QO5TMtWQpvJQfa9XdkX5d3idr8axVpo6B5eV3v1rgxseChaTLy9fL91wOLk0ujN6LLB0T6/E/rnzgVoj5iTgPTSzulBNUt1NHQEdgWyKgaRp6ULctu+apjZKR41PL2JUCDIKMwbg6OFGuGnGZM3QWTvPLT9MYizx4M5P0Tk5CcoY7NxdyQV55cQJXbSmmik6aLBYMSfWluAfhgK2omo5v/vf84R//CW911lFrHsfj66drLEpRcoSuoQTuaCFFVo3q4gyWjkMYjCZlwNOTpYzCyoO0lpXRmplnRjvE/oMNVGnzGGwGzEdPUHesFefsdfr9tZQU7uNIRRFlZlZssUk3mUiMyrMHadzfQUlREU5HIQ6bHesKU4cZiTiJGw/wUlMt+6oMzElgNRaQwDVuQEtqWGwu7IVOwqPDLPjG8RodZF2tdBaBUUuQThiwm8OkRPCc6QRHml7lSFEAs6mC8po29p9qpaCzCXPfpwyGKik0FFO3woYkpXVNtDY3UVHkJOBfYOz2FUbjGuKC+FWAvayJ+oZaioorqatvpMIZICDBak9fmvRCnNqOFhwFzqcMrEXVOp+C1pc5960f8N23j1GXSWOYn6a0Ps5MOMHAqCwBr2qnSRBskGNUHaurqvbEriZeGoSSsqIej2WJRzdPiThyvmaJxTLSXlFW0k1SPKtk5NolpJvUqZ6QssfZo1YZ1cGUkRXleE5/NidjdbuY+BbbrG9KnqK12qlyRWvUJURXBgPKj9V2KKziUr+uLVKn6le3e5J9pSOHoZK5hp0xCeZj6/iQlD5Iy8TSpvWKPKV3ebv7xxZr9styvnw+lSYXhMU30P/5Nuum4ntSJm3kENc/OgI6AjoCW4qAHtRtKZzbRpgaE20bY7aTIVkZaKVlsJiQwUN2lWHmAhslJ1vI2PfT5B6moLAC57mfcerweZr7PyIgI6Js6TE6yq3U22e5luqkcvAvuXLlN/yDrPbc6pklbTBistix21UAZCQ1OUsmmqb6/Xc59d03MY9PkPJFMFccobqqnc7Zj8hmklvzna7wLJNDV2VVaoYpRzv1mLGZjBiq27BnE2RuXqL38hzGtqO0FEwwPSmraSNTeGUEKvEOo3e/4la/F5+1BCTAnf5a9r+6znhQIxwYwzM/xrRfRjfktzpq7SEIX+MzCaQu904z5tYwRpIkoyECsrKZMkSYv9NLtLwSsgY0CaLImDG7NMxWD2OjMWKRYuqLjFRrN/jy9m8YyNaAVoxdVrKMlhIshlrq535DtLqaVGEpRpZvWdQbAI3Ca9CSJFJhpn1mHNE44Ug4911BTTNiMBrRNAP3+aqoKCymoSLKXDJFzOgiq5nQeDabZhR/LVasFhNGgwlK99Ny7B0OWGKUeroIZ1bqlck2NAnseGYWsb03TcMkK5pVLXbaThSw/2zRpqjzfDGHXi7OtTnwkqSKnlTGuQe6Dy6T+yibyhtsuErNVDbb6HwC3Y+SffBCMYrW5DlXzAGxcc068b9zmS/LeQ69Iu0eYaeSmcdzebsnyosNh18pIdcvYtNqGZ3ig6LV5bl9abueD7n6NeR1SJk6HvZL2zyP6hNlw/KyfN1a6b7ThRSUmSmqtNDQ6cwdV2vx7T9btKG6lqMFlNfZMJkN2/s81K3TEdAR2HEImEwmFGVkVjGpZiJ3nAe6wWshoN8t1kJFlcnIXRN0jLISIllVskSapQB77Wm+8fphGpuO0tG2nyOdbbK6c4ALFzpoPHWKpsoW9jW00XpAeCR/7PRh9jU10VIrK0vVTXLz7+Rok4bFVEDr8QMyeD9LS/NhTuxvpLT+DGcP13H4xCFqWw9TJytRh460YzYalmx4qozZiauompb2Do5eOEX9CbHXasPhbKOp5QAnRFdNywlONFdx/KUTtHcc5vDhg7z0zQu0nn2Ho7XNnPrGaxw+9xaHW49zqqOWitoqCiz1dOwXn5tsZBeG6LryNVdzNE5a9DUeOSQBUjW1FaXsf+lVDh9/m5ePH+LYkWYcDce50FZCdetZThw/yRnBpKmxnnIJesuqW6hvqcGkWXA4Sjl05gQNVW0cO9pKw8mj1FaL/myWbFqTILGU2sYiDIlxhrsW9d+8Q5fhAgdk5bSppYGy2n0cq6ngwCti/5G3eePkYV597RAdx45R6Wjlm2+1UlQnOmqbOHGsg2OviK2C1f7GEpw2E89mc9HUXEStDOKUfKPFRsPp12io28/+tjaaGqswa6pmGcm+JrRXYzqJ/slKvxvkHLUXmuScMm+KCsvMFFVYUGlhuTmXqkH5Zki1zctQ7dS+kqXK1P6jyOowYrIYsDqNj9Sdkym2PkrW6rrCcguKVper/Zw8qVf5tShXv4Y+5ZPyTdWv2U4wVDxr1W22TOlQspS+tdqqekWbrVuLX5UpWXlS+4rUfs6GNbBQ9Q+RBOhm6U+zTDQ4nuB4XC3PWWTCajOSO8eXnfZ6dg8hoLuqI/CMENA0DYvFkpMe19+AmcNhN/wz7AYnnoUPcryjBotGk/aweE1mT62NHDtcTVG9BF5VVTQWG7E4img9LUFG5wGqCwopKamlrKGTfSWFNBw7z4H2gxxpb6CurhFnUSNtVRomo4Pa9ibqDh6huraFJocJtCr2H6ij5eA+ysqrKCwopuLAEdSsyhrWsPFNtTZS1SE2dR7jUOs+Dh6op2BfB5VyctuMJRKcNUtwc4jGzsO0y8Ckdv8R2vYd5fjBTo6eOUTlvtMcbNzPqZdP0d5xlJaado4e2UfDviZKbZU0tbTSJMFgoQ3S6XSO1CNJrqpmGtuP0VHfQlttOe1Hj9DUcZqj+/exv7Uee+V+Tu6voryslfa2dvZ3tlBVXUmp1UFd2zH2HTxMc10ltbXV1HWepL3xGEfbyqhsb6aktIxiWVo1mCwU7H+bzppCSiwZMpk0KWWDrPyly0/RUV2Uk1lY3kB7WRntJ47TuO8MJzvbOXGsVXxoo8Raw6mTNTjL91FVViK+1FC//zj7GxpoqXJgl0Ebz2SzU13tpFwG20q80WSiUnAotLsoramjpLYOi6ZqdFoTgdXL6Wsy6YU6AjsLAf2w3ln9pVurI/CiEHgSvRYZ96l2elCnUNgdpAd1u6MfN+GFifaTB2hsrMa+iVabYpXVx4IqCfZeeplzQi+9dJjWqmKcmxKimDUJrK1UNDZQWNrJ4Y42DrSWsPZmkhWPUjrffJn6AhcVor/tyMu8JPrPnT3H0UYbZDdGAAAQAElEQVQXLplBX7vtTi6VYZ98drIHT2q7pmkYjQYsNgOGtSZf0DcdgZ2LgBze91fp9uj5vXN7TrdcR2BnIGC1WnOG6kFdDoZd8W8DQd2u8HPTTuTuo/JPPptuu90bGK1GGQQbtruZ9+1TIxurHadLrZKZMN4vffi/wYhmtmM3g0F7uHq3lmTlAE2nV33Zbrc6u4ZfWQSANco3XSQrveq7BRkBdIskbtqEbdtgBSaCuNrXQXqC7spjJ+kGW2czWXI/a7BBfp1NR0BHQEdgowjoQd1Gkdo5fDtkZP/8Ac2kskRDaUK+JDKGef4G7ESNus3PHQFN03KrVezBTZ2X6TTrnJ8ZUomsDIghk0qRjEVIqr/4/bJ0MiFlURLpVO7tp4n5IUb6Bxgc9xJO7EEw13M5HiMd8BEQnOUDScEn6McfzO2t10ovfwiBDPFIhNDCAgvBEMFIkkRM7i0StKUTcTlW42tOT2gyQ6WvQj8Epl6gI6AjsAUI5B+/TCT0m94WwLktROhB3TrdYDBquce6bE4j7KGVH/Rt5yGwA4/PrQLZYACJa1m5qZVLP909PqZnYgTHRxj8/NcMZga4ctuN15fA19fN4MVf0jN7mV9e8TBxe4hgws/M9F26P/01fSGQeZ2VYp/rXoZMOkksFEW9mSwuAWoqlcl9R1XlSUWJRJMSmI4xMdLLzVuzxFOQzaRIRGIkkilSmQypeIJULEgsmRFeyUu5CseysjKZigSJJ9M5mbnAVwTEYilUsHzf1QzpRIxoIEJYCrKpODH/IGOTYwzNxqRE/2wcgRADfR5GR4JkpF8SsRgj175mbuZrbvSPcm8kyurTWP0+XSImfZDWl0U3jrPOqSOgI7BRBFRQp2kaelC3UcS2P58Miba/kS/KQvXDzuGFFHNjMWZHoxumqcEIM8Mb58/LVm0mByIr9KiyaZGX51k3lUHBrCKxc34iRiycJhZJ45uN5+TNSN3UKtnLZS23WelU+8vrH5Vfki061uJTspRMxTcztDFccryPwVDJzPus8krPWvpVmapTMlV+TVK2KxL81qxX5VI/2R9hemhlH+X4pS5vS25f8a+iufH7/RKRFWDPdPyBHNV2Fe96MpaXe6biqONTxvEv6hR58XplvKtW5NQPsT8wRgqJ4/XGCMt5kAgusDA5jD/rY3Y+cv836XxeFqaG8ERmGJyJEvJEwGLFWWrEavQxPh2VYEfJ4QVsWcLuGca7rjModk5P3ZGB/zTjEky5Zwf4+s40fRcvMzk+ji86y5zfLcGoBGjxAENXrgrfPe72DXPr0nVGbnzA7ZlJLn12if7+axI8jHLn3iTzfdfo9frov3GPybFbdI/0cLlrmpAEjtmlNaMkYa+HqZ5+fKkx7tzqZ3J0AI/o88u15TkBs0vUJJkb7uPe9S76huYJGzMszMr+tW7cwTCa0/KQnzLWYu1Ji4dY9QIdAR0BHYFNI2A2m9E0LTdxmM2+qPvdps3WGzwCAcMj6vZ0VSaTJR5N45uJMyOD+M3QZF+YqYHwptupNpO9K9tNixwV1D1Ov+LJ05z6TTcZzMbCGbwy8FdtVd2UBHUqVfsrSILG5XXTg2GUD2vyroWFtJ9Udq5VJ2VTi3goeVMie0m3tJtRJDxLZYv5aSlXdqwuX76f41nknxK5yua15E0rWeL7WnV5eSpQU3z5/bVSVa90TElgt7pe1SlaXb58f1aC1Lj0SzSYwjMZk2MkgmozLbapdDnvRvJuCd5D/qSs6Ozhi7G4rm5Gkjzl9cqAyeykrLKYmroCYsH0shUrnvOWwj3roadrkoQhQzLUR+/oHJPTE3jnhyXA8+Ib62eot5dpf4AoJrkxZ8mkZrhxRYLXYID56WmGrl9ntOsSo+kIvdfuMuseYGxuhu5bQwxeu8TAvJuJ4UmR2c/E/CRDM0k0o0F8fbBmlFK/4Tg1QtB7nVujQXxy/GoS9D093qJmj32ysvKalJXThKyaGk3ifGyOmSkvUVlYNhfcf2GBlC59jCYNk8Uggd2D/liq1DNrIKAX6QjoCGwGAaPRKNcXg9zrsqRSqc001Xm3KQKGbWrXtjBL07IYjVnMcgPeDFmsGhaLtvl20sZmX9nOatOwripb0xYzmGWy16JSIYOMAxSZFm23Sp3dqZGrXyxbkiP8doeGehFSrsys8travKvbyr4lJ9uwLn8eD2WD8ienQ9rJJBE5UvlVpHhVuyXeVfWq3CLjoLw/FrHZIrivJc8i/tnEP2WnarcWKR6F31p1S2Uix+4wsMKHvF2CwaPk52WomXc1bla2qr7O6V3mR55vI6nqWyUPOU63xQnznI3QNDAY5XyxGnLpA/WaZA1INCSr1T6CiSRxowOrCn4SASIRKUulSRqsUgaKGxKyuh3A714gFEjgKHWhqROIF7ElCKQsuJM1tBW5qCqwY9OSpGMRWWVMYbTa2HewlPmxcWY9URKaFYsxJaHWAu5sJS5XK3UFNorlmMRYSU1TJeWFZZTXVlFeJLzREPMzAZJeL6bqOgoLiqgpKaOhuZUyu2nZi4as2O0uyooFoblhYqU1WIorsVusCLro2+YQcNYf58jLb/DauQ4qZdJQC4SoaLYTjsWZHg+SWSUuIwVqclGfQF8FjL6rI/C0COjtlxBQP5WlKBaL5YK7pQo9syMR0O/N63SbUWZJi8otdJwu4Oy3Sjn73sbp5e+V8dK3N86fl63aXJC2+f18em4Dus+9X0qe78Q3iimtNVNababzrNi/2D5fn5e7PF1et54dy/lX519a1LG6XO0rn5RMlV+uR+0/ih7Hu7xeyVe4rydvOe+T8iiMz3+3dM2+3Yj80++UUFxlobzByoFzhUv9tZG2a9l85JUiattsEswb1jmK92qxBCG4ME19TNe1/8JvhkcZKDhDZ7Ya59ivuXLpv/B7CWqmXQdoFYgUN4zRdfEf+Kuf3+HDwWoONYDZKJUv5OOg0haizvgVv7r0Eb8fNhGdHmD+3mXu9gwxm4wxKit3pZaoBHRmfIF5FmaHGZlv5HhhN319f8fluSAeY6OgsNoBO8USxHW2mZkLQzALKnY1r2Zbvm91QNtpbD2fMCwrfMNTHpLL6/X85hEwCuKVR2g78T2O22JU+W4TkCBuuaBELI1a1VffrVterud1BHQEdAS2CgH1CKbRaET/WYO1Ed1ppYadZvDztFfTQNM0NEHJICOfnUKaBql4lmRCRglq0LaDbN8pGD+JnapflmhLjqn7xyd7dFOPXaaSGVlhS5NOyoG+hIOcANg59p0f8e73/4Q/ePubfO+Nw1iN1Zz7w3/Ge+//MT99503efu08ZQ1v8s/erqT9nT/m2z/87/nzP/4xP3jnOKVGkC5akvh8MxplTQc49d4/5d0zb/LGyVf47vfe5a0/+DPe/84f8uffbKPzjR/z8g9/xqsHzvPmiXO88d7L7G8o48h3fsqrr/4h33vtLO987wKHv/uHHDFW8uaP32Rf00scaWvj7NtHaXr9T/kD4fnGqX3UNl+gpfkgJ6r9LPR+wocf/IJf//of+PUX1+lNOqm58E2OOE7w3R9/h9e/99/x1mtvcL7D+Xwh2fHaijh8pJz29vu4mW12Dr75LnWl1ew7eorW4ycoWHXAWWxG7C4TJrO2473XHdAR0BHYngioVTo9qNueffMkVq26jTyJCL3NkyHwbFsZTBpqtRF9PMBu3ZKJLPFIhvSLfU3jC4f3/iNqy4M6ZZIBV1kFpeXVVJSUUl7swKBZKKysprSsisrSYkqKCjFbi6kusWAvqaKsopa6qgrKS2WVT4l4gWSyOSgoraK0sAS1slZWXkpJRQ1lZZXUlthxFFdQVF5JkaOQYlchxaVFOKwmnFJfXFRFeVGB+F6Y23eK38UVxdhtsm+3UVDiwlpcRUWxtCuwY5Fym81BYaENW0UrbR0H2L9fqLmW2qoiLGKD0+ASfMopLq8R3IoptEvUi75tHAHpG6cZ+yJumsGAo7gEi8mMzVWQo9WICgsGo4ambVyLzqkjoCOgI7AZBIyySqdIvQFTTZRupq3Ou/0QMGw/k3SLnhoBGQRoBk0GA/fpqeXpAl4sAuto16Q8N+BTGcnvvY+GOs7NFgMGGfzuOP9VHKq+MKXSbWC8ZrJhLW2kuWUfbW3ttNVXUymB3jYwbWeYIP2Y+x6cTLJkMzvDZN1KHQEdgb2NgFqpM8gMkv745e44DvSg7gn6Uc1mpNNy15Y7d35MpsoyUpZJJVG/K6UolUqjVhGeQMXTN1HmySDj6QUpCVlSySTxWPyhL/Or2hdJqURCVqpSbMbV3G9yRWO57wVtpt2L9HMt3SaLhsVuwLgTA5q1HNpkmSb8ci9CrUgbZBJDdnfURx176vqxqYP3MR7q1S8WgWwmm7vmq/vBi7VE164joCOgI/B4BIxGo4whjPpv1T0eqh3BYdgRVm4rIzO5oM3jiZJJhAlF4sQTaQl6UkQCEVLRAKGFeTxeH/5glHhSoqvnbH9usGtEVi9EsSa0+iMjSTXoUJSrkn2E5CNJdpFyNbl/2WySoM/HzNgcCWG6Pxi9z7fIQEbKEb5EIin4ZB4ep0ojpS9HuUYs6pEKtS/tc3XLU1WuKF+m8qso5HYTCiyQexmv8OXsUDwiNi9P7SrK7cugK+ZfwDs6hleC8tzv+kqqgtZEIiU2Kc6dQeKu2CuO7gxzt9zKrBxlaenAZDyDSrdcwTMWqMm5qalgVL8KP2Okn5N46U81wWDaGSvHzwkUXY2OgI7AdkZArdSpwC4hE+RqjLSdbdVtezwC+nDi8Rit4ogzMzPDX/zFbSLjv+O//foWV7rGmZoa46uvB4RXBtnuL7nVN4N8ZH/7fVKxGLFQmFg0QSol9saSJGMRohLUJFVQFo0SiCZlyKxsT5GIeBnvHuD21724IxHiEk2kREYqlZLBtFA0wkI4STp6mysXu7h5x008F2Wp9vcpLauWKQmAU+EYkiWbThIPRYnFk6QyGYkHE6RiYQKRBEnRnxI7cjJEF/GIBM8J1O873Zf24P/c4BDT07OEM2JHQuwIJsWmLOlkmlQ4TioSIykDfykgJkF2IBBmbmCAoS8+oS+8wILiS3np6eriqy+7ESgeCN/mOfV9urA/jQpqtrmpz8Q8DQ01iLbYjTLTqKFvOgI6AjoCOgJbjYAubzcjYJSVOvX4pQrqdrOfe8U3w15xdLN+ZtIQj2aIhiQjcc+D9hIwpKU8kpLAJE5JfJih8XEujYZISoBkshdS4DRjtTqwWOxYzdsJYuVIklu/+5SbV77k69s3+cXf/p7hz/4Pfn5nnLGpu9y+eYvf/+4qU9d/wd/fDXH1g99z895devwhJoanGPi7v6VXgq6ezz6l5+ov+arnKr/+bAzf+BiBeCAXlMVimcWAMI/aAn1ffMTnv/8lnw3f4+cfDBGcGGRq4hIff32TLz66gvv2P/D/+niUW3//n/jwylf84oubXP3th0yNfsk/XJ5l+MpvwF2N+AAAEABJREFUuNHdx113Xub9VAWLmfgE02N3+fS33XjH/5HfXu3hg7/+NV98/Cs+Hejm57/qo/dXP+fe8Kf89no3F6+PEgmO0Ds4wu9+eZmhiRkW4nHCUYlEFUT3RW/7/2abAbvLgGmPvh1PzSqqgNY3G2d6MMJ4T/iZ0YicC/3XAw/JH+sOMSp1T6Jb2R3yJfFOxpfkDtwIMHgzyGhXaKlMyR65+3CZKn8SGrsXYvh2kCEhZX9ehipXZePd4RW68/VrpcvbL6/Pyb913+ZRpe9OcMMyl8tZL6/0DovMnL2b6Pcx8U21GZN+Wy57TMr7rwVQOG/G/+UyJvsiRAJpIgsp5sdj5PwWjFf35fI2j8rPDEcJuBOkXsDTHmyjze9O4pmOb3uaG5fr0FDshds5L9eTmdG17XBPiY0jURTPdsV0WjBUWD5P+/zzSdR4bxsd9s/NFBXUKdqSoO65Wa0rWg+B7RRxrGfjCylXj0YZjdr9AfMjFgGclY0UZWMk3SMMJzUMJrO0MWIymoSMGNTjVWynLYPPHSORtmHJpMmM9TE2H4ciB9bomKy4LeC2F+EqSeEe7uV2f5JUykG504olEZNgbJxAOk1gbhZ3Xw/z87NESkopKS3CaheZFhXIWlgZyyYJ+mOyMpjFbDVK2zmCQzcYmJikd9LH3Ow0qeAUs+kyDBEPsYyRaDJLYm6Eud6b9M7OMB1MiR0aa8Yv/gnco/e4Mh1g3pMiqyUJBuKyCggmq4HA/DyhqRF8C3N4ghFCMQNGk4vSsgosETepdIKsyYrFbMZsYsdsRiMYBWht2x1jzw9COYQJeWXQNxXDLQPpZ0Xz41GRr2gNPZOqXNEadY+wKRpIySprmrCk7jzfhMiYiD6sK1cudXm+p0hVwDG/lj+iwzspOnL6JX2sDrFT2rhzspbzRyWoUXX3U4/weJTcx8pbLuPR+XklS8ndsK2L8oQ/Z4u0dSsZeZJy92LZvMrnyzeRKj8T0TSxcFquOQnpw1gOB2Xr/EMYLdrzCPne6ZgcG0kyz/8J/ud3Aj9Ck/o+ugqS+2+EGLgVZqQ7uq1ptCeCohdt56jgNNqzNlaqPEfC86LtXE//6HPGsf9mmMHbYbyziUccjbu3Sq3SKdI0jVRKxk/q6ajd6+6u98ywQzx8/mZqYDRpEoQ8GiJDSRN1VeXUF0L6+Vv5ZBpTMvCIJUhIajLbMWrV1NQU515pbjFmMGRTxJJmbLYs2WxGBp5xUnG54EnwYHeBb2aMqfkowYjUp5OkM1Ei4ThxrAJClGQsTCS+aiQiQZTdVU55cSF2QxTv2ASehTDBWIxEPELGaKCwqIqiAicFBaUUFhTgskNGfU8v7CGcKcLhcFIsZcudNmXDxESGP5wkFg8TiLooLbHhKBB+pa+oAKc5idGSZmEugBog2QoKMZtLqKqpocqVlbwE4FoaQzKEP5Yku1yBnt++CGjkzlFnkZHSSjNlNc+OKuosVDVaH9JRXmuhQqisxvJQ3ePscRYasTmMuIqNS22rRUdVg5Vy0be8fWW96FlVtrx+M/nyWjOV9dYclS+zW/lSKXo27ouF8mrltyLzkg+qfeWifIVbTu4W2Z73s1z6ulJkVgpW+bKNpMrfKvFRpcv51X51k5WcvcswWc7zuHxptRmLTcMqVFBiIo+zSpX8x7VfXV9cbsbhMu7ZR4vl1kM0nJaVr4RMCIJmNG5vMpkwWk0v3kaTHDNmIxiMD9miyowWsVF4tiueJpsJg2D5POxTeMQioFbqIsE0e3UzGAyYBHO1WpfVgzp28mbYycY/S9vVW8zSqQwZ9X2sFYoMWK1WampdGGxlFDrNlDe3se/gEU5XO+5zmotxycqWw3J/d9v9TwTlIjbKTCJJsvEoraWlFBmNmKr2U+ZyUDw3wdwoVBw4zLGWFMm4m+lYCmttBTUdNSRmJ1jIODA3tMsKXTHZkSHG+sfxxqTMFCGT8uL2BfDNu3HnKEzWZsOhAjqThdIyJ0lLNeWlhdSWWHC6CqCgkvoCDXtpFYUOO8UuG0V1dWLDERpsdkptLmwmZYvIVjLdIjsQxWIFypuwVnRwrNiAy2XD6ZT2FcUUFBVgN1spKXNhL3GRWEiQleDUVuTEXlmJS9NwlRRjs7ooMmexm6LMh4QnKzKf0UddL1VgqQYsT6tCrVJlUlkJvJ9W0s5sr2labtKlrs3O/tMFHL5Q+Mzo6CtFHH+9eG35LxetXf4YeyobbBQUm6hpsi21P/pqEYqOPCTzyXSshYmSrXQoOvxy4ZLuHO9DelfVr/ZpdfvFeiVbkdL1RHIX5eTarpFXco9In6h0PZ51y9fx8dhrRSiZ67Zbw47lvAfPFVBYZqKowkzzQQfKNoWBOnaW8200337CJYG3DZNZ25kn6BZZbXcZqW510HS4YFtTy9ECWo8XvnAbm48U0HKsEJWuxkyVta5Tt5r3Re3nbBcsn4f+Zjmm1LHlLDLt2ckTdZrmg7pkMikT36sm5BWDTjsGAcOOsfR5GyoD+3QKYhGZvZH8A/U2amtr+Bf/4gTOpnc4fbCClupC6upaeflCh7BpUPYqxztr6KiV3W34MRTV03LwFd57+01+8sPT1L73LoedTglsmjh46hW+8yff5+Xv/5Bv1ds4/Z0f8813/4B/9uP3+Kf/4w849M6/4CevvMu/+l/+lPe+8we8eeJt/vhnb3L+3fO0FXfy2ptv8OqFWpyBu3z2y1/xa6Ff/bKHdEMT+145RUtpPe9++ywnf/YnfPPNn/GvfvQeP/zpd6k78U/41ydg3zt/wNmDHbx6rJX9r3yLhqa3+dM/fJs33n2JNnsI7/WP+FVO5j/yq8ujaPvf4OTZb/POmfP84E++zYWXX+dIbQOvvnuGk+dP0lZez9vvHKO47ThnX3mFZqeRwlIXbT/6MccMBo69/hoN1a0cOHKaC+98gwNVTmRB8pn1mpokSMYypCUYe1oliWgm9x2eVGIvX4RXnJybg/QFc6tjIJnIougFm6Kr3yIENDQM6gKioW86AjoCOgI7AgEV1JnNZvSVuh3RXY80Ug/q1oHHYNSw2AzYJQiQ+/Q6XDutWI00LJx+9yyHDzVT+KzMt5RS1nqKt370A36Qo1c40VpJMU+3Wara2X/+3fsyf/h9fnChlZoS22OFqkc5ylo7KS3fx9nzpzj/UicFj231bBhyx5XdgHELZt8tDgOOIiPqFerPxtrtLTW36ilzLjv1eVmjScNsNWC2aOjb9kZgI9ap4zElkzWJLZq02YhOnUdHQEdAR+BpEVBBnXr8Uq3U6Y9fPi2aL7a94cWq38baZZylCTqamnXdxmZu3jSNgrICCVatiHubb76RFpoRk8WOq6iIQqGiIid2iwnjRto+gkczWbE6CijKySykyGHBbNyAF5oBk6MIV2ERJSUFFDifoe88etM0yBNPuRnEdYNMPih5TylqRzYXKJGuBZVhB25it7ZIO9B63eRVCKi+NMr5aJQJG8Ouu2+sclbfXQ8BvVxHYMchoGkaJpMJPajbcV33kMEyLHyoTC8QBNR3ntTjUbvx0TZNBh7aXht0GEz3X4giQaBcv6SHX8xHfZ8ulcyiHsN8MRbsIq25gEj+reVSNo36fUL1lVj1/dhMSi3ppYlF07lHX7OxIMG5KcbGZvHFU6TVMksmQSzgxTMzi1f4Msk0GSnPysUgk86QTC0qisZyLxlKkiQR8TE/Msb4fJhoIvN8v98Y9RMKxwknFu3SkxeOgLq2qMBO28I7qxyCL9wv3YAXhUCWZNjPwvwM88G03DfSpOIx4rEo8UScpFyX1NdE7j+tkEG9MVR91/q+tXINzPPGk7k2Ec8Ik1PzBCLJ3O/DpqIBAnOTzAZE7l5+iv8+YM/5//ZRZzAYMBqN+tsvt0+XPLElW3jreWIbtmVDdSNVF0d1kdyWBj7CKPUto4yMZhU931HmI4zSq3IIqONKYgS9W3JoPP2/rACqgrYVkhTAySDjczF8wQiBBT/jI7OkYlN03ZOAbSFOwuvGNzbE4Nw843d7mA16GZ+YYmJkEu9CkGA4SXRsAp8EcNGkH593joGpOKrjQoO3GJvz4ElECC3MMnh3Au/sEL2jEhAGkytMefKdLFmZAUglUqjAUl2HVGCaSadz+xKZkp7rYXjaw2QgI4O9FIlkJje2y2ayPOBdboGUS/u0BLjpZILI6BjucIyo8GflYpdO3R/okfYwO+PH54+Tzl1H7o/2MjKAzKbTUpaWm7+6yiyXred1BHQEthqBrEzceOXaMzK/wIKcq9noOLPuBTz+CLF4gHDUy+REbPF8DBBckDq3muVRk1geZiY9eD1B4U0QDYaYH+pixjfH2NAY8+ODzM6PMTznxyfXu4xcB7bafl3ezkBABXX5lbqM3Hd2htV7yMpNuKoHdeuBJQsAarbVKKtayXiWZDyzpaS+d5GjRbm5fGyljrXKHmdHQuTl2kmaFLsT0QxxIVWWzJWt1LGZMiVjiRZl5fc3JUfa5tupVLVdbrfKq7KtICU/57/o3Kw8ZYci1U6ly0mVKcqVSb+pVO0/khJZcjP5Jo2sDJaVbY/kf5zNIi8jcnIj+fWO491cnhXnhDIyGFGBjOwtfiQISXm43jXH6MQYExODXLo0QGz2Kh9+covB6QUCcz6Cbg9BZ4aRX/yKnsk7fH61TwKzCLaqKgpJEbj2JT3jowxP3ebevev8/vYC2WyUkWu/4urdQUY9PkJRH0OTUBK9xKfXRhmciiza8DRJlmQsRsjjxu/3Mu+Pykz9PAGvl2AoIjPuIXwysAsMX+SuBGbdMyGp87Ow4MMfSolfbtn3iW0JUoJP3pJsbEEGfRJ4LoQkGA0y++FH3J2VfVmCTMYiBMUf97yPWKyLa1cHGBz2EwrFCMwHBI0UgbkFoTn8wheQFUJBOS9aT58hAuqa8QzF66K3MQLZhXEm3X4GEkW4LDG04GW6+qcYmY4QTcg5Hhnh+nU5Z+MqiJuRVbgpBodC4pEK7Aa5e2NEJrS8RGWlLiLXlLnRcUwFEfqvXaPv0u8ZkGtjV6yEQnsag7bsYiES9sJHeZyVG6hK94K/6/moaRom/fHL9eDZUeV6ULded8mIJR7OMDceZ7Q7zMhW070w/TdDjEqqZA/dCTF4O7RCj9pX5ap+wyTyxvsixCIZkhLUTY/EGBA9A7dWyl6Ut0LfY8tEtrJ5uCu0ZPdwV5jNylZ45tsN3b2PrcJh+F6IEdGh8o+1ZYP9ofT03wgt2bspueLbiCLRpWxWtuX2xca8HFU+rHxY5MuXr5WO9YRltjRNyJ9iaijG0Kr+XqvNo8qmh6Iy2E+iHudc7zDe1eX5iReTAW3548SaERy1lAeHMY5fIhxfIFHWTvRmmLbyMaYIMyYDnEhwluGBMYZjhVjmezDV1OHcf4b6IheFLk0C8GEu/eNf85f/8ed8cKmPoAR0ZO4xUnSI4HgKJjxkZLUuMjPMQPcEWbsFk8O6BZCnmerp5RaNVzoAABAASURBVMu/+zk9c5f5y7+5wWd/8f/lyy8+5ebEJO7Rj/kPvxCdE7PEovcYuHeLT397nZnhX/LXn8/z9d/8O768eJHbnjQpwwNz4l0fcfv6x3w0Ose4J8vSm86SPvzuMW5dvcWH//7v6A4HWZBoMJ0OMTXYw+f/8DlzmTk++/sP+eW//zlff/IVU+5ZIiJ6rw+GBIJn+lEr0bmJm2eqRRe+XREwuOwk/B68Xd2EDHYJPzTm7n3MV19+zY1BN2nToy0Pj3zB5U++5ErPJAFjknRkhomhbiYTNiirxpyK4r15m4DmJKMtu1g8WuyuqlVfs1G0cmJwV7n4WGc0TUN//JJdse3Ns3gDXadm/6PhFLOjMYa7IgzfiW4t3Y0w1h1hSFIle6Q7ymjPSh2jUjZyb2WZ4n0kibzxvhiRQIZwIM3sWIKx3miOHtluI/4JDmM9EYbFpiW770WeTLa0y/knMpVdOXld4qvYP3xX0o3YswGeEdEz3h9dwlnp2jAp2xTl9Si71L6yMV+m0rXKVPkqGhHcVJ8EvUnplzgjq/p7w3Ytyp3oj6F+NDUtK1UbOKSfkmX7Nc9KRJFJg/qJiJUDX02MtdJZ5GFsOEjXVJjS5mk+ujUFmSnGhz1MS9ZhM1FTEydSd4o6VyGFcmPTBEtN0ySgM6LRxMm3vsePf/otvnGqFWc0TOLaRUbCZvzTw8x6Rpk02TEX1WHymmltLaCkzCK6n/YTx5uyMc0hDje9xCGXD2NhNaX1TTQ4MiRG5ig+t5+6hiqckUlmfcN0xY34o3W0NzixV7RLXT2t1Q5sy0yxtHRSggDW20VPUMNmd+BwWTAlZ5gaH6K73yuDvDQRq/hkL8RhtWKW2fuMeuySLGmJEOv2FZHKhOi5NURucWCZfD27tQioJwzC6ntUEmBvrWRd2o5BwNHA4ZNneONQKVO/+m+MxOMUHXmX1998i/MH63A8xpHC9rd45d13eOV4K+UGMwZrMbUmL87GBhyNr3D0+Ju8f6GRmb/7C5lwXCDzGHm7sVo9jaVIWz4xuBsdfYRPhsXv1KXTcn94BJ9etf0R0IO6dfrIYAR7gYmKRgdNhwpoOuzaUlI/Apr7kc3D92W3qB8MFVquR/E0536Ec+O61Y9pNnS6cJWYcBYZqWm103KsACV/uewnySvZLUcLUakiJUOlTyK7RfxWP9aqfMzLUbIUqf2tIiWvVTBU6WZlqjaK8u2a5RhoFrsV5ctUutwPtb8eNR504Sg0St9YqG51PHWf1OxzUFRhwWTS1jmKd3ex8lozgEH81x66IRsoay8hW1yHOZilOTnOzL5v0nn2TRoiPrLz00TtlVTW7ed88QDT5mbSnjH83b/jd5dv8smlcSIJCwVlFVRVV1BWaCERjXHzrpkDBw/yjTNW7JYo/TNmHDLjve/CAYkXvSTdAZ5+M1NoTlFiGOXe4E1mDWVgKcVps1FQZMVWaMLT3c3IuFtWDwuxG604owvEkxpOsdNkd0nAZpegzIBhuTGxBIlsghAJgr4YFmeUuVE38+NTLAQDBCR4i0SDLMgsfjI0hd8fJBxLY8tOcbfrJn3uKN5wAuIhjMkwMuclod5yBYt5PdkSBExmDYtV+lBWordEoC5k5yEQDxMMzDAq16uR2SRqNSk00ycTq1/S1deLepTc1/s7Pv/kV3x5d4yhwV6Gb37Ah59+xKXhMJ6pfkb6L3FbVv6HpL3BUkZx8wVatHmyvj5G3eOMzU8yMJ0kmdp58GypxWqWcEsF7hxhmqbpK3Xsjs2wO9zYei8MBg2rw0hptTUXGNW0OdhqqpVB+aNkqvraJ9Bb1WTD7jJicxopq7PxJDLWs+tJbVpLXk7WMgy20s619L3osuoWe65PHAXSLzVyXD1B3y73oaLBhqvEjApqtv4M2P4SZaGO3H14KbPSZnPNPtqPH+NoRxv1RbUce+kELR1nOdFRy77OOlm9O0BLaSsnDldSWN5GY20FDRVWLGYTVpsZZ8c+Kp0uXNZKKqoaOb6/AmvLGY51NHPs9CHamvfTVFJN59Eqqo6epKmskAIJMHnqzUxlVQmHDldhsVhp6Gih5eB+KsvLcRaUUtRyhIOlFpx1J2jf/xKvHjvM+cON1NfXUVVkoqa1iZLSErSwD/dIF11371PfbAatbB/7D3VysMaOq7OTGpcDl6OGmsYOTp7ppOPsUeotdbQ3lVJe7qK4sorWo+0UmYrYf2Ifta3ttO0/QOeBZhwG0NC3Z4WAUY4liwrqjM9Kw4uXq1vwGAQ0AwajmYLSCppPnKC06CAtNUWUy+SOyVSI01Et14ASHA4bZlM5FZWV1DcUYjbbMRtqaWouo7TUKfsm7K4CqtqPyJjmKB31FVSKDKPRgrOolNbTJ7DZrHvzfNYvYmiapgd17I5Nbsu7wxHdCx2BvYaAesljOp3NvXRlr/me9zeHQSpLRgV2+cJ8amrkYGcrR88cprDxDG+0gkMGOy0nDnPg9Zdo3ddGk9VB0Ym3OVxTxZETpzj5yjd4XepfPttM5ZmTNBQVUmSvp67xIN98qYHjb56i3CkDqLLDtLae5huHGjhyrASjrZkTp/dRW1eU1/4UqUZBdR3tL73J6YOv8saJag6dPkh1bY3YX4Kr5hTvvX2cY9/4Ca8dP8fbZw5x9vXTdO7vpKnIRPPBDqqqqrDEwgTmxhgbu0+zWjnlzWd59ehRzh0upeDwqyK/iZZ9x+g4eIa3XzvBhe+9w9GiJk6fPsaBAw00tTXS/srbvHTgFX7wg3O89NoFDr/0KgeOHqbcDBr6thwBNcmQe3ncWsfjckY9ryOwEQRsJVTV7ufcqVO89o0TlJad4qVX3uTNb77DuaMvcaTlEK/86Lu8/ua7nO08ybmXXubV73yb1y68ycmmg1z41ju89u57XDh+mCNtMml1+DhFJhu1B0/QvF+uGU1HOHP8lMg7hkuua9v4fN4IWpvmUf5qchWTmAZy/9iTW/7xy1QqJROl+sVrJx8EelC3k3vvUbbL6EI+wqGfoALCrvwkExnikTTJxN7sY3UPNqrVDLtBZhm1XdnHT+OUvaye1rPv8d779+n14400lJqfRqTe9hEIqLMwI5Ms6WQWlT6CVa/SEdAR0BHYNghomib3UCPqO3Xq5Uzs6G1vG68Hdbuw/1Uwl4hnScYzMrjYhQ7qLuUQUI9m2V1GLDb9NGYnbhIFqBcy5VZ2dqL9us0rEFDTCmqSwWTR9uwj0eibjoCOwI5DQNM01GqdHtSx4zd9NLhOF6qZVvVWvZishMjYK8d1/5/MwsooLBaTZep0CvXmQfXoV0bKUvEEqWiAUChAMBggHImSSGbuN3uO/+X8xCwDCzW40Lakh9NEQkG8816e7rvUGQk0o8xPzpJIp5/gJQtJ4rEogYX4o9EMLRCLx5G49tF8y2oz4RDxBT/hZWWPzWYFjfgMc54YUQmgH8uvGORgks8T+K4aryIZRWqa+reqfI/sqsmLdCqbW61U6U50W9M0tuYc3Yne706bNW13+qV7pSOgI7B7EdA0DRXYqZU6RejbjkRgS4b8O9LzxxitGTQMRg0188qKLYnf7+OLL4ZJeG5y9dYIw5Me/D43ff1TsjKWJOW7w9D4PJOeNBkV8a1o/3x2NGW/kKY9PMLIJJMkY3GSiVQuKCWZJp2Mk0hlSKekLJkgmsi/2jZNKhFkbmycwa5hAok4SRlNp0WGmtXJZNJkhD8ST0k6yvDgOGMTQR6OZZXsCAvz03Rf7cUfF5zSSbEhmdObzUp9LJLLK8gyKamXwCxnhtindCTjEQmUYwTDSdKqTvbjqbTY7MHnHubu3TniYn98IURE5MclcEyLbcoXMZmM8k/K08pvFVkt64qE+qHnyXHmpCxLWvBJkFR6xZisyEwJPlHVTvYzKakTW+MhH7FAN9f7Z5lxx8QOabfgwX37JgORBFHhFXH65xkioA5vg0lD24lXMo3c1zgkQd90BHQEdAR0BHQEXiQCRqNRxqwZ/Xt1L7ITnlL3ThwKPaXLm2guoy1NaGWLFEFZtbp9e4bkQj9j/T10D4/TNzXP+IQXg8mCJTWJNxhnIWbGKIHhyvYvei/NzMAAk2MDjE1N0Nc9hH/4Mr3THrwL00xPTTHYP4p3spu++QTTQwNMz4wyMjXD0L0RJrtuMycB1/zwgKy4dTPunmBgaJ4Fr5dYbJzRUZExHZZgcbmfGUJzk8yMDzI6P8tg7yQh/6jol8B3fIS58dsMjPdza9THnDdKaHqUOaERbwCvO0h45CoDon/WO4PPO8fouI+5O18y4pljqH+YqelBpr0T9Pd5JKiL4R6ZxOsZZUJ0DvSN4Zu4S//8ggSl9xgb7WVodobh8ZWvnk+plVWfB18yxuxwN3PuKUbHppgZ7sM91c2lvjnB7R7T7iEGp6cZ6htmtu82owuTdPWNMz50l4mZCUan/Ph6uhmPJlnzq25yPMkHRcsRepJ8LlBVgeOqAPVJZO3MNllZ8cwi8wrEwhnCC6lnSiGRH/SlUGlel8qH/KlH6lVtAt4kKs23U2kiliGVzMjq88ZsD4nu1TKUnKchJW+1/crW5WUqH/SmVvi9UZ15m5WM1XI3KuNRfMp+31wCJX8tvpzdj+mffDvVlyqft1nlN0WBNKlklpSc+NFQeqm/17PtcbKVDHWMqKdGdub5uTVWKwwC7gTeqdiGyDMZwyO8uXTi0W1yPMKvZKu8W/jzpPZVeZ7c4zFU3epytb+6fDVvzp5F2Yo/LzOfqjJF+f18qsoU5fdVmpO16J/Sq8gjshXl8ov+KN48KRm5OuHLl6lUlSvK5aUux7NG+1y9lOd51b4ita9I5RWpvJKR91+VKVLlilR+OamyPOXb5NqLLap8Oe/j8opfyVB8Kq9I5R9FCsuAJ0E4kCKZeP5PVW3NGbI1UjRNQ63UZTIZPahj5256ULdO32VlxKwe6XrciV5ujRDwzdM/5SWSNWCyuXA47dhtDmxWK+Zt9RtDavSfov/KTYYHehkcG+LaJ58xcvNXXJnxyWrXPQYHe7naNUpw4iKf985x44vrDI9NSrCTIuD2MPnp7xiTVbLRG5cZvv177gzf4crAAsngAvFMipRgAAbk+sCDLcxkbzf9Pf3MywpfTFbAkmMXudEzRHfPXSb6v+RG3w0+7xqjb8zN2K3rEliKfcEEAc8CC7c/4NbkLNPBGVkRnWKgZ5rRj/+WXp+fvhs3GBwaZCajyYXIiFFL4R0cwTNxle4RCcbujhOe/JKLfZNc+fALuvtu0iUrcjdvTz8wbymXIhad4+YnHzM8MSC2DTJy9xITA1/w9zc9+O58IfZd4aveQa5d6RM7r9AXg5CsDIZnrjE4Lm3mlR0ZDM8hmJfFTQlosjKzll3yYE9lxO2kDKB9swmmhqKM9z1j6o0w2h1mXNIlXZIf64k8Uvdot7S7F2E134IMVCMy+PfNJVe0H+uNomhJx6Jfo6JHyVpd/jT7o/fCLLdrTPwkLoP7AAAQAElEQVQZ6VpZpvwdET6VblaXsnlM/B/vizAqGKh0fNGfrUhVfwzcDK3sk0X5Y5KqeuXTRnQpPkXK5ifBeaI/SiSUyg0Q58bi5PyWvhzPk9izETvyPNMjMRY8SVL5xx721MmNXM9B3YNVkD12L0Tv5YUNU9+lBfqEv+eS/9FtvpZ64VWyFX+v2s/TYrmqU9Qj5T0XH/CrshxJea7dMv5u4VvOq+zJ2aJ4l/Hl2oudvV+Lb2uVqzJFimeRlJ2KelW5yMvpknyPUK/s9ypZi7xL8qUuZ7/CQ/Kry9V+j6pT7ZfXL5ejylX96jJVvlimdPQKj/JdkZKbIyV7kSe3n89LW4VNr9is/OhVbRcp51+ebyOpyMrJkDRnh6QrdK0hQ+Gojq15CdijwfzTSXvsRFvmrtFolPMuK2OKvR3gLoNkx2UNO87i52SwwaChXkBhd5rQHqHT2HieVpeBslAv92SA/wjW7VNlLsNV3klzSQktGTez2iE6DjRQpXkw2AxYDh+l9kgLztmbDCzUUFzYyqHyItSL81SwlpVoQmJeYlNuspEY5ac6adjXRnFREU5HIXarDYtxubsjjMedpMztnKwuo8KUJiwrgP6ABIvGIozl5znSdIITgV/TMz3M1THBXKvmVHstrU0lGA2dtLc30tjRQElpGUWo+goqahs41JDFZsvgSbqw24uwmYuoqXbhjM+T0TKYDh2l7vgBnJ4YBkMVlVXtNFeVUmR9uLOy2QDx+AC37mVZmI5RXFZKRU0ZBXYrNa0H6GiswmQyk4qn5aJnImMrodimUdjURlP7PmqKy7CnLNidDuwOM4ZnHNipvlA6DIblWO+dvMR0ZOU+PDMSp/9mmHtXgs+Uuq+E6L0epvtqaEmPyvdce7C/lg19N0L03wrTK+ny+rmJBGolaXY0viRP1XdfDYqO4IoyVa7a90kAo/JbRX03wiy3X/nTfztCz/UHPnWLf8p+VbdZvb0iR9mt2j6pjEfpVPaP9cZQNq7m65bjoU+Oi+X+reZZvt8j/ars7BV/+8Tu5XUbyfdeD+b60+9JyURQ9H5/5/tS0o3IWM4zdDssK05xmbjZO+f0ck/VCmVYVllDQnOjUcZ7whuiiV7hW6TJ/sgj20xI/USf8CvZ0mZyIEKelspVndDUYARFq8uVDNVmefn0kPCKrPGeECpoGFeyRddqvnGRq2iiP8zy9qpMkSpTpPKrSZUredNi16S0z5HoVLLW4p2SukmxQdmSr8/JUGVih6pT8lRZvn55qsonFnnz5bmyPH7LZEwp/8WuB3wRcv0iPPkylar249J+QuxXmCn9yk5FubpV/KrNWPd9THO4LqtX/EqG8m9S7FT7iv+RJP0yPxYj5E/L5Im6oyw/Avde3ihBnb5St7P7fY8OBx/faeqptnQyS1KW5B93qhc2H2DfoeMccT5e7rbgCE4w2vMZV8bHGXYdolWMMgtRdwBHOk7q4kfc+ngcw8FzHCgeYmzkIp/1jTIvq2El1TB081OudrvxOivAmmHsw99z6fdfMuTPEvQNMj8zxIQ3pSQuUiuNZi8pz0V+e7ub4agR58EO7FkNg1+Cq+gCydQI00X1JMNWmov9kt7jt59e5ZPrE0RTGVb2QUKCqnF6r3/MZ4MQzVTQbAkSmb1G73SCmPQbNe3YDdLq0ofc+G0/7CvE4DKz3maU9tF0gsmpZk63R4mZE/gyZlJYJIRc1spoxhybJRiYpjdeQFEWjEJ5DoMpCSYvfVdGCAVjPMv5Ls0ABpl84JHTDuzaTdM0rHYDrccKOPVOGee/W/ls6XuVXPj+Gjqk/JG6Vb2iVfY1HnBRVivH+xHXs7V7ld4Vtip/Vtl2YdV+jn+tskfJzdepdorUfj5V+a0ikXnhB2v0SV6+1Ofsz+9vJFWYKNoI7zKes+9VUFJtpazGSudLxZzP686ny3g3YtPxN8uo3+/CYjfu2nN4I46V11l446cV/OH/2rCj6Hv/uoaDLxXSdMCxo+ze7ji/8ZMKaltttB118oM/r306bP+Xet76WQUN++1ynhk2cjjuNp4lf7IyUx+LxQgGgySTMo5ZqtEzOwmBvX0UP6KnZLyIQVZa1ItStBV8VirKK/jOdzqx1bzMgZYSGmrKqW/o4NyxZuEU7sJTtDdV0Fguuy/oo05QRawKh3Lm2Epk4NHBsWMnefkbp6k7/zJtdjsueyttnSe48OpZOk6+zvnGUo6//jonTr7K6xfO8faP3qL95R/ycvtx3v7xtzn76rc5tf8833jpIK0H26lwtHDk+FEOdRZhXOjj2mcf84XQ55/1Eilppu38Nzh/7Azf+cmr1LV9g1dfOs/L50/Qtv8gjXVHeOncO7x/oYMjL7/KgZMvc25/Mwfaq6l46QIthUUUoVbamjh8pARNK6W6qZOTr53nUMdx2ms7Ofv6UWqKTZSePElD4zlOtZ/gldfOsO/UN3ipqYbzb52irW0fzZWldLRodIttXwl9/tlFesMuHG0XeLmhhuPvfI9zp85yqqOeun1Hqez4Bt/pMGPrOMeB2hbp833sa62kvTTOePoVXj9eQ33zUerqmjl8oJKy42/w8r4qim1mtBzgD/6p738lJehMp5dFgg+qN5XLSMSoHk+638+barormHPnqAS1FrsBe4EJZ9HOIousihvNhtxgYqfZrttreuh4cxSaMJo1TEI2h/Gh+s1iZi8wYpZjRB3nu+KEfUInTIJnQYmJkkrzjqKicjM2pwF1nu8027ezvS65x5utgqtc94sF46extbjSQkGJOXfOauztTdM0rFZrjtR36/Y2GjvXe8MzM32HC1YnuCbo3F8JWe6MEYfDSUdHBSZXIxXFdgrsFhzOQqqqiu8z2mopK3ZS5Li/u33+K6+MNBw+RPv+w+yrq6eluRJHfSMlJjMWQwHF5TU0trdS1dRKg9NIRWMbdfX7aG9pYt+BVkrqD9BS3Ujn0U4JnPZRW9bAvrZ6KuurKbSUUFNbR3VtJUUFDlwSiBUIFRa6KKttor5xP20NTRw43ISroIHG+gYaJNgqLa+iuLCWJgmY2hvLKKtvprK2lbaaCuqqi3A2NFJstWHDictVRH1bFTWn36KzrpWO1gYqyyopLqigobWeErHZUVMj+qupKa0RX1qoam6n3uWkoaUm9/hmsbNI7KzELrbdt6+AwvI6yqoaaSm1UyYrr/U19dSVS3lpFY6yFjrKDJjK6qW/m2htkP1D4sv+Q9SXNbG/zkVhcRWFhcVUVjhxVLfRUlWI3Wx8KKhDNrl2okiyT/XRpLWSo6FJTv/oCOgIvGgENE1DM2hsxSmpJmxSiQwZ9dgIe3NLyQSYmrySRYS9CYDu9TNHIBZOk4rv7fNMgaxpGmazGaPRiKbJNUwV6rTjEJCwZcfZ/FwNfvr1lOdq7pIyTdMWT0xtqex+xkTT4TZqa8slSLpfsuX/TU6c5c3sP36SYznqoKFcgpx1FG222FJQSN3516iz2bFvtnGO34LFUU2z2HZE6Njxw7TWl1NkzlU++p+xkJKiYqrrmyhrOcWxCrCZHt1kea3BCCaTxsOTBWx60wxgkNVkJN10Y73Bi0dAXVzy9OKt0S14WgQ05JorJOejXH552k0FMiqgQR0jTytsB7ZX/ifjWbJ7OKjdgd2240xWkyfqWNtxhj8Dg/UVumcA6nMWKbef56xxx6nbfXdUo8WIwWTYcT2RN1gzGDBJQGeSkZOMo3jem8Fixepw4LBKhPa8le9tfZvwPisrHGr2Nb2YZsguvuBHMjk598/s7P0xs9zVszKCzuRIymQ/nYiRSKZIpTMiI71IkpeGijcrPJmcJESkFC7mVZIVXelkjHgiSUoGpStrFYe0kSQrMu4bIDub/WRSpMU2+Wy25eb4lY1p8SOdRVzZXNtHcgsqmXTu508k90jOvVipHuW02Az3J272IgByUKTlmFPXeEUPQaCOS+HJlUs+d2xK+qDo/vGaO1fJkE4kSMQTJEVmnifXdrv9Ex8yqZRcU9JyfmeRS9ImLMxKu0yuXb5RJp1GUX5/V6cKu2SUeFxdrzKChXgrZbn+lmuy7D30UY9FWx1GWaFa8yh7iH+3Fmiahgrq1D1JEfq2IxEw7Eirn6PRGtpz1Kar0hHQEXh6BOQWLoOicCjIwsKCUIBgMEIyLiQRUCalBktCcpPPplMyyJMAKxElGgrkeEPhCIl0FM/gdQYn5pjxBAnl5CxIvZ9IVNoGIsSjMSJirLoBpkSfSmU0haJ0LIhv+Aq3eseY98ckMBTGVR+5h6I9zaN6gSk8vhC+6CrBW72bTpD1jTDlSxJJbKFwkZuOevBEM7k+2ELJwC6QJodxVkUqku4CbzbtgiajE2ehEYNJ7sHyeUhAMi2nWoaUnMdpOY8jch5koqlcWTordXKeR9WxFYnI8bXA3FAP/XcHGZqT81GEbVdY03It8U9NEk968fijcs1Ji7Ub/SSJxyJ45yP3AxppFp1zE3V7n3juSETsmI+aSPMPXeVW9zAT7giJRJqMUEoFdrFoLrjdrv2+HUDWNE2Om2yOtoM9ug2bR8Cw+SZ6Cx0BHQEdge2OgLp1jzLQP0pPd4BUwI37i7/g6+kAw7d+y53bV7kxNEqw62/4P++mGPzqCiMzk8xKs0xwnsidX3MxWkXSZMZmTBOfnmL2ytf0yuAgLq7P3f4lN69/wV13glhogi/+8pf0z3npv/wldy5/RVcoxmTfMDaHh5uffULf3V7WfZ+YJgJXf2SgmkkmiKpgVAb2SRnAJmMxCUzjEiDK+qAEqLHRz7g1Mkm/N0kqHiUYTsnNGNJLvAlSwrokOh2X9hHCEoyGYqlccSqeIiNMitJRsVDNcCvZIiMlKxtKZzjoJTv+j1wcnmfYF5fBZoasrNwlo0Gi8ez9lYRUgoTYFxZ5EiKDBMmRaIK4yM4pWvqXwn/rmgyuu+gVjJKhBSKprAy+UiQjMZS+RCpJVPkifos3JOMxYpH4fb+TYr9Elsm4l+HBHi5d6iYmHZKVQX08HCWeSMkAPkNSCpPRANFkRkyJk5QV06SsWCSjYaLRBaJqoLccmyX7tlFGjgvtaYL+beTKk5oiY8x1my7cuMHwxDjTsUk8Yxf5i4/mGP3ocwbn55kPDzE2eJW/+u0oXf/5L+j23OG2O4VnapqFwY/4P/7qnkzO3D8HWFfDM6xQK9SJGIFQSs4fuejIuRmLxonE0nLsxhi5fksmOwYZGJljalKiVQlSM3LsB0JJOQ+ypCVgTQp/Us45OcQfBGyL52FAzgllfUrOqYnr15nuvidrlapkd1NKrl+jd4cwmefp+vorPvmrX3Lnxpfcifbz81/eY2Yu9ACrRSgS8QwpATF3uVks26tJfqVur/q/G/zWg7p1elE98pBKZGUwkZZZ+hRhf/KJKCTtQjLDrdL1ZAS9CYKKRyjoSTxSj+JV8pQsJTMg/CpV+3mKBFK5i1QqmSUSSBKUQZ9qs5xXlQVFb77Nk6RBdxRLigAAEABJREFUkRsUGUq/kq1I6VktK8cjvq0uf9S+wkPJU6TkP4p3vTolI6db+iAnZ5kNSmZQ7Fepap/nVfm1SPEpGYoU71o8qkzxrYWBqgsvpFDHlLqJhHP98ui+zrUR29dL1Y+lJmIZMjIWX+cw3t3FMhaSD1l1N1aZJW9lNGw0oX6/MJs1yKDJis2skfbJgE6CjjnPGCOjQwwNjjA5dpeBwRlC830MdF3i+r0+RqRvjMYI492jhCIZNJsDi8mIUYKctNOJ2TTNvAQIk9NxQqOTEkRNMtvbw+DkqMgcYnhojjFPhrgMqIxWA7FglHh4cZTFRrYM3slxui9+IXLu8elX/XR98iu6795kSAasC3O3+PjyJJOTQ3gXehkYHuTujV7c0xf58p6f3i9/Q/e9u+JHipRAsaRx7jr3em/x2a0+5m7/nq+mvFz74g4TU2OMjY1w99PPGb3593wyNI97tpu+vj5udk2xMD9NODLP8Pg4Y9cvMTjYTb/fz9zwEIOf/I6u2X4u3e6l6/oAgbkJArM3uNg9J/hdFNuGGPAvWSCZLAm/j+CCn4WAF2//XUYjXu58/hk9XZ9z5e51fv+bS7iHJKgeCXLn1m1GBu/QNzLI159e5tpHnzE6MoIn4scjK7Feb5i09EV6YZK52VtcudPD159dZvDi33JF/Pr0Hz/m3r0vudE/yKWvexj6/Ofcmvdy/fPLTE1Ms5ULj+Lcln4y6awcW5n7x/eWSt4ZwmT+RO6/GcEgKxg8bHMqGCAqQU08E5fA3c+03ItiXr8E7AmSstIejSzIKnuUkEzIhJIhIlkLJlc9lQWllE3dICkXzszDYp9LiW9qlt5LN5mQiSRfrI/bt4YZuHuL4eE7fHUvJJM5wZwPkVhCriNu/HP9XP5iGM/El1y+N8PNLy/SffVLuuaTJJed45nYLL65Ibr6fPiu/paro+P0jXkIesIPBTPPxdHnrCQjk2GxcAzNYshdcyNzXnwjw9z94jKRunJw2B569iot4ySJsdkIQM/ZneeuTtM01BMnip67cl3hliBg2BIpu1BIJpMlKrNo8xMxJnpCjD0hjat23SFyqcqvQeO5H9AMLeoIL6b5/ZXpePeD+nElV9EqmVODYQnm0kSCKebGYjnd48KTJ+XL/fwDWapss5SXcT8N5fSsJWN8mc1r1a9VNq78ypPYvhbP48ruywjn7MrbmG+j9lV+KVW6pB9U2Vqk+JbTWjyqTPGodC1SP4aqjqnwQpL5cdUv4Uf29VoylpfNDEcIyEpR6qHVkF14Qm7WJc2A2WLCYrEukon7F7sovlQhqaCfpH+cvmglZQtjICs9BqsNm92OvaAYW+1hDlTZSU+N4/ctkLQoORbMVitG7z1mU1bc/hSxkS48sXkSlUX4BwYIJmOETA7CM1GyyTAL/ixlTU2UVlcs6mcDWwK3J0jfUACzxYxvfJTpkSH84SDxWIDQ+D2GE2YyRgOG6JAEdz3ckEDM553HKytc7ulpCUbDZFQgumzAR2CEOY+byUACLTrCHWkzKIGrx+fGI23He4bwysqHV7CLzvYxL7zerBlr7i2uGprRgiXqJih4DcxOMtA1xGz/bUZ9EXz+OTmmh+i718/8wCVuj00xOTuHPxgmtmLSwYBmMGASmWYtDREfXlmBGB+cxBuYYTbgYah/BlNymPH5Ke7c7Gewb1Tw8OL1BUkEpxnq7WXKFyCGGZME70aSRMZvMzw5yN3hKQbuDeEZ6sFjSjMpbQORGTwSAEz0zeHp78VvtpKY7SMsuqIvalSPvm0YAW3DnI9kNBjNWFzlFBZVUkFYBvcrZoIe2XarK7OpKEH3JPdu3mNu5CrX+0e4NzaH27uAPyp2yWdJZ2ga7+gdvuiZY3Z2FncghnvGw4LPR0quccbl+BgTJFJB5mXCpu/GICFZ0dNMBlbwLAnehRk1E5AKE/SnKa6ro7axCFN8nrnpEBGsZDWj9PtKv40mTa5Jqmw56Gp/75FBrs0qoFO097zfUo9fmDDDC9O8AxSrmdJEJJUL7mISID0xyUDrUW3jUh+XAFKR0vdIXrFH8eV4pE0impaVgNRKkvJ0KkMmlSUVT8uMldRLWSKSXuLL6RS9OTlP6NtyGUq2oiXblsmML7d5WfmjdCvZyrf4Mpsfxb9WnZIRF92qTtkWEwxUPk+qfnl++X6+fHmqZChay8flfKv1LNWFkrk+Uf2SzPfLBvFYkrGMX9mbSsioVNsBJ9OzMlFu4vLZoHS5aWfnCdJCicVKrSvOrOtVDmUnSEnw4qxsorayjCKjgZSziSPHayVo62d6fFLaKBVZmcVM4OmdIJG243IkMYQH6Z0NkT11FpvHj6u6CFt9Odk5H1kJFONREw1H9lPVXINRidgQZSRMMZEwFOMwl1DqyGAsrKG4opqqApESCmMqtWO2WNEkIIrG/HiSKcLxMuqrHNhLmiivrKK6xIp5lT6TBGxmCV5xFZCVwaNFi0ugKANJkRlJ2jAYG2huLseWTWA0ZbAU2iUAEz1yjBVV1lNXW0GBNY5PBqSD4wsktZisjLgoFbtM+BkcmpYVOB+RqJugVorTUUy5g2WbEYvViIwdZGbcgKu4ADQRbi2hoLickpJSCmQlpaKyApdBBmILMRa8cRmMmSlvbqCp2cWCrLzM++IkZRXWpCWIxCMyG9/HtC9KQFY20kkwmMqoqCujxFVMSaXIdTlxCb+mWTCZNQpdSECYlVVctu2maRqaQSOHD3tv08R1m8Mgx6GGZnjYf6MlSTi4wNykj0AgjrPYgkXOyYDXx+yUX1aXUzgKLOTxS8kEgm9miHG3G0/JPoxrDPB5TpvDZaKgECa6B5mfnmM+EpDJIRMYi2motmDMRnLfX01E46gJKPUI9LwEgt5ICRVlLooqaoTqaJaJJ6vYrAmpj8HuxFpQgD2TwB0y4zIL2QyCoardC5QFuQDEo0bqDrTRcqCaQqeRgn2dZPuGiS+EkGHRCiAsOXwEQfmsqNhjO5qmyamiyT1OMNxjvu8mdw27yZmt9EXd+MtqLBx+uYjXfljO6z+ueGJ64ynaPqR3A7LOv19GZb2V8joLR18rfmK7n0T3Vrd54ydPjvvjbHljA1g+TsZa9evJfeV75ZTVWqhusXFsC/rl9DdLaDzgwCo3pa089neKLHXrUQGyegQ1vfpOnXPChFECNJPMxCKjQoPFhllzY7QXU13VTmfzfurr26g3BIiaZ+m+8xkf/8Nv+PiTK0xM3+DLm1foj1hJGgpxGIwYzDI4yobonqmmrf0o33+nmQOtFgb7LNgaj1Hbuo+W/Q1UlpoxxsJYS9vZf3g/tSUu7IacQRv8Z6dSBqcN1rtcvPsBI8YmjNZS7EYTtiIHBfUleC5epGdwjrCthZqiGloyQdBSGG3is9Uifhshk5bxTZxEfJHSaYLuaUa7eunujcqx00R9dQL/fB99ErjOpSwS8AihUdTaiCarglOXLnHvtgRM2EWmAaPJjFEGjEaSJArLSYnejMyEu4MShCbsVJdasB46SIFMWljjSJssWWPigQ3JNAZ7kkjAz/SIBH8mC2aDQQI9c062yWTCajWBQfrKtI/OJhelFRA0GIlL4O2WALrSBWIoqUSYTHCCrukA8wELDmta5uJjpMXvrPS1CQMWmxmj0YzJZBRKkIxP0H/7K67OFRHNFuI0iaxt+lETNurYVsf4NjXxhZrlqooxNdzHl7++S19/iM6TpZS1xhm808VXH/QwNROj7UgpZocdk8FMcuYudz/9JR9f7iJx6hxGs0WO9BfjQiQq50AwRnOVhVDTaWptFqokkDOYsphtUGB0M+W3Enb7iFuloL6Dg+kFxAu5FhgwCb9RjmnkWE/K+R3PkRzfKUCzU+go4GSjW87zLu6MBfHGzS/MV57jpkk/m4r30SHX3cbKIpzmcgrLTnHq9Dner+rBkA0gc9krLFKrUpoGmib/2NubQa7FCg9FexuJneu9YeearluuI6Aj8CgEdn9dVmYVIZtRqQrxVnvcRueBVg4dLsBUVEnlO/+GN5pf4/2X99Fx/ixV7ed4s7OAtj/4GWe//W/505/+G/7NP/snfP97b9Da+ArfeuV9/vSfvceFE80yQVJH7YVvcNRQwuvffZN9TbU4y47RcOZP+JPvvs9360yceP0CbY1nOLPvEN/58TkOvfUuVTY7ltVmPXZfo6ylk1Pf/ed868If8YdvtfHyu6/S0raPAmstxa3f5l/96bu88bP/Bz/5xg/5p++9zvs//Q5nz7zMwXIzhy+8RFNTC0bPKAOX/o5f/vI+fdw1jtdRT4f49eYPfsabNTZOvv8j3nhLfPjRj/jn/+Y7dLz1DoetVlzFpzj98rv88EdvcurNb9J86t/wR8dLaTt2krbD3+F7597ln/7sLd76F/8b3z1xkjdfPsMbP/o2b373e3TUvcvPfiT2vfMyra4ogZsfLNnwy8v9+CpOcvzlN3jz7BEqDr/DW9U1vPvD1zl48BXOdJ7gez86h6nqPV47VMiZd97j1bd/yLunjnLhaBMH3vopr/74j3n94GFePX6Kl997j7Pt9Rz90b/g7df/mH/5o/f54//ux5z6/h9x1FTFW3/wNu3NFzgq2B0/USVBXiuHz73DD3/2Lgfa62SQ/NjOeGEMRllRNFk0NOMLM2FbKza1vct73/kR//rPfsq7P/4pb9eYKDz8Y376o+/zL//sj3j3/fd5a18xJ//HP+dE5at870c/41/9P/9n/uxP/wk/2O/AZtJemH/Ftc0cffeHvPtHf8SbzWf54ffFlx/JsXz0IIfqS+n40b/hlX2n+Pb3znH2jQt0tl3gJ3/2fV79xlscbyjh6KmDdBzbh9nXy6W//Tt+IfR3f/tbmYiKkS3u5K3vtlH1/p/z03e+yb/4tz+T69urGF+Yt89PsdXl4ti336e+uBibqHW0tVIv18OjMslT/Y0/pL6ujoJVEznxaEYmiLK5+4g02dOffFC3p0HY4c7rQd06HZiRgWIykUE9ArgOi16sI/BCEYiG0gQ8SVkFybxQO16Ucg0NowzMLHZjLuWhzYzZbMJiMaAZjBjthTKQs8mKjhmzBC5GsxWbrL6ZnU6sjkJczkIKXU4cDhsmkw27zYHLZcdqMWE0ClltEqAZsEm92WQUmRZMVhcuWQlwKDtsNmlnxWo243BasdjtGDVlJZveDCaz2OTCbnXitJux2ZVsMwbNiMHkoMBlx+Ysxmlz4JI6u9OBVewzGzUs4pvJZMJeWEXdgVd46fx9OnH+B7xx4jgvN0tbhxOb4rVLanfhcjpxFTow2+xYxGaDwYpV8g6n7EtqshbiFBxNFgsmi0MwtEsbO3ZXMQ4ps4lOm9hgc4gMox2ntLMpu0obqN9/ZsmGlzrrqCgtEhtt2KwWjBaRYTRiV5iabVjNlhx2iAyb6LPa7eK7A7vVgtViwmxzYnO6pN8s2JReqbeqPpYyu81Fgeh3FQgWDhcWjNjFDrPJijbbVloAABAASURBVEV4Spua2PfN73JA6kpVuZRpbN/NYNAwSB+x1nwFe2NLJrNqMYo1H7E22bFLfxcUOLHL8SuXAQwWpxx7DlwFLuxyXtrl/LYUFGAx2nDIMV9QXCTnjhOHBMxymL8wEA1Gk1wfHNglCLHJ8elQtgpZ5Zg2mwyY5Xp0v9yK1WZFHcPOAgc2ucZYpN5itWC2FOAsaODAq69wQeiVV09zeF8dlQ6z+G7CKDKccn64Cl1Y5fxiD2yapmERHI0Gg9wdQDOZMFmtqGuaUa4dJrnWGDRWbAZ1jqmSPXyeKfcVadp9cPSVOoXGziTDzjT72VutySVBk7N/6YR/9ip1DToCm0LAKIGE2WrAIMfpphruFmYNNPFd4aBSdtim3rCrHq3LqkemnoHtRgkIXWX11Nbep8radhoqK6hxPQNl64g0WF04S6qXbKgtK8BuMa7D/WyLza4CSpraKNE0XowFbGoTMyWI19C21V16Uy48NbPyXdOeWswuFSABiwR2ZfVyfgvV11dTXuxEBbe71OFn4pZRAnyD3Es1uZc8EwU7RKimaRgMBplA0aNbdvC2h28Xj+41TZBRg0WTzBav5lSzGKmUrI5kM2RkClE+uRMhk0qTScZl5SSOesY9kUyRTu+GEyRLMp4gEo5u0W/dCCbxIJFYivgzGtCu7rPduG+xGbC7jJjkprQb/XucT+q8U+dfRp1jcjo+jn871suZQFb+nottBhNGmamWif7nom67KdFkwGI0m3MBnbbdjFvDnlzQn5GjI7sTrF3DgS0oMskqiroXy3hzC6TpIp4rAjtEmVGCOaM6zvbuabbUU5qm5cayaoy7VKhndhQCErrsKHufn7Ey2pKYjdyAcYXWNLFYnPHxAKmIm3lPmEBEgrhYDJ8nQCoWIuyfYnbei2chRkIFfyvav/idrIwWMukMGUnVwBg1cJC8GiBnF/NpSe9bKoOKTBy/283U8AwxxScVWUnViZ8jyaeEP5uJEApGCEeSSqRwPfgoviWdwo+nn7G5AHOhDBlpm+OUcqVX8aajUWKBICEZsIsF0g/3+aRbchcdJStne67hyn8520RWNpMgkQjj88VI5fxF2t7nVTru5/T/OxeBbO7YSackXe9g2MbOSYyBmjgyyCzxNjZTN20zCOQuUJtpsD5vVq6L6dzjh0ro+nx6jY6AjoCOwFYgYJCbkhobKdoKeRuVofNtHQJ6ULcOlmqFLR5No37rbeVEepyZmRn+y1/eITrxIX/3m1tc7Zpganqci18PiTS5AXu+4nb/DP2zsrsNPykJQGOhEFEJRpMSdGajCZKxCFFZNkskEiQiUQlU7wdm2WyKeMTLeM8Ady724g6HicsAOikyksmErESmSEcjLIQTZKK3ufp1F7fueIinVzqeVm/nEp2RcIxEMkl2/EOuDIxydyZGWPRmM2my0TDBcFwC4STB/l4GPvuSq+EkKQnOYqGIBNNJ0Zcmk4pL4BwWPgn0BO4VmsS2lKwoJpSc6CTTE9f5x18N4Q/ECMcyJFUAIAFfWoK8Fe30nR2HgKZpmIwGzOoRVJlpZaduq4/hnerHXrdb9aOa7Ve0BVioYN8sq/F7dSV+BYQK2xUF+o6OgEzS6iBsKQKGxaBuS4Xqwp4rArs8qHt6LDW0RwqpZ5SRyXG+HA6jHu8xO4spLHJR4CrEZXdgfUHfH1nbaHVnTHD1F7/lylcf8/n1a/z1X/yK/t//v/k/b4wwMnGDa1eu8qtfXmTy0l/xX24G+Ornv+Lq7Vv0BKJMjk3T+1/+gq5IhLu/+4C7X/03Prl7kb/93TD+EaFEhIgEielVAR34uPfZJ3z1299wtecG/+kvPmNagq6Z6SnGvvqQu5/+LR90f8H//td9jHz2X/noWi9XxxOkUklSEkQO/Nd/z6V+Cc4+/orP/vqvuffV3/D3Q6P0zKSQuHTJ1XR4gfnf/gc+6BvgV3/1j3z10RcMSbCYSKbJGqa5+vkthrovMz/fS99IaKndTs0k4lli4TRqNn+n+vA0dqvZRLUCm4hniEXSqBfHPCkFvUnCC6lNyVATPopW6wwHUoQWkjlZKh8JrS03JXZnZJIhmcjmeFfLUbKDviTrtV/Nv9F9JTfkTy7pjITSoiO9tP8omx+lQ7XL+70eX0SwiQbXxmO9NqvLle1Kl7J7dZ3aV/7l9Ihfav9xFJH+UfJW8yk5oUfgr3Qonny7/LmYTmRQE4L58idN43JMJ0XWw9fTpzlrdl5buYQTi2ZkgjW9YVLncsiXIuRPbbhNJJBGtVFp0JsiKO0jwfSG2uf0yfVDtVUyFEWDmdxbFVNyjkc2ICcnY5m9ynZVtlZbVR5S+lbJzZUvk6HaKj5lj5Kn9p+UVstW8lTZevLUOaV4FCZr8ag6xaPqVKr2VV6lj5Krzou0YJpKkLtmqTZPTinikRRJuQbLwvjOOzmegcXqvqroGYjWRT4HBPSgbh2QDTLzb5EVAKvTCI+I62y1nVSZkpi8g/QmNAnsjBiNBowGIwaDAYPGNtuyhMNil6WCUouJAvcIE0EnRbWlFCSmiCZjhKvrKG10EBvtomvMgtFYRmOxA2c2SczrJSorXdFAAP/QMAGfF625jsq6apxOJzarC5vZyspYNi03ZchoxRQXFFPu7mYmncRYUklNWSEFaS+zU4NMFzdSsK8CQxyygQw2maU2WkIMTRpxOipptGmSaiwUuDDevkjvfJiFpApUFcQJYokFbvWnKSsqptScgEyMlNUucgqxm8tpNPqJTA0zOushU2BXjR7QDsypR/fMFg051NiTm3R9JgXTAxH6Li/Q9aXviannkp/ui5trf0/0KVqtt/srH91f+XO2qPxaPKrN7GiUgDvBzGAkx6vKltM9kdFzaYF7X/rXrF/Ou5l8Xm6+jbJPUX7/UTbnedZKlc89Fxceaes9waZLkWC3loyNlCkdStdym5e3UzoULS97VF7hq3xezZPHSdWvrlP7SsdyG7q/9hPwJFiYTzLWFXokDqr942jgeoD5sSiZtBzoe/AEz4rb0XAmN3AfuBniyu98G6arv/dz9UM/1z7ceJsrv/dx7SM/Kr3+kQ9FG9Wp9F0TnYr/quhUdOuLBaaGYnimExuyOydDbFYyFClblA8qv5quiq1X18BjtQzV7priFZs2hcWasgUfkaNkKlLylB0qvxYp+5Ruheda9bn2i3qu/k71lWAv+7lysXmtNqqs70YIv5xj8xMxbn56v40qfxJSNt67HGTBnZTzbA+eZMtc1jQNg+H+i1L0oI4duxl2rOXP2HA5vlGD5sc9+mIoqKampoamCic24zM2aqvES+AWXPDijUZJWopxaGWUl7lwlhSJDzJKDnjxeTNYipVPUSJBL95AmJSA4ixCBhr9jEyFCSSNZCXQi3rnmJ/xEEyZSUtgFQ37WYisenOFTKtFgn7cgQXi1iLRacApq5nFJYW4Cp1kjA7skVkW5mJkDCasherQjOOdCWN2aQRDHryxLElDATbNQDrlY94bIZ5IL6KiYZDo226MSKDpwRuME0mbyG2RGTxBKxU1GbwLaSYmjJQVW3JVO/mf0QhGs3i9/WYOng+scjwaBANXkZHSShPlNeYnpsp6CxW1lg21X9Kj+BWt1itlFXWLsiRfXrOYX8XnLDCiXnaj7F+SuYynQvKVdWY5bs2bs0varSUvX6bkVtQ+QuYjbM7LWCtVMhWtVbdU9oSyl9qLbxUKk0fZr/DO6XmEjyJnuczyNfjzOKl0BW++rWqjaHG/rNqMVSairA4DhaVPdzwqfSUVJhxyjMg4i726Kd8VWRyCRaEZx0apyIyz2IyjyMKG2yjZqk0ulXabaSv6HIvkLLaIbgs2lwmTTAyrMcSGbFhsv8Sr9pUta5Bd2SZ6lnjzPKqNovy+SoVX2bRpLFTb5SRyVshYvb+cV+VV/Vo2qjpFql5RLi99tUHszXYTuXcHGcBWIO1U+yckhaNV9ZNZQ24n7OVNBXIZmbBPp9MyrpMZlb0Mxg72XU6LHWz9szRdjmn1ohQkXanGiMPhoL29FJOrjvJiG5VNTbR1HuJsQ+F9VmsVpbKyVWi/v/u8/yuTM5kscn4iZ+fD6lNxomEfUbMV+/5jtNTVUmEyYS5vp7K0lNpUmGjARcP+/RzvdGAxp0lYbJTvb6L+UDu2SBBjcRVF+45QU1VDYciL371AJFVEkQRjNkuYBZ+HmbFxxnPkxr8QJBJZIJxOYeo8TW3FAdolkCwtK8Je3UFT4yGOWtwkfUYKy5xUdJRiE1scESvth8vRiBCxFmAuqKHGUkjZ4YM02OPE3dNM5nTM45ZAtOlQKcl4VILABPGUHaulgMoy8TeZQSvKENKKJRAso8z6MCw7rUSuvRLcZlAvVNhptm+FveombJKgtm6fnQNnCzn6StET05GXizjyFO2fRHdVs42icjO1rbY17Vb2PAu78nKfxOZHtcnJfQ4YPm89St+j/M7XHT5fmOvPkkozLYedqk+fijpOFlDVYEMFBVtxvuw0Ger8NtsMWOxG6tod7D9b9OzpzNbpaDteQFmtVe5nliez+xG2dAoWip4LJqLruejJ+5tP19Fb3+GQQN2Uw3XfiYInwzYvW3Q1HSzAJQGlmjxgj28qsFO0x2HY0e4bdrT1z9B49ejH/cBIhUjLFVmpqqrkD356CHvdaxyV4K6hQm6+1Y2cPtUqjBqUnOVgWyWtVbL7Ij5icjoJ6rtWucBuhQ0atsomWg+e561XLvD+u0epeuN1OhwOCs31tB85w1s/eofT3/wWb9RYOfrWe7z6+rf5yXtv8MN/+g4dr/0B7595nT/8H37MN976NhcOvcIPvneBk6+dpKmwjbMXXuLsqRpcsWFufXWRr4UufjXAXEIw2n+G186/xo/fPUzhsZ/y5qE6Dh9qpar9Jd6UAPH9n7zBue99n5cPNnKgfR/NZ9/gvTMttLzyfd48+01++PYpzr1+grpDb/D+hff53rEs8akuruV0XOdmr5fMK3/EO6+8zGvH6mmsrKK66iBv/uA1OusdmGQRsryhmoaOeiwrMNmZOykJVOPRjAR20uE70wXdah0BHQEdgXURUPfgvXF1WxcCvWIVAppBw2wxYJZVUE2T8RZPv+nHGGiahkkm941GYy6Pvu1IBPSgbp1uk+MbbYeio8l1zmTV5KKnYZALIEubVEg4c/rdsxJMNVGwVL7FGWsp5a2neOvHP+QHQj/88bf48R+/w8vnD1LMFm2adI6zhSOvvs17izree+co9eKvCtjqX3mVQ2fO0syDzVTxKmePH+WlTvuDwh2cs1gNONTv1MkNbge7oZuuI6AjoCOwJgJGo4a2Zs32L8wFpJntb6du4f0HmtRE/o7AQjdSR+ARCMjI+BG1e7lK7iSaprEyKGLHbGL+fVuXMvd31X+ry4rJanqGN0sNzWDEZDZjzpEJm9OKxW7eWp2aAaPMLOV1mExGDNzfTLLyaLPbMd/fzf032a2YbSbh3CvoAAAQAElEQVRMEvjlCnb4P02Tm5H4sFdfpJB7NHonT7HKgE/13cOr6dKp+kdHQEdga+8XzxlPNXaQW9Rz1qqrexIE1L1U0ZO01dvoCGwnBPJjYGWTTssQUAOtVDJLPJZ/Eceyyh2e1SSo0TSJCJ6jHzmdovd5qdQMBnK0TGHOBu35+r1M/TPJKnc0wzMRvf2FPqorM2li0SjhcFgoQiQSI5WIk8pkyaYzZOQEz8jUbFb4ZJdsMkE8GsnxRmOKL0FgYoDJOT/ehSjRnBwlK0wsniEdjpOMJ4gtorT05XKRK8JJJ6IEp/sYGJvDF0qI3kXG5YnYn+s/SZcXbzgf9rAQFD3xDbd47oyJYIiwf4Hoc9esK9z1CKQSZNJpObeyqPMv56/sZxKJxXP5/vkaDsfklJQZlBzD8/uXO7efQJ3yKez1kEwHCYYTcu16CtsTIaLqOpV6AkNWN8nESMb8uH1pwXN15ZPvpyJeFjwzTKmflfGHpU+f3N9sVq7N8TDRSFiu5XLdjiVIpmQMJ9f6tFz/M3J9Xj0PqH4eQX0vfXX5k3ukt9QReHEI7NXh4ItDfFdo1p3YPghoaJq2fcx53pYo1x+6G0uBBGuJxCwT4zOMjQaIBhYI9F1myBfDPd7L5OQ4Y24v8albXJ7M4O4fYc49z7wMAuLBBaITd+maDeMOxSSIixGZk7q+fsZikk9lCQzfZmR4gLFwGjXQ6b/cxXwwwvzIMFMjI0zKoGKm9x6ewAx9Xf3MTM0jQ4uV6Ijtmkx0rNl9MgjJygA1GUuSlnxaIs90MkU6lZIBlfinfsNx5g4Dk27GFjJkZD+eyCCsZJZ400gMu0JnNp0inUySVOMmGQClVD4hZeJTVhqnE1IXF53prMgSEhzTMihKqt96FB1JsSEldqnBkWRzsjOiLyt8GZGdFFl5nRlh8A2PMDEwiDvH+eBfVnjTEkgLixRmiAhms/MevCllmBTtwI/0CjJmlD5SuO1AB3aYyfGpHqbn5Pyemmam5zpj0SypuWGmfX7mwj683kkGB3zE5JzO5A/K7eKjnHvqfMmfs2RSpOTcTsrxn5agdG6wj2B8kqlZP25PAoQ/m06i3vasfFFBSFr4Fa1wTZ2Hcl7F5Dql/E5E/IRlkioi14Z07lxPkpYG6lh9CAqRn5TzPKXOfTmQ08m4BESiWjGL3HR0Hs/8MDeHwyREd0rkpeTaIOJWihJfMnKtSEh9XPxRlRm5RqSlTVquHWklOxEjKXoyaQ9z6vdqR73ERZ/PH2Ap+BI+OZlU8w2Twm52oEuuu+K3BLMLbjfz4/0EwqN0DS0QjKwd3cqlTxzdsBqdUUdg2yKgB3XrdI0s9GC2aFhtxtzJrk76HUV5v+SCvKPs3s32LvbJVvbHosjtmzxLy9SxIiOKjApIVsQCuWgJo8nN9LSXiYkkWjxE4OaH3HGHGem5yN07t7nRN8L8vQ/41Z0QEzdv0D/Ux4B3gYUFP8mx61ybM8lKnBGrxUhGgsKFvj4mzWYyhggzIze4e7eHgakF4pEJrv/DJ/RMzdJz9Rp3r93hnj/J/MQcNmeEwVt3mRicZO3hBGtsWWKhIJ7JCTy+WcZEx/zYCO6ZGXyBkKwausUnL76Rq/ROjNAz6WN+eh6fd5ppbxzP+Cju2Vn8Mssv0DyQn0kSCwfwzMwxPTZNKDrDyISH2ckp3O5ZJmd8zA4Oic45xqfcIm8Ov2+ekXEvwcA8k8I7PzXJvHuOSXeQmSm/DMA8zHsios+Nb35G5HhzfKG5Sea8XkZ6BxntH2RlUJcmEQuxMDvH/PgUHgki52/fYXh0imkZfD4weOflVGCckcGqGnTvPOu3n8XqWrmeVeHh64zI5EzP6BhD1z7mxvAsgbHbDHkDzMsqVzg0R39fFKPR+EImvpTtcola0/yETPr45Xz2SBATS/nxeXx452bx+jxMuyPMDQ9JUDfN9LzUybmWiPrlHHez4JtizhfBPTONd2YS9dM9SVEin5yebDJGLDDH7OwYA8PzeKcm8IUWcMvK3/zYKN4FNxNTXgn0kixdMrMpsvF55mZ9eDwLRIJuQgszjM948U+OycSWVya83LinR5iZHuDGSADP7CR+r5v5eS8+X4hUTvviv8isyJliZNqDf2aM2XAG3/QYnrk5vF4/AVmVm5drrLo+Bvw9DIzNyDUmht3oZ3g+QDw8JzI9zMx6xd+F3FP2i5Ifm6TiESZufMrwxDDzMiHnkevgeNclBgev0zUdJZLIIneHFXKMJg013kPfdAR2AQKGXeDDs3EhCzI5RTKekaX8rJBKN0hyEcv9aGpkg/x5vrXarS5bvb9G21g0gxropmVEF489xoa15OXL8mlex5OmeTn5dLWc9cpX8+X31+LPl6k0z7fRVLVRtJpflSlaXq72Fa1XpuoULa9fzMci2dzEo0xkyqB22TGV51epokX+6GPShMxMp+Um9WxOgO0vNSu3ezVrHYulSctM8AqLjSacThsuV0GOClw2TMKgSRtvTIIymR2eGhxjYNpNWAKmdGKC4buXuHy1i76wCVtNGdE7XTJwiZEyO3GInCKnC0dhAQ7jIHPOKjx+J9m+AZKpKcIBN8Oycjc6NcfETJzZaRkyyagubbDhsBdis9jY+MU2xXT/EF//6rcMee/w97+8xVd/8xdcufK1DEym8Ix9zn/9aJLRWbcElN0M9tzms4/vMDv6O35x2cu1X/0VV69dp0dW8FLLlSZkYDY3ys2vb/LFX/2c/tmP+Nvf9XDzykfcuPUJf/PBLT79y58LJt188LtL3Lj2CTe6LvLXH9wmMP8Zf/vhAN0Xf8/NO1/xiysDXP79ZYKzX/DFnUk+/fASt658wR0JjD/4+8/p/u1f87kEwT3umAShrNrCBGVgN3T1Orf+4ed8ISsRvniKrKxGsOay5arm23RXE7uMRg2z1YBBBoqyq3+eBwJ2J2mTFe/Fj5haCBEzWLA6HLgKXDicRRQUOCSwW34iPA+jZPygJpzUZWANdR6ZzOj6/CtGxwcl+LjKxcv3uHvjEv2Dl/m0K4xcOh60Sk3jnrzB73/by/zYB3x+Z5zLH/6OOxd/y21vGnWOy3Alx5+JBwjO9dB37zN+/lEPI9evy3VimJt3b3Hltx8wONfLL3/xOcNzPpae2k4GSU9/yG8vDjHYP0lw9Gv6uz/h59dmmfjkL/m670t+8+UtblwfIiLBZTwZ4s4n/0jf8B2u3rjDjZv9RHLaF/9Nf8nN21/zyys9eK78N34zEOPWh3/Fjds3uNnTS++VD/h61sPN33xM39AAc6EAoYgPt2eQL++4CS/0yITZVX736S1udk0tCt1gkpFVzWCvXOM+4tbIHO54Sq5ds1z+xE37sXJcxdY1BWmatpMvPWv6pBfuTQSe/5Vuh+CcTGaYm4hx9fd+PvgP0/zm322cPviPM9JmZlNtlPwP/sMMqq3KL5HSrSivX+UV5fcX01xbaa/affxXc0yPxJgZjXP5A++j7fj34peiRTmq/W9Ezgf/aYbfKD2r65bzbTD/wX8UHUqWyFWyczqWt83VCc/yskfllU2qzTKenP95m5eVP6RrrTolS9HqOlWmaFl5To/yY1lZDqc8n7JN0fL6xfzv/vMMs2MxxvvDXP6N50G/5NuqVNEi/+Ns//zv3QzcDhGLpnbIWbW1Zmqalhs8211GjGYDj9/U0MeLN3uA4mySMuMEt6zf5Jw2gUYVB177Lt/73jd49UAj9qZ3+B/+u2/g6rnCcNddZvLCZbSVunOdqfkIcx43Plmx6wv6yXzjHNztx1hqx9haD5M+MpF5xgdCNL96iubjbbmgMi/m0Wkcb8bBrPE4x1tf4UTxAtayBiqb22hxQmLYTcUrB2lsrMUVmWLWP8y9lAl/rIlDLS4Kag7R2NJMR60D+3JFkXHGh0foHxZ5Uq4GYlpZBZWHD1NcXEpqegGDo4Hq5tMcswWxZr0kS8vpbG+n1tMLLa2UnT9BZWkz9QGNo44xfvVxCGvTDJ5kmKH+FKZUmvrD5Qy5K2itbOBIcxGlhazcEvNMjQ3TOzBLVgyMxM2YLQ4cLitWm3El7x7ey2aQyQqZupBjbs/CoK3p+apCGwUlVbz6Xg3j92ZYcIdX1b+YXYNBy60AreVCaaWdqjorNz6/gefmFfplUmgkUYjRVEtHgx25tLG0yQp8cLybLjkg5kKNNFSWUF7XRnl9JwebXDiE0SCkPkZXpZxHjdTKmf/Kj15i//4GChx2MDqxFLZS13CM49o40WyEAPe3VCSG59YAhQeaqD3aSYHJiVkmDJuPNtF5vgrzVD9hWymm9hNUlznRUgPc6UnhnYxRWFRMdUMNtvuilv6rYLq6qYWag3WEZKU/bWunsbmMEmuE6QEfmqxI2ts6KW9sp66+jYb6fdRW1tPkBEvxGZpTE1TY3YTrOtGWpG4gY7RD6QXe/v6f8u7ZTlotcn1Kuiltz3LlXgR/4KGH4DcgVGfREdg5COSvBTvH4udkqdFooKDUQvNhF4dfLeXI65ugV0s4/FrJ5tqI/FwbabtC12uiV5HU58pVXlF+P5+Kvlx72T9wrpiiCgtF5WZajxZs2o4jIuvIK2L/WnpEfs6OTaQ5/JQsJVfR6ra5OvFzdfmj9lWbZfWHldwntVnJUrRMXs5HVaZoebnoyelaUSa2r+ZbXr+YP/RyCYXSJ6VVtpX9km+rUkWL/DkbHpFvP11IZaNNBsTG53RWbD81mtzyNU3934htWchOkjCWUlXayMHGBkpqDtKUmCaQmeDuna/5+Jcf8/HH1xib6eaarIDdnUkQiJkW36Kalhn0IDf7nTQ0HeA7b1bRURPl5q00hn2nqayqpml/DaVy7qU9PgmQamntaKWxpgSXzSyWbsRGxWOlzBKn0tDFxTsfM0Q1WXMJdpMJR7Gs/FVYmb54hXt9k/i0cgqthZRHvCSSaSxOMwaLFbPZjFlWizQlbpHSCz7i8SgRQ4Zg2M9CLEtwpp/hG13M+yLYawtJ+Ua5d/dLCRILwFxGldGIxVWEqeUIRTP3mPm6h/mFBM7DFZQcrWZ2QXy0NXOsxkZxYQxPykjWWkN7iYexkR5uD8zJTDwrt6iXSCyGN20iEnETCmYxWKN4Z9wy6eEns5J7z+6lktnckyLqiZE9C0IW5PMY9zUMJhfO8iMcOFRHRZFcE3nxm1yW1j3n4/Ek0VCQElMUT1k7Bdk0jmiAtHhrtYFdgpopv4EFOSciAkCytIYamSRKJRIYrUaMco4bTWY5xw0rdGR89xjt+ZS/vzLJwOe3mJGALWaQq0AiRHiun7u9V+i3NlNgdFK4CJHRaqGwtYZA/z2GrtxgMhwlYrfivdnN5esxrDUNFMZnCHRfZ2hsgaShhn01SZLGOEG5MmZMdvm/KGwxifrmGO/u5W73AmWNhVgksDSZCigvdlFTocnqZJqoxYJFrlM2kxmTIqMJuWSRnrjIhKWRiFZB+fQ9wYRNbBoY7LJCW4DdlIV1uAAAEABJREFUZsbsKMFZe5wDx1+jbeYyablOymVvhbxYKE0inkE99bGiQt/REdiBCBh2oM3PxWSDIGO1GyiWAVpVk42qJvuGqXITvKvlPmnb5e3K623YHMYclVRZN2z3cluWy1tevp3zz8Pmp9FRKQGY6he7rCw9ab8sx7+s1oqzyIzBqD2Xc2K7KcnKCkZKVtQjwTSpxFqhQDX19RU0yvlrcBRSdOKbHKpo5OTBBtqOHaO54wTnOippO3+c5tMXONJxkEMy61xTXYbTUUpleQ1HLxyjrVkCtbJSSjo7adIsVB84Qce+FjoPHGDfiZc52naMs00VHDp3kvb2wxxurufU6UaaRGZTdYUEXebcYIUNbyYqais5euYAVWV1HD7aSufJw9TUVONyllPcepoLHRXUHH6LU8dekxnp47z2ktiyr5X6EjONB9qpqKzAEHQz3XeVq1fu0113IQV1h3j19RMcf+Ms7RYDTnsBrrJ97Gtt5ej+IgwWF0XFlew/cYjmfSdprGxif5MDreI0Z2TWvaV1P61N9bS3lONqOsqF8500FFex/9ARTpw/zYG2Zjqaqmg7d5Z9TQ0cOHmE9s5GnGN3l+y4OphEK2nhpTfOcOj8a5yuNFG5X7BtrKPOYV4xSN0wZLuQ0WAEo4xyNcMudG6DLqVSWZlIWZvZ0XKKpvpG9teWUdt+kAJzKTVHz9JRV0aFtZiiohr273dhUEHN2iJeWKnFWULlvqOcfuUCLQ1nOHf8KCePHaCprpbacie1xy5QU9jK/o466js6qGo8yRsvHWRfewf1ZU7qWhqoqq/CFJ6WSZmr3LpxlRs37jA4l8RQ1Snn4nkON5dT3HSIpvJSap1mTLZCysqrOXCmGc09zlCuzU26BmcJVL/MoZY66mtKKa7roK7lKMdaKsXGM+xrOc2pA20ckHO0oeUMbx1v4dTrwn/4MO1Ncm20RJkfVPrvU9eEWyZsrDjLxEbpo5Ny/Wg9tJ+yshrKq5ppO/0qJ9rb5BpSSbGjnrrqShol8LNaizlytBlHWR01rYc5eKCTlrriTV0PTBIRNxw5JnIdWKR3C6obaDh6nqbKVo4ebKTEZUNOK6l58FHnmEEKNU17UKjn9h4Cu8Rjwy7xQ3djFQKZdBb1vTo18F1Vpe/uEgTUDH46lSGbkancXeLTZt2QuA51rKv04bblVNeUUVcnN3IJXgoOvcp+CWCO7Cunqq2JwqomOmtsVJ4+RcvR1zgvg403L0jAc2wf5aWtHJKB4vkLB2hrLMVVXEzRvnbqNTsdxzqoLCvC4qqjVAY5548d5FiJgcb9LVSUNtJSWc2xU03UyaCkUGaiTQ8b9pgSDWd5FU3HznG47RRnD5Sz71Ab5RUV2MyFOCoO8aoEU/vPvsOpzqO8dHgfR04fpqW5lVqZMKhra5YBVBmWdIpkNMz9n3UIE3OKTa2HeOnMIY6/dp724maOHzpA57EzHOjYz5EW0XnyFAf3HePskRbqG/dRWlZHW7UZzVzPweMH2H/mFB2tDTS67Nicjbx0uoYCl42Shn20HTrO4ZZ62upcFHW+xJHOg5x7+QSHjrVTLiuEeTvCVFLR0M6Zc4c5cO51Toj8spZOWttaaK5wbmoQxy7e1GDTLIH3dgxKngvs6rImpAmtpc/WeIT66lo5PkuokmPfpRmwVrVTU1JIiUUmMAqq5JhysB3H6rbCUmraj9J+/BRtJU0cOthJh5yLDTXVVBY5KJdrVbMERZ0HmmhobZHrSguHzxyhpbWDmmI7NXXVlNfUYMskiYfDRIUi4QgJSw3V+1/l/W++yrmzwtt8kObSKtrq62k6fIoDLYc5c7gWpymTaxeRdtGERsrVyZHDnew/tE9kt1Nf08HJE/s4cPo0DWUtdO4/wIFTL7H/wGlePVBK45GzdOw7wP76cioKNFlRDqNkKYqaq6mo7+CEBKkdx07TUWTK+VBaItfRIqlrP82pfY20N5TjstVQWVFOrVwzrNYiOjvrcNQfp7WujgPttVS0NmFg1SbHg7rm3x/frKwzWSzUyHWnyGbHJFXO0jIqG1soMFmpPniEosICzJpULPuYbQZMJsO2PE7QNx2BTSJg2CS/zr55BJ57CzXATcsKRm6WM/Pc1esKnxMC6saWTkrwvke/JqBpGmrQ6yo2YbbuwEuZDE7UuSrJMzlibMXVNB57ndffeD1H5w7WUiMDrJwyow1KzvL68RqaKi1SZKWovI4z3zpNhc2Cma3bjM5SStvP5Gx4Xdlych+tlc6tU6BL2p0IaGC2aEistjv9e2qvbNgKGul85XVeEnr5lXMcaquh1LpasCMX9B46e4AiCZEMlNFw+DQnc21e5szJA9TZQeKa1Q03tG8trKLu4Ou8nJP3OqfPf5tXjhzidNWGmm+aSU1ipmUFNy0TmqgL6KYl7LUG6g6zMdI0DYNB4/62sTb3efX/2wUBw3YxRLdj6xCQ8xKzzYhFZqAMxvwJir5tewQ2Z6BJBjwWuxHj6qnHzYnRuV8QAmo8ogJzteL6/E2Q64LBjM2qYTLe167JtcLskHBOu7+v/9cR0BHYHQgYJGIzWU3PxxmjFbPZwrNSl7tOySSeGuNoSwHI83FtJ2rJkmYjhJbBJGMJi3ScwZTdUBslF+HcibjsVpsNu9WxZ+dXlkwmQzSaJJtOksrIvkxoZNIZkrE4yYifYMCf+62rUChCfM3v+jw7656N5DThwALuGTdJUSDuyv9n8wl5g4Jj4oFw9f5//xizvhjBpXcwP6jeaTk1gE+p1TU5bnaa7dvNXvVosTrvEtEM6fSzPCqfjedq8sUggZRhMajalBadWUdglyOQzSD3nTS5J0523um9y3tn97inVv7UvWT3eLTSE3XqZEmRkdHboyirpbDIYoDdacZo4rH8SlY2FzBmVyrU914oAnpQt2n4E3g8bn7/u37ic5f54nIfvSOzUjZL171xsjJqT/uu0z86x5gnw3a8WKQTCRLRGIl48v5gOJEinYjl3p6XSqZIJeJE4vln+tIk4wvMjIzSd3uQhXiMpCwxpERGKpWSADdNRtqGY5JPDNDbPcTgsJ9kvrnCNysyUpkHZXKzJpXO6c6IjPv6JFxMxVgIh4lLWSaVICn52EKA2NSn3BibZdibkCA5TNA/ycWv7rIQTIh+pWAlpWMREhJQJ2PJbTeHlB/Ia5q+HLKy1za/pyF/MlOrViofPDKyeTkvrIUG6jCQBH3TEXhWCOxUuercsKinTWSUovI71Q/d7m2OgLoA7+oDLCvjIBV4PZ7UfXRhZlbGVkHi0ioZieDuH8SXSkpIuF77bd6/e8w8uVzuMY836K5aSEmnsqSSGTm0lzdKE4lG6B/wkAqN4Rnrp290gu5JD3NzAYxmGza8hGJpokkLJuN2gzjNeFcXo4P3GBgb5taNLty9H3FjfI553zjjYyPcuzuAe+QaN6dijN67y9jEEMMz84z0jjJ+7Wumkwmme7uYHrnB4MwQd3rm8M/PE4lNMzXlxu2OsXLhJMDU5CyT/b0sTHdxdSzBXM9tpqfu0jsxQf/gKO7hK3RNjXF7xI1vqo/Z6SFu9U8ydOUqc/4hescnGO6+x8RIH4N+H0OD08RUIKmuM/nuScdg/ob0xSz3bvYwOzImF6J85XZKldGKns6mlKz4JeQ4U8fp00naoa3lZqxpGkb1hkDJo286AjoCuwcBOafNFg010ETfngcCe1KHpmlou9ZzmUFPBhntH2V4co7puTlGe3q5M+AmlEgjtUSDQRY8s4RTfqano8z13aXnzm3uyfhpwudnYtBDNOJmYqifvqFpxqbdeEdFxp1x/NGkrNXtWvB2pGPbLeLYPiDKalRGIpPHDZhLnRAPehmXoMefMWC0OrDZrdisdiwWCepkwLmNnBJTUoze6WNyYpKZ2Sn6vv6a0e6L9AYihH29jI2P0DXmJu7v4nr/FDcv9zI96yUmoW1UTvDZy18xJat0U/duM373c3rHerg3G0dLSiCnZclqJjTNiCygiK7Fjyzr+yVgG7l3na6+a1zt7ePunW6m+y7RPdDN7cEx3JPdDIv84akA4eluJif7udY/w9CtLryyqhdNJEnODOOZHmU4Jpdg0WM0asj1eFGJJKkozF7i9vgsd+8OMjc+te0uOHJYyeqt2LoFH3V8qsBOvQVsC8TtOBEKy4zMvvjnk8yMxpgcjO4oCniSRENp/O7kjrJ7p+H8vOydGooRDadRP7HhmUo8dZ/OjccJ+lKoY3zHnZxbZLC6vqVkYnVhPsHcaHRraWyL5eXtG4vl7HRPxAgHUsTkmNgK22fz8jeaPiv/HqF/wzY+hW3+uTjxSJpoKMW8YPxU2IodvhmRJ5Oj6n6yRYft9hGjnIr76O0aZrBvgCEZb138+hZXLw0yE02gvugSdHuYmxjEn5yhry+Ad3Ia98wYIzJ+Ghz34feGSUwMMzE1xYQ3KPs+fCMybrt+j+lgnLiKDLePx3veEsOeR2AdADRNy60AmCwGNNbfjLUnaS6yUpEcZ0SdIeuzbp8aYwG2gnoqXS5qCOHXOmjdV0u5KYTRCqbmFkqbanAsDDAVLsVhq6KpwE6BGYxGSMajxGWWJzq/QDYWp6ijntKaahxOkWu1YRGmFUEdFdTbIsTTEb6eNVAT+hV3Mw0YfTGsgWkCWY24o5P99fU0uMzYJVjLJuOkUnHSrjIc0hdlNc00t9RTXlpEMmvHYTHKDG4GTQJJljYNNAPpaICk+f/P3n+Fx5FlCZrgb+ZaQWtNEAQBahEMxRAMrTJSV1ZnVWVW9XRN9+zW9PbOt9/sPOw877cP+zAP+zKzX29PTXdXdVVXVVZmRsrIyAwdZJAMahIgtNYOwLX2PcdBMEAQICEoANINfvyaXTv63mt2zz3mBjtZpxeTrbWZ4j+L2GcYousmVbM7TVxeC5qp2iSr7UmezZJKZOm7HOarD+b44pf+dcFJwT/5q/XRLJexwGN2XXKVx8lfyELQ9Qj+iQT9VyNsVg/luRRO/mpWeK5fr6U8lu+f/LXy3Jy/lvO80/FJaRv1751w1nJurXzWireazC9/O8vMeEImmnGufhlYd59Yzvf8x/MMd0dyfXx7DtDNaZ3JgAbJ8UiGwSshLn/iv7fw8eym+V1ZSaePF/Ts+HKeSQnw5iYTm5Qzy6VP1q/rirrd1Ff5Kfg3qdsi/de8Lt2UsXhuhXJF33/N405tPXA5SNCfQIOxjpMr0Nzw/514LJ5TH/WcDxDyJ9Hf1m2ux25F6ixk0sQNG+acZNZGe7gwkSYzPM5MShYcROVEMERoeoJAWO5JI2GiRhk79tRRVVLAvCyUOtITzF0eIF2zg/q9TTSXObGaVgotUh8WHklhkv9sGQ+YW0aTLaaIzrlNmXwr3E21gqZ2WvYcYr/nbphb5HxohIHOjzk9NESfdy/NopbEa1DbhictgdQXf+DCh8NY9jxFW1EvQwMn+fj6ANOSiSyugt7zH3GmYxq/pwzsGUtq8BcAABAASURBVAZ+9z5fvv85vXNZArOSIRvvZdifEq5ff0pqHNTsbKGp+mle3emjeMd+Svbvw+fxYJ0JgwbEXsG3CFglsgxOEpnsZtBVijdrYmVxMzHTSRySSbw4OIM/suSKoo1mlUYYucRkPIbf5sEi17RFykexNAyDtfRRHsVNbNff07UcKeDJb5Tz/B9Vrgue+34lx79bwfNSrpd2EX+Bh8heJ4/j36+gcZ+PsjoHzYd8m9ZjUZ/F8vj3KhZ4rtMni/Qrlc98u1x4rs/HK/FZU534U9tG/bsm/DvYefy70s7C74585Pxx6Qubkffsdypy7VnZ5GL/C8Xr6osr6Xb0jVLq2jwYj+ld2pB1L5vdxF1g4fBLRbzxo8p7Bq8Lr9f+pJzX/2xzPF/9k4pbeCi/127wPfG9MnbKpKCm2bEpvV//M5HxpxW8KTqv1Qdq36s/FLpV7HtN+CnftfK7E97rIkP5KY7qqKD7q0EOX320xJ5cnei0Gs3S+qOvFFNe76B2l5uX/qj8Ft+q3aqL8ltKs9q+4j31Zgml1Q4Mme89erdJGUSGhypPP35Lmgnq2FlaTe2TbbS4HPjEYLsZI+Yf5dKpDsYsshieDTHadZ3hyVmoqESvP8WNScauXefsl1f54uoAHV2TFDuTpJNZjRmFS/6zVTzwmN4u1u5+4zZUJ1WVVfzxHx/AVfcqB3eV0VhZTG1dC08f2yXYQlF8nL0tVTRXyuFW/LgrqdlxjOeffZ633jpGzUuv0ub2UOBoZteBZ3jlW29w+OVv8FKdjyOvv8tzz7/Lt998lW//+Bu0vfQj3jpygh/85Z9w4rXvcXzfy3z77Wc58OwR6n2tPPXssxw7UiEZuMt8/ptf8L7Ab39zkqvhKsp3H+bFg/W4d32HN/b7qG44wsEnX+Htt46z99B+6uxlHH+qjar6FkobD7K/fRd7rX566v+U59qqaNvbRk3zIU7saODpd7/JoZ0Gs9dO8VlOxm/58NOL9GXrqT1wnCMVFqqyfqKy2rsVm+Be6JQV29LpLFvxZTz3wr678TAEwZSUsE78HC4Tp8u6PnBbcHmExi2wXtpF/A3yULlWmyxQWExUfz12bkaPRX1ulK6cXpb1+eMG7Wp+dIuvXJ57y3M1WeqLBZ9sXp7qrP5YVZbaLb5fi7w78XA4LRjyhywkadveCXct55Sf9g2L1eRx3AwDrHYDfbJBn0pweq3cK3AJL3eBFX3SYTM8l/NQfot1DhmD+op4U9pvMzJyPH0yDkTntfLRPr+ox0o0buGnfFc6t9465aP81kqXw1ff67Xkhk25OtFpLTy0L1glALPZDJzi46U0d7N7Ke7CvgW7w8S0oiOXR27TiMxdTPsTr3Hi+Ku8feJJ3n33ME8dbaDQacMiBhc3t7H3xHd46em3+Rcvl3P0tZd44tl3OHF4Py8eq2Dvay9TtecNXnn6KC8fbOGo1B97+232n3iHA/U+4SNM8p8t4wFzy2iybRQxcTic1NYWYnGVU+i143JYcTjdFBd5FqywlUgGyonHsXC4db4NUcVK89EDtLbtpqG0jMrKIhxl5XgtFqyGC29BCeU1VRRXVFHmNCksr6a0rIbaygpq6qvwltVTWVxO3Y46ystrKCkoo7q6jKKyYtw2L8UlpRQLv6KSCmqammkUaGqqpqykkiJPAaUFDgxPNRU+Cw5XAYXFZaJDKQWFBbgMOyXFPtGnXlbOmmnftYvWw0dpqNxBfaFTdPPh9BRS5nFRUl1DkadY8Oqpzcloor6xnsLKFlrqG2nbv5+ahgYcBo/uJrZJTINhyM6ja+Wqlkk4KyuFmdwjWmlJDKsb1gdGznfro0FolsJGeSgdC5uB8DQEtLxXoPwU7hU/MKWzGYZxj/W8k34qS+FOOGs5pzwU7oarOAp3w7vTeaGXCaeR89Wd8O5+Tn/PrY8XP5qPhbGmzaK+NLg/fU7bSGEz/JVeYZGH7i9ATme0HpBhs3FYwm/NfBZptFQdloPWKyyv38ix8lFYK63iLsIizfLjxfoVSvEm+mhuRt+wLQ6Rz9e+XeSj5Qq0t+DmzhsYpnA0AAUetU2MstjwFlVQVlpBVVmRzLcKKS5wYRUfqbU2t5cCmcuVl1ZRX+6gqKKc4rIqyosKKCuy45Njh6+CitJiKoq8lBQVUlJVRYHgFLis2MR/5Lct44F8c2yZpnhQilio2VVPeUUx9vsl0uLCVVRD0+52WnPQSGWRB+da5TkK8PpKqKqqpKJ1Dw1uC87beqpcrJALTG3TDTmt7NzZSElxJVVy0alo2klhVQ322+jWqsT9wdObkWbXMllZzt+kCENcYOiFWcpNstre5OpKhe1tRV777e4BGYeGXG9yIPvb3ZytoL9e43KT7W3oT32SQrO2W8GPj5wO9/B6bxgGhiHw0Jx0fwUbwt7A5G6A4OjcJJVMo333bvh6XmnIb1vKA+aW0iavzAPxgMVmwbSYD0TWxoSYWGwOyeQ5sduQixFr3AzBs2B3uXFI9tRqYctterHUC6eWW065baaQYRhYZZnQJVlfi13bfokBEjSnJX2XSqVYgLTcqAR0MiDn9JFV3SW3L3QSbS/ip9NpMtJAyUiASCxBPJkifZOP7GckR5hKk0ln0MVioRY2OW7ITg6ymRTJ6DzBcIxEKpOrVrx7Cqk4SbkBy2d9bGWJO5uMEUsidi4hFR9kEnFS6hOxNyN+WLRvCdb6dtNJyaaKDyWTuj7CFbBFL5IJ0uL/zAqn71gl7ZEW2vi90OOOgu7dSX10z+Yw5Vq9rG/fOxHbmpNmMHUco5GT9A0ZsqBjNdc/ZGxKH4/MBwhGkqT0MXWxNiv9MRkNEwjHpR/JuJSOJKQyPrNkpf8vjOIsacHPCKD9JhZifj5ENJEircjCZy0fRVVYC+5SHLUpFY/J2EySTGZIpRa0Woqz9n2lT5OWa9DaabY2plz2c2PClClMfmSspa0MmUNZBKx3hqyFZDxNTP9NgVwnDe6CnztvCk9jLUrkce6FB9bAw1wDTh4l74G8B+6RByxWsEv60GLJXwjvkUtXYCOTIJm8RcIB5uZmmZ0NEAqGSYTniUoEpBOmZDJJQoK+TDJCWIKbVDREJBhgPhAiFI6QSASZ7L1E38gUU36pEz7zszPMBeYl0JOJ0pwEfGGpF1FZCZKiQpOSICiTkKBDICETwdm+s1ztGWRC6OMidwVFc/NRnZOueE4qdYInxcJHZC3s6LcczA+LbkH8kYXjWyaQtxzo+SWQEF/4h+j3Z8gFOYor7DLxOInxUebFnmRoXm7u0ZV/kyq4SnKT49ID2ZfTN08RmSHkn2Rk/uuqpXtf25dFSJe5QuoWkYVpVtorOztNSCbuSTlWAqVZRNHjm/vLdyJ+wv5xhueQyfLXfHUin5EAVufvORJlqLxzBw/3a4uo8XCdcAfpSVkwSUkHzi0+JGJEEllSMzMEYnEi2ai09wi9Zy9xuW8Gf0gCOxnzycAUU0PdXOqekGtBVPp4mpR0Jh23sWCQmMjLZuME5mKEwyky0SChgSucO9dB38QsIZG31nYxLWDccYaVvaXL5rqeMM+InrPDw8QSM0zPRpibX1xauRU/N1iUiBU2qZcPiB+CgQihQJyMjJ+kBLxfj7kV6LZT1T26hYpXF1y5nWxfh65GLviySvB1Z0CDukSGuP7/37RxV/xFvggm+W3LeOCOl5wto+VDUEQW7ZBFuocg+aGIzAvNe+AR9EA/Xdf76bgWJBWcYvKjv+az0QA9X/2K8+dPcaa7j8Cl/8J/vJCi+5NT9I0NMyFeyOqbV8//jM/itaQdDlzWNHEJdsZPfU6HnI8LTJz/Z86d+ZiLU3GioSE+/j9+yvVJPx0nP+bCyU+4GIoxLLLdPj/n/vB7Oi525F7wKqQ3P/r/BZPxDEm5kd6sXNyRtINmzaIyIUvIRCypgUwsRlIgJRlCYhFiAx9yvn+ITn+SVDwqWcFkbpKYkoyC4iUlSLttgT6VID3bj7/797w/mGFecBPRGLFoglggyOzlSwwlo8wHI4RDYZlYxklpxCNBckonv5L9iIkOEbnx6+QwGU9KRjIqNkgp8uKRkEyWZS4pk1Nkop2YuER/z1d8Nr5o2GKZIZ2MEw1GSUgmIqt8VY+YTGDFXhEstkaIyQQ9JinFuJQRCZwjs2HCYn8qHZfJR4xINCU2Z1mqh5xeFLJQCu/k5GWGes7y8WiGuAT3MdFfg/Bw73X6Pv2EsxLZJ2QWnJIsTkzskwXrBdqH+J0Rv2uGJav+eIh6bFXR/R9/wOWuToYnepg69z4/GUpx+Tf/K59c7KRnfo75yCxdIzYasx/x0993cu53v+DcxfN8PFvGzjIHWet1Tn81TH9/lNnuLq787Kdclel9PHiW9z84zcnzY0TnQsx3DpFsKWP0979h6Fonc9JFN+0TmVykJBs3L8FmRts3FZMxGJMFo7QMmxj9X51nJtJNV98Eo8NRGVBpMokIgVACzdylZZEoKeMlB6KPDrebOknwlolFxf4kaSl1rIaGuhmX69UvuyLMytiO6wKUQDaVRrr9TdLHcScZz8q1SFK28nkc7c/b/Gh5IB/UrdKehgGGhW27pWUCppCfEGzbJtyiim8dtXJBRSJNJJAidUtgJINXUqIutwWr1SHgxu20YUTnickkZjowztBQvwQbAwwNX2ekT1bF57vpvvQpJ89dpms+g81rMH6hQyZRKXD5cDmcOGTZ3fT5cNiGmLK5GJ82iPcNkkmO4B/spWeoTyaIgwwMzDI6lRWdUpg2OxnJIGRFP2OZ6wzTwGIzRL/ll+E0U/19nP/wd/ROX+DXH1zhq1/+PefPnaJjYpzZsVO897HIGRkkEOygp/saZ7+4zNTIH/jdeT+XPvhHLlz4iq458ctSocFrXL92ic/OD+KfG5UMZZLus5/S3XuBi9eucfbUFUISiCWJMHzlOqNdJ7k+0sFnl2cJfvVbLk5+xadnr9Nx/gx9faf53ekxun79v3Gma4iOK+fo7DjDV31DXP7V7xgY+4SPznVysXOQueCM+J0lWxp/XwcdX37MFf8MA1MRZidGmOz7iPOXT/LR2T6mTv0fvN85ytjYBS6IvD+clUA0OEfPZ+eZmpe6S51cPfcV/QOneP/MJNd//e85e72f4XAaWWRekCWBMXNnOSN6nL82yGxgjFB0jsnBQbpkgn6hq4++gGRrJEMTScRl0vtbLkkbnv/qMn3nrhBe4PLQvlX9tAa82YemwsMVLHYnZexI4njFwKO6Usa+9NdL3VEGJRXcVNbDiKOSmd4widEZkpItnx8bYUQWb0LZNEMzVsnSetjTWkZJmYxpM8nM1U/45Ff/lZ/85lM+6woRlwgneH0ed1zGFn66wwnJ8E8xPDJE/0RMMnVZzOXDdRUvafsprHR6enCMyx+dYnB0kOnoZU6f7uLaudN0dZ3h9xdCJKJx0tmkLHikScUmmRm9wkfvdzE18Ds+ujDMqd/9nguffcBkmGnKAAAQAElEQVS5ScERfcRVC2Iig4z0fMWvPhmUa9IQ/qnzdPaPin+CwjPArASC6a4/cH5whksXrjHZcYHQTeIFFlv9W32q4yIlc5x7obo+5mzqkzPix61ue16/vAfu5oF8N17FQxoMReZTDHeF6TwdoPPL+W0DPeeChGaTAimGOkT/e637qc354vq91meb8Os6GyAo7TI3nWCoc/Pt0n8pJDf72MIq4yr9+FGvNjQwshqYUrJ0M0wJlizYJKiyWm3YrJYbD4mEmU2XYUSCmJJh60w2UysTITIm7pJqqqoqKCstw1lzhCfbKmCol+nJSSI2GzYB5WWMX2Y8ZmF6Nk5k4DITsWlSjdWEurslHEoRcxcSHQ+TTQTxzyQpb22hrL4q9/polm0yh5QJ6/KpSYKZ+Rh9owaFvhIyMyP4p2eIZzJY0hEisuo+7SrA7nJijfYzNt7FhdF5ZudiaGYuHIyRFjl2lw2dq8hu7hMdG2BWHx91eXE7DAxjmI7LAwz2jRMMhZG4EyOHaceSipMRn4UlOzDZc4mLwxFsExfol8nt9YmA4CdISYYh4A9jccSZHR9muFt8NRcgFMsQ6r2GX5RJu9w47dYc16+/ZhifmWVgzKC0wIPPZTA33MXwaBf9U1MMi6z4VJC0R+yzzJOSzEPSLMCt/k+GSExcpHN4gI7xgAS1CTQzF5gLY9os2B1WbnYFcW64vwN/MknS7cFpS8rEdoTOy/1MDfYwLjSBlBWrHSyWIP2Xr0lWZITZUJT4zciQtW9Z0AAkLZPNXPZl7ZQrYkoXFr0MDGPF049+pdittiusZKxvRwXJ4BiDPWOMxyvZKYsOI5QRGBljfmoMv2EBw054NEFlrReL04Vp2iktdkg/sWEVxjZPCSUVNVSXFVPkTMlYnObqtSkyiVECoWm6RpLifwOXOUHQV4PpKEK6K5vdrBJQpmJ+Lp+5wmT3Gc5Lxr1jLIhm7tKI4UsFiI2zg5c5OTjLxHSUeDJDWINNybI7vA5kXegmRXxyjLnRIWY9hfgKvTg9JmlZ+ErHwCrjx+a24ygymRsfpLdnirGZtPhhqbBtsC/ukabDNO+NrqZcMBSE7b1hmOeS98BD9MA9GhYP0YL7JFrmA6Tl4pmIpIkFk0QDG4B5oVHYCO1SmnXyiIWS6EpWWmY7iWg6p3tknTzuZG9kqW4b2F9Jl5Xq7qTDes/db/5r0kf6Ua5dcv0qlWuXNdGt4uN4OCXZoIxMJLP3aRRsbbaGYWC1mjgkI2dajTUoK37KThI2Gihx+qgrhLmCZ2hLj6CP3hluHy6LXBKjEaLWImoaPQQkqzM5Nk00xz2jD2cxcX0aw1pIVZmBKzVIhwQh2UPH8IRjFNUU4xLITs0KhSmTLQ/1bTspry3HlJqlH534pzXwkWzM0vrcvmmSNa1yDQKn04rFW0lhSRllXiuGZJWy1hTJtAQRknlMJiNEEgmBAirLXTgKatB/LVJeYMeWY7bwlUnIdSGTIGNkJFBSX8RJxoUuGCdjdeAtL8ZhiRII2HC6HDhLaimQsjzdzVVnO9VWE3smRCgucg2fyPJi+BqoKPPiswvPcIR4PI2lqgaP6GUhiUyTRZaxoMDN7xRJucAmJHCyiO6pVJTJkQkJSiNEhT4WzWAa1dRUF+Pz2CgsLqKsrJpCl4fiYjvWTIpEIkw4npXMi+hR4cYUPcrLCylyW7HekJOV1kqLfRnJeKRFXjoZJRkZpmc0IlnKMLFEGpGE1ZomPBeQ4xiRYJiU3Y2lqBj7DT7rKkSOfBDR6yJbCdliMbDYTAxzuf945LbVDDLM1c5IfUkTvsS8jMEZIsW1hC9O4S2tob40JG3ppz/ixFVSQ2V1DQWyzFHilf4o+D1X+xjq72EkmMIs383ug8/w5P5dtBREyfov05kqwlFRgzeZINw3Qdzio6K2gtpKhyxQGKTTInstH2k2Q2AlVLvLxOlMM9M/KItDEQKSVZS1GDC9VJdbsWYDUmfI3CNCMhyUcRGVLHqY+YhXxoAbX0k53pJKasscuX5qsLDp70MzqSTI9SEh/TvtKcBhE721H8k1MhWJk6huxzN7XcZxAr+r/p4EqQvSH8y3+tSUsaGwaPdmJKfkfpyWa3Bu3G6GUZ4274Et4AFzC+iwJVWQORUFpVZaj3o59noxT71Zsm449kYxT2yQdlGeyn7itfXJP3SiiKIKG4XlNnY/4c3pf2ydPBblLy+ffLOYRXhqAz55Unxy9FXhIeUivdqo+j0pvJ/aAM+70TwpfJ9YJvOpeyznyTdKxC8ld+wjqkNxhZ3yOgdtx3x3xF2LfvufK6R6h0smpeaWHEMPXymnTJzsuFwWDIsVW0E5PlsEb2EZ1bW7ad2xh+b6HdT7smQLEowPdXDl5FkuXOySiVYPV3u7mbIUygp/ER6bHZvHg0vCu+FwPS079/H6iWbaWoqZmSikuH4P9bt2s2N3EzXlbrzWNJ6qdlp276Sq0L3Cv+RY8I5hGBiGsXBw89tJhc+gqXiEjoGvmPU24i6sxutw4izwUiBZv9T1a4zIKrtR2EpzZT2trgxOhxWny4pLcOx2B6QSxMNzzM8tQKa0BCOTJjg4wljYQ4mrmYO7SyiucpN1urF5XThLswT9abJWNw57AVU+D3t2FuJp3ottx1M0lxRR7wINNF1um8gqxG4tpq6ugpr6MpCAyFbgoqJ1B9b5GWZG5wjGDQosUUI39Jifc1PosFDhG+ZyX4dk3WYIZIspcJRS7LRhdWWxFhSKz0wsFg8Oh1Myi2CYFmyFRTgbjrCzpIQG0cOh9rrtuAXfbhGTo6GbcgKBMPbGBozgHP5RP3MxkxJHFmd1HTafSwJYA5fTxHRaiIyIv3dX4ioslGMnVtHDwjo3A0yrgdVuYMqkk01uOsnUJ0Y2yWbbkqv96SRIgnplG4xqdpQ1cKitlKJdBfSGd/H8Uwd457U6qkoLCAc8VDRWsvv1JzDH5ymVMWUx4lz97DxXL39F54wVHHYcDlPa24Vb+rp7YhDvwRdpfe67HKmppEEWgWLF1RRXPMuzVQEKbAFkbY61bPqYoNqwEm5C7EpnLbQ2FZNpeoLm4gLq3QZOya67PRaKfSkCUS/EYxjSJ2317RzypPDm+rsVl2S4deHFSMUIz84xl4MA6YIi7CVFJDuv0Xu5h8mwgSkLM65iJ9hNMiNTzCeq8cyP4CoEaqvka1t97rmyiVgGXcDPrtZY91xinmHeA/fPA+b9Y729ORtyU7bKRdAmF3yH22Qj4PJacPssG6J13JCZ41GwPh5OpXWJzgqSxdgIj0X5y0un8pObjpbLz63l2Cm0nkILWi7iL+q3UZ6LfFYrle9ymavhbrTe6TFxqt/vBNIeFgtYZOJnc5qb6heqp81pkJtACj/y2woeaKGtvZl9+31YCyupeP2veLHpBd5+toXdzxyjsvVJXmr30fJHP+TJd/4tP/7BX/FXf/4DvvXuizQ3PMcbz73Nj//8TZ453ER5bR01z57ggFHMC+++TEtTDZ7Sg9Qf+xE/evct3q2zcvjFZ9nZcIxju/byje89xb5X3qDK6cK+gmZaZZF20+uLtqEefw0GJTvaeOIbf8Ebz/yQf/FKC8ffeI4dO3dR4KyhqPkd/vLHb3Dih/8Pvv/Sd/izN1/krR98g2PHjrNHFnL2PfM0TU07sMz0033qJ7z33gL8vqeEsrZX+cGf/RnPf+d/5C8Pu3nmre9y4qVv8NrRdo4c3E35M3/Ot9oK2f3C0zTv2Elj6W4qjnyPH+42KPS1c+zl13lV7D26/wDt1W4OvPYmNZLVKt/9PEdOfJfvPXeYZw7txFPzBm+99Sbv/un/iTdee5u3Ci/yiejxK4H33vuEgXQFLW/9mLefeoWXD7Xy2ve+yfPv/jd8+413+fG3D1Lx6pvsdbkpKDrGLrH7YCNYvF7KXn+b9rJjvHLiNV771ls8ceAQ7ZJB2f/Ka9SWwsyVL/g0J+Pn/OKXn3At8xTPvPIm3/zTf8Pr3/of+W9ffou/+MFx3vzzf8c7zx4W+nZ2PPsu33mmldYX/4J3TrzC20/vpa2xjId9c0wlMuQmnJLN/bpvPD57hgF6jbNYkYUPVtxKjjzPoefe5I2Wel7787eol2DHUf8yTxx5mx+/uIcTr9Rgeg7x1jePsffZ13nq5W/yb/7y27z+zg95qekJ3nqxnuadbkra2zn847/iyN4/54dHithR7GbnsaOc+G++z5FXXuKw1UrdM9+mqXUPFU7WtJkWMExW3Ipqmjj4+nd4/U/+RPR4km9/S8bLd97kyYN72VtfQut3/nuO73yCd775FMdefIa2nc/w/X/1LZ4/8TKH6os5+MReWg+1YJvt5OQ//YSfC/zkn37LZz1WnLvf4C9+9BrPvXOc1tKjHD/SxN7jh6g9LPVvt7LTPU8000plRS27annsN7fPit1lwTSNx94Xj5YDHk9rzMfT7LzVeQ9sfw889regLOjiai6bIft3bVHDIPdnCKbskzsCZN8wDCm+Bqn8+pgbm+DonmEYWiyA7BuGgaFHUiJ7um8Y8q3AGjZBXRFL6A3DQD4CxhIUI3dsGLeXOSSp19Jd2igT02/x9jsLcOLwDhpK7V/TCpJh3OAh+7mPHuuOlFosgOAs7NykvXGIVLCwGei+kskeYGAYN8BWgLdqP8dFjzcE3n7nBY621VGyeB6+xs3VgVSw4ibn4Qbf3D4LW26/lLo9T/NsTsY7ElS+QJtkTT22r/ENY+n+Aim5OtnPlXpe9jfykT6YW+3P6M5GGNxKs9C3pU7Yyfdj91H7c28mTMk4z6xmvkGu/UAK2Uc3LQ05JgfIZhgGemAYhhQ3AC35epNzaB1fb4ZhgAKyLZaye08+ws8wDHJ/WiosMr6xbxhyVgDFktIwDL7ePHiKW3ny29/iHYFvfftVnj3QRLXLwDAWQHGNJV8GMuUzXOx+7Xn272mhivyW90DeA4+SB2SEP0rmPBhb8lLyHtioB/SRHP1NhpYb5ZGnW+aB3KQ397XsxON9aFodOH0lFBcvQKHHiUOygw/cK4YF0yZZtxt6FBcX4nU5bv727d7pY8Pu9lFwU04BLpt5y8ti7p2slTnpuNbHBXPB3cooa67V39PZJKNvWsw10zxqiLpgY+gPFHORyaNm3Wbtkb5tdeErLaEkB0X4PA59ynJ1xhLsYXFTVFZMgdd5y29uVyd6DM7kbx+PQSM/Hiaaj4eZ67dSVwkV1k+Zp8h74KYHbt+RyYl8bq/faI10Up34bJR8O9PpfThne86hua/tbE5e90fAA4Yh/VA+kirZtDUWC1gkCDce07u0ulLtN00DY9PefPAMNMDXePTBS76LRNOKRXwqn7sgbs3TcstDr/vZdPbeuXc7drCt2Tx5rR6yBx7T28UavC4zRr14rISpq7D6Zkm5sqA4gipllkw6g755Kqmv0FZIpUnrozgrMdlWdVlSYk88GmfVp2DuYk9a6JWH+uouqCufEoy8GgAAEABJREFUzsRJJJLEkxvmsDLfB1yrExVTJmv3YqKmGQHN+ulbFB+wGVtGnPYGw5A7sny2jFIbUiRPtO09IH1Qx7VpMdAuue3t2QIGWG0G+sQgxhZQZp0q5OYGeoFaJ10e/e4eyPv27j7KYzyeHsgHdau0e+7mvKJ3MiQlQJmaipCOBwmEY8TiKVIScITnw6SiAUJzk0zPzDIXiJJIbjQMWkWxe1EtV8TcSpeWyk/LHJALTjVozcixnlLIZpME/LOMDU7kXv2u9ynFURAK+UhAq/jZBPF4An2VsuIo7SKE/X6CAkmtEFwNRKQQWvnITlaWNaXQs1pBViKWbCZNRoK5SCRJKjLOxOQsEzNJbuItYN/ynaMT4YqTla8FEJYSXEv1Lbjb/SCTyqKvYuYxnUGq2RaZQLMNJ3zbve/l9X+IHsiL3hYeMO/R4t22MPYBKqnXfVOu+6ZmsR+g3LyovAe2gwdWDFu2g+IPT8c4Y+Pj/M1/vkhk6Hf80y8vcPrKEKNjQ3x+skfUktBh5jMuXB+ja0IOt+AnFYsRC4WJRhMLQUFMgqZYhGgiRVKC02Q0SjCauvFoQ4pExM9QRxeXTnYyHYkQl2ApKTw0uE1JqigdjTAfTpKOXuT0F1e4cGkGiXNvsXxmUHw0OEwwmyabDBMIJUlJZjMt2UyVl4gEERZI7EVK+MXm5Xh+gpm5M7z3806Gey5yvrObr677iYVTt/BePNAgMBWcJyJ26P/LSoquiWiIiGT3kqEISZG1BUPsRfXXXVpkFdvuNMgFNuS3vAfyHsh7IO+BvAe+9kB+L++BvAceLw/kg7pV2lsSR5J9y+ZeKX0rShZ9zDIWS0MmQUmin96hYU72ByVIyWJ1F+Lz2HE6PdjtLhw281byh3okASdJzv/2Q86d/pSTF87zs398n96P/jd+cnGQwdFLXDh3gfd/e5rRsz/jJ5dDnP71+5y/cpnOuTDDfaN0/dM/0CFBX8dHH9Jx5j2+6DjNLz4aYHZwkHnJXAajSclcZm4EhF8bm5HMWyY5gX/sIr99r4uJ3t/w4Vf9fPKr33Lm93/Hrzr7+cM/fsb4pff4rKOT33x4kXMffspQJioBYIp0MkVwaoqxa59z9eIvea+XXBC4KCExOcTwpz/nF8N+OvoDdP3hJ5z+9J/55dkL/OT/+/dc7vmA974YoGMwukiy7UtdseQxTlNpFjadytB3Mci596c5+fPJhws/W0H+SnU39BzqCMt4iDNwKcQXd8B76Hbd0Devxwrtu8Q3Z341jX80zvRQjI6Tc5vuixf+4GfkelgW3h6lpSjWvOk9OBJME5xNcf6jeX73t5PbCj756Qx9VyKM98e2ld6b8vPf3P82OvfhHFMjcUZ6onz8z9Ob8u0H/2WS0+/7mZFxm0nr/GjN3fNRQ8zb84h4YCtFHFvLpQboD7T1h9p3UsxT0UgxMVIz/fQmDUyLFavNglVLiwXlwZbaMszNxElmXDgla8ZQF4PTKSzFXpzRIQKRefyeYrylGWb6OrjUnZJg1UO5x4k9GSc0MkJQsnPBqUlmujqZkjJaWkZxWRFOl+DkAlk7K8aygQkCA5f4YmyesZkUGQxSwSixQAKzwIcRGCEeGmVizi/nQwRDCbI2hwTHHhxWCw63F2+hC689jn8aJE5kYYsxPz9Pb3eEstJiykuciCHEozHSTgux6SDWYogHkyTDmQWSR+A7EcsSDaVJSSbyETBn/SbIPTgrzVlQbKW81kFV4xaAhhV0WKlOdPX4TLlWGOj/aayotVO1HG/5sdDcUxs3wb+y3kF5zdc6V9Q5ULhFP+WvsF69N0JzJxnKT0FxpKzQviLloq7LbVmsX7VcQrsUp6LejtNt4vJYKK4Q36i8TUBZtQ1PgeWOj5vzCG+6aGW1G+ijdu4CG4XljnVBQZkDT7E9B7q/HnpfiQNf6YI8pfUKHy3XykPxFRxuKza5BymtHmu5Hh4FN3RYSuMrsbNS/VKcpfu+JbbcUi+89dzSuvXse0WPRR8t0mndenRbpFta5vwkui2tW7rvLrRhdVjEr1Y2o7/yLJA+5SmyY1rNx3ackd8eKQ+Y992abSpAbyimFSxW444WmMUN1FSVU18oF4U7o96RzwM9mUoTk4Anlkqhrxq3GpVUVUmGscCFw5LBSCWIxq04XWKQBH6JWJR4PA6mgcRV+McGGJmMSNyUJZtOSFARJqTBGQ5IR0nGQoTjGZZulkyERCKKP5ImGQ8Qirrw+Vx4XR4c9mJKy0oodiUwJHhLB6aJCG7UU4LPdGBN+gnHEmQcXgrKyikt8mFPgiGTem5sWckNZkTXdDgkvGPEk3bszgKKSnwUiIyC8iIKbFbsN/AfjWKJAx4Ng9ZnhQGGXMEq6p3s2Oeh9bDv4cIRka+wVA89Vlhad2O/tNqBt9BCuQREu6RO4RYbVqG7BUfoNny8Cf67DnvZJbIVVP6u3LH3Vv8rfwXBU5w1w0Zo7iRD+SkIzi6FI6r7Ul0XjneJDWvS8Qav5bgtB7x4i6wUlNio3em61Rcidzn+3Y4b93goqbJjWgwey03MtjtMuY6bVDQ6adrnWx/s9cp1YQGa9nnXR5vDX6TRchHWrkP9bg9FEtx7pE8syF8/jwW622U25vS7vb5pRR+JXPHFbedydXJuRZq7896Ro1uJfqW6u/O7Vb/VeVQ2unD7LPiKbdS3edbZrsv0EB9U73TnFtYwjMdymOWNfrQ8YD5a5jwIa0wcTge1tT4szjIKvHbKmpppad/PE1WeBQVsxfg8DtyOhcMt950ISrZumMlkmnTjAZrLSimSrKK1spVSn4cS/yjTwwYV7Xs50JwhLUHVZDyNq66S6t21pKZGCeLF0dCa+/84xnA/Iz0jzMY82G1RCfRmmfHP45+cYioHc2TMNJTVYFbs44kSk2IN6MR33jLxVUkpPosVX3kZDlcJbgkMzWyEmNWFkS6g2DlDOOuSVXAvxYUerM5CSr0xIrPTzOT4h8lkDaobTIYHRugd8pNweGWCVUqh001pTRkOs0Bonbhc5pZrjo0qZHeauZuR1WZslMW2pjMMg4X/5WVI3zBxerYX2KUvOlwW3F5T+qoFl5TbxQadVHmLvtbZU2DJZZW2uv7qY9XV5bXc7C8unwVvkVX8/3XdRu3QRUCLDeyyILZRHot0NruRm2dKN+dx3kzTwCbBncNtsh5wShu7C6woOCV7uh5a7RMuoVcapV0vD7eMB6dcj6xWcr95dor8DfG4oYPqsQhLdVusu1OZw5c+vhxntfrleKsd5+iX6Zeze1ndavSr1d+Nh03ue6YsdFjEt6vxWHu9BYvVyC2cmCb5Le+Bbe+BfDdedxM6qamu5s//4hDuxtd4or2MHZUF1NTu4Nlndgk3A0qf42BbNa3VcrgFP5aiepr3PMdbr7zE9759lJo3Xmevx0OhrZH2I8d5+0+/ybPvfps3ap088c53efX17/Pj777Jn/ybb7LntT/ne8df51/9337Em+98n5cOvcKf/PFLPP360+ws2s3zL73Ic8/U4Ald5dNf/opfC/zql18yUdRO07Pf5pX9x/jOX3yD4y++yIH6Eva98CQHXn6FAz4vB956k+qK3bQefJandlWzIxtikDZe/eHbHHnmHd59fi8vHGunqO4IL+8dpe/z3/OHHP8/cHogjuXpP+VPXn6Gbxxv4dk/+gaHnn6ZY7XNvPJnr1HtOsSzT9bS1OR66C2Sy6/lvh66KttVgbzeeQ888h7QR6sD/hSpZU89PPKG5w3Me+ABeiAWTpOUMZbJ5G/KD9DteVH3yQP5oO4+OfZhstVLk/7eLJMWLfRAioWPBJzYeeKNJ9m7pxHfQuW9/7aXUNZ8lFe+9x2+LfCd7z3H4eYKiljDVtZEXVk5uw8dZs8LL/NsAchC2jJCu6x+1nPwjbd5M8f/TV4+vo8mD6iFbOEtk0ImaVnS+R9lb+FWyqv26Hhg+1ri9lkpKrNhc1q2rxF5zfMe2OIecEkWU596MSUjvMVVzauX98BdPWDeFSOPsC09oI/sGCu2roG3xIvL42DF0/fCWsOCxebE4/Phy4Ebp83KmqYmFidubwGFxYX4Cj24TFYI1CR0M2w4vV68Of5ePG4HK76cha21iWvIPe6Rv4FsrYbJa5P3wBbzgF6/TYuBXsu3mGqPpjp5q7aFB7KSUUslMrnsWjZ7y6r1hvTXYM4wjA3R5onyHthqHpAp81ZTKa/PZj2glye9RimgB8sYGjpR2LJBhYnFasVqs2Axlyn+CBzqPUgf87gXN6NHwB33zwRJU8djMSKRiECUWDROOpkgLROCbDpDRlLZGWRCIHhySDaVJBGLCm6MWDxBKpMkND7AxEyAuWCMWI6P8ooQlwlFJprI/U/H+A0L0uk0uTYVvsKcTDJGeLKPgdEZ5iNJ7ktiNjpHMBwnnLihxFqLVIJ0eJaZcFbs/Joom0qRmp8jKjakYxGxL0FCXPQ1xgb2EmHi4SBz0Q3QPkCSrNgcnfETSSSRZPoDlHxnUZt1/525b+2zeq2MRTMynFb2QiaZIasDSxC1/WQIQiRGQnaSJHP/X3V6cJDh6QgxxRU22XiIiH+coYk5EtLf06ks+gbdHH0yiT7cgnwn4mnp/8JfxnHcP8LgwAgzoRgJuX7cb69lRP/o/CypdJhwJEE0dutLx+63/K3OX5pb+gQC2qAPR9u81LwHtqoHHsFp81Z1dV6vvAfEA3ofknu03pjkKP+5Lx4QJ0uwFo9PMTY6ychIkEggQKj/EkOBOHPj/UxOTjA2GyA+dZ3LkxnmBoaZnplhRt8KGwwQm+ji+qif8bmITKyihKenme7rYzQaJZLMEhzsZHR4kJFomlQiyODlHmZlQjk7OsLU6CgTkTATXZcZmxmj53o/U5OzSLOvw9qsTDaVd4qMdJaMTCYzqTQ64dNj0ilSE9fok6BxOJCR+hQJnbiKhIwEKF/jSsXSj5zLhmcIj1zh3FiWsNCkhW86lSGlgWtvH5PpJNFAkEg4QkQmmCIaUQYhlSItotOkZDKsbDMSEWdkcpyTKbhpmRgLKz2FKEVmblj80c/V6YWqr7+zOV6pRArlnxGirOwoKE8hFr+mRFYUvwRbEzIJFzWFPEMqKfUiV4PorLRzRnyREPqcHlKv83zEZ0JMUutl1p4V5XM2ir3C5JaP8klJu49fuMi49hO1Q2xKCU1WJtbDQ5MEAjHkEOWTkcUBYatLArfwudcHagK5r3vNeZvwk2GcklWF1VwQkPHnn/UTjs4Tmx6gT8bBbPdXDE3NMCuLCaHABL0dI8xPd3N9wM/06ADTEwP0Sl8KBEISoE0zMRmStk0Rn/Mz03udGWnVVHKC/r4xxibCMiaChAauMyByhrqvM+v3IyqtyYGqt5iwMm6uT6YXxqwi6ZubpYOnpPOmpX9N9fYQSogOUwHp/0m0H2QzC2Ncx39WxkpG+mkOlP6mlCxZGRMpWZzISN8dG5sS+6LSd24CaCwAABAASURBVBfrF8ZbNjPHrIyrKQl408IL4Z2UsZHR/Zu8tuaOLlabFrDoqq8ebFLNtNitP4fQ9tokqzx53gPLPfDAj/NB3Sou1wGekslbNJgm6E8R8Ce3DQTnUrlVxqTcfSKBh6z7zPbx2/1u4+Cs3FDlpi23V+KRzKb7U2g+LdmlNNpXV+nGj2m1AXKzN81xBgcn6OuNkpWJn//Uzzk7EaL30sdcuPAVZzv7mLn0c/7xQpT+L8/SPdBLfygiAaBM3Lo+5eSsh4TFitNukJIJkP/SZfosFlJGnPHOzzh//jwdY2FioWFO/v37dEgA2XHqSy4Ir8vzCcb7RnF5g1w7dZa+jn7JHbDGLUtSgsfg9DRzczNMzkaYm5xkXoLOYChMPBrEPzVPsP8kVwYHuDYWlHOzgutnNpgkODUlx36Cssp/I/ZakJuOEpWAdXasn+neL/h0NMWUf46gTGj9/gD+MZkMX+9mLBVlWvjP+6eYCwdyPNOBGQLREPNzAeZkYjs7P89sIEFoYpQ5CY4D8wGCkuWbnZvP6RaNB5ifnWdu6CqDfVc4O7mgwsJ3llQsTEhs88+HCMXiYl+AaDiag8D4DPHgJJOiWyA4TWdnt7RXP7FYirh/gtnZWaYlgxoUPSLz0wxPzcmEfRSd4E/553M6xmNBmQwHmZuZFBvm8Ev9zHiQUDR1y3jJJGLEJCsyNT1H12dfMCQ2+yNB5qf9zAjEUuN88cVlhkfmJFsbIxqYRW2cmZwjkUhLCLBg0f34ll58P9huH57iAP2XBvp43EpK+ztP0zfcz+D4EJNXT3J2Lsz1c7/gwrV+RqSPhCJzDI2lKYqd5NMLA1w7/QXdEix1p8qoK3FiWAe4KosxPV2jDF27yuUPP6JfLqZx/1XOf3WBK73jEhBFCA2OEClzMXb6JBMDg0iCeyV1bqtbWAS4rTpXkYrHCPllvAUiJCX4CstiwrwEjvNS+iWtPdbVyXxsiOFxv4zFEKlEiMDMHAHp7/PBOAGxLzAzRSAcQ6YpN/thVoLZqIyZ6bk5IpEJzp65wtDwjMwHkiQjARmTU0zOR0lEe+jt6uLq1QnJBIaZF97z8zNyzYiRuOWikVN3S30ZpoHVZmKV67Jc5tnsloxnZP0ne8t1YbM88/R5DzwsD+SDulU8n5YL28xonLMfzPLrvx7n1/9hYt3wK6FRWCut4ioovpaLoMfL4Vd34P2Hv5tirDfGRH+MU7+aZZGPlot8dF9h8Xiz5XJeeqzwy//fRE7+avx/JecVZ/l5pVVYrNd9hcXjtZZKozJypfhsKV2uTuRrubT+TvuKq7CIo/uL/BfrVivf/08TTAzGGL4e5ctf+3N+UfrV8O9W/+k/T9NzMSyTy8wqvfgxrrbY8Ppc+HwFAoX4vE5s4g6ZJ+KPzTMyMsJg1wC9I8PM9veTjvfTeeYD/vDxGS7OmTiqCvF/cQb/bJKMuwhfQQGFXi+eokI8jl6mCquZmfNBVw+Z9LBk8kbpHuihd3CMoaEoY2MiDANs+ntSDw7Tvo7fsKYZ7bjOZz/5Z65NfMnf/NdzfPSf/jc+/eQjzg2NMD34B/73n/fSNTwugcZVuq9d4KPffsVE33v8/SdTnPyH/8BnX3zBJX+alKl63IC585z76gy/+nwIvwRp2WySKx/9lktXv+QLmcT+4XfnCcr0MEuEAZkMDlz6iIt9F/nVqWlmP/wnPh/+jPc+vMK5zz6js+Nj/v53g1z4m/8Xf7jUz1envuDcuU/4qKOPL//TP9PR/2v++ePLfHFphIBMJm9ocKNIM3HtEmff/w2npyclGB7ko59+wpWOK1y9fpWP//bn9H301/yi8xrnxwLMBDOSGYSEBF/X/9P/yknR6Zfvf8qXv/h7zpz+Z/6fv7zKtb/9X/jJ6VP806+/4Oxvfkn39U/4m0/HGf7i7/js8if83U+/4Ff/9BVDmaRYeEMNKaIDV+j65Gf8fGiaiekMydA0U5LNOfvpaT76h9/QlU1JNjOLJACZ773E1ZPv84eBMU79x58zIxmhtPC4bx/pPoYhX/dNwNZmrKbbnAZarqTpjhYnaWnNy90phqYTHKzpYKLsAKHhOJIiJ6MBzkQ/vZ3DGG4rE5ES7PYKnt5XRmFpIR4JDkKdH/Dxe/+ev//1h3wxvCAl2BmlwjZK3DlLZyRJKjnDUE8XgwELsax9zb/dlvUfzKXjb4F97nuyb5Bzv/uIwdFeJiNn+ezzK1w+8wkd1z/lN+dkFC7NvqXGmBr5it/+4gpT/T/jd2f7+fSXP+OrD3/G6YlUbowvoicHv2Lg7M95f2CIgZkkkWhWsnSQicwSHL/Atd4P+JufXWN0MkBaMn3pxDTzk2f55U87Get+j/OdPfRNrPd57pxJ2/ZL/92E/suM1dpq2xqWV/yx9MAql5zH0he3GC3XezyFVpr2etn/fAn7X1g/7HuumL3Hi9ZMe0BkKKgsLZVWeejxcth7vJj2p1fmrfVF5Q4Ky+w07vGy59kilN9SHnqssLTubvv7RD+Fu+Hp+Rzv51XHQlazQfH2iH/2in66vxSUXmGxTvcVFo/XWqrstqcLpQ2Kb/PB/hdutI/ouVZ+qoPC1/h3t3ERV9usoNROSZWD5gM+0alkBZ1KcvX7xdd3g9YnCimvc2Jw5+1RPZuVVfV0KoO+kjqVXJzWLLd2wTuGoaXizDKT3U2hTO5LzBEu2F/lGMPiw3J2H3+Ht99+kWfb6nE1vsZf/ssX8XSeof/KFSaErSFYiMzUlXOMTEWZnJ5hrv8cXcE50i8cI3u5C7PYibmjluzorEykphnqDtH03BEaDu7EKjzW9onjT7sYNw5woOlZ9hfOYiuuobyxiQZPlkTfFCXPtFNfX40nMsLkbB9XElbmonW0NXrxVLZR19jAzmoJKJcIDPROkrVaqRRdakq9GMY1rnSGGeuP43K6qNpRgxNDKAqoKPfga2jFYXdhDH3G70J1tE9cIySr/11xDxmjit3NhZhlh2hrcYBkD6d6pzESSVwtbVg6xymoLaO6rYEyCYiF6ZLPCMOSqR5PtvPcjjr21rlx2RDXZnOA24frwFNUdp1nZHxO2suJxw0Wa5Cu+XoaqnZzrMpDiTtO0G6jqmY3NRWFlFc2U11RgifpZ0YyHf7UNFOOFioLC2jaUU3NrlZaJNDXa/uCMkHGAxJghio43lZHQ4UFR3KA/r4BevvnsWYhLEG5w+3B4wozNzvNQNcMBIO4du/B7vKsI1Anv23AA8YdaIzaRhKznfgHu5kxd1N18QtGwnbmxyVQmh1izOrB6qvF6rezY0cxxSU6AtPSdxeZGhTsOsHxN3/Md197nidrE2SyA3x5fZhAaJRZyXgP9CawWDzUVcyRkX5md1fgXiTfRFlc7qK82sb5T75i5uKX0q+n6Iv5JAisZGeti9zlapH/7DjBoWtcliBsMlxLTXmh3EN2UFKzi7YGLy7BMwX0Y6tqpKCoHK8s1FwOWcjI+HW7rGSCo0z0XuPajJ14Kgo2GzZXAe5EhMzIJS5mEoyHqynwFlLksyqrxwfE2XfqZ4+PI/KWPgoeMB8FI+6HDYbc+e0uC4XldsobnBuCikYnlU2uDdGqTKVVHrq/HCqbnDIJW5l3aa0Dh8fE4bZQUm2n6oYOFRu0Y1G20issHi8tV6qvaHRRvdNNhei6FHfpvupWuWNlO5bibXS/Qtqgull0aLhdRoXUVYpvKkTPDfMXHlXKX+TcjUdZvTPXJk6PhcIKOxWbbI/iKntu4cFqNe7HENgWPA0TmXQZrHmVNSsr8JYKKopqaKupwFW1n+bkKMHsFL191zj/+Vm+On2NsdlhemVyeH1UJvOh7I3Je1qCjrBkkyQwqt7JiWdKaCwJcOFKCrPtCcoKiqnbVUlRhYv09Cyms4yahnoa6ssp9DkxWLZlQH/Doo9p3XrGToEtSbHZx+Werxg3ysAmwYrDia/IgVMWm2Yk0OwdnCJAIS6rC190TiZrBm6fHYvTg9PpxGU3MZcwdpQ4SUXnGe3spX8iIrZUUFMkkYsZJ4QVi9eJwzHD8GhGVvFNrI4iyj122krmGK86jLemhTJLGkc0LBkSU2Q5wObD7SqkusSOx5FhLpYlVeClrNpHbGKEoZ5hxmcj3LoVUGjP4Mr0cKnrGlf6hQ3zzE52ca1viOG5DJlQlKgrRTCcITs/R2xeAqrZDI2VMUZGO+mQLGQ47aVEGt7ucGO3W2We6sJhs4p/XDjLCmBmlmTcgd0pdeIXh8uFy2Ly9ebAZ0/jyo5z+VovQ7MpohKoRyJhQukU4UiI+bgdR2SM8ekwcXFVoS+DP5wi7vFgCC/ja2b3fE8f0Q7Np0glMvec97ZgKP5OJrJkVzPf2US1xUF9UZJMTTFdnU727t3LC0ft2K1R+qZsuMuqaH5mD6mRaQptIeLhCb74zScyxj/kwmScqLWIgpJKyooLKTDCMHSKmaqjVB16jZ0uB47R68xbC/BVP8GB4mmcxhyBJJveUqkUyVgYVzrIjKcWhywy2eQ4Y5i4PQbO1BgTAYPglJ+oBHMJbwkl0RkS8Qx2CdJsLjc2h/Rnh+WWMZ6VRZVUKkbEmSYwk8UWHmfKP0X/eIC5mSBZM0IkOC88raRifkKxefxGGaXRKVLxlCycWHKPNm7awG3EIBlLk5LFQVmv20Za51XNe2BlD5grV+drDQNMi5G7wNmdJnbX+sEhQZXCRmiVRmkVdH85aL3Ta1lRL5vDzOluWpDzFhwSRCynf1DHqqNDguPV5KluGuSsdn6z9Xfyk/JW+VpuBnI2SlvflYf0I20Ti/Qrm0y474p/lz6n7WyxmhjCj8dwMwwDwzSw2hfK211QRmVVCTU1DkynF1/7M+wqLmdPSw3NeyWYaz3I0RaZ9B3cRbVMBusrKql0OXE4bVgsNhwODw0H2qirraS4qJCC5mZqDBNP/X5ad7Vw+GAbrQeO0FjexoHGatqOHaRlVzvtDVXsba+gdv+TNNdVUeyyYzO4fZM6+WDo1y1nrVRUFrN3fw1Oh4uG3TvYsbeNivIyPDK5K2w+wN4yJ776o7S1PcOLB/fxzP4m6uvrqCqyUt3cSElJCUZ4lqn+y1y+tAADyVJcxbU0VVVR0Pg0z4huTx3fT9v+VprqKqmpK6ewtY06h5XipgbKyiqpK66gZd8+Du2uxl17mP3tuznc3ki9BMRVJQ5q5bjQVUztzt20HjpIa2MNDQ1llOw8wq6qcqokEKyua2Kva4we0eOqwOVL0yRMDw3tVThsDuxWD437WqipraOutpbWw7vweappPniMfZLJ29dcSb341O0tpuXJvVQUFlAmwXLFrsPsqNvLU/V2itqfpFkyGDsaKiU7eIi61mM8K3o272igoqiWhuoy4W2SDI7Te/kKC3oMMZdxUd7eTJnHTcNTTwnOfvaKLUee2kPrkT3UmV5p6zqKi0tkca5Z6o7Q1lhPY2OJtI2V25rulnbc3IH2C4lZua9C2Oi8wnxOAAAQAElEQVT2AOgWnbtYLhdpFFDVuJd9B/awq7kMd5P0F+n7ew/tZ0dDG40lVbTuraJizxHZL6C2sZHKunpKXQ5ZBHBjN6tlzBRRUmzHLX29et8TVFuraN+/j+bWo7TJeN/TWkXRzj3UF+zMXTfKil23BFHLVVrrscVZQHHtLg4dO0x1/TGOtO1mf2sj1ZXlVIqMqt37KHY10FBbKouiTZTWH+L4gSYaGxrlvJtKGbulVaVYJBgbvnqZToFrV68zOJ0kW7yTXfufYF9lEbtbasU+H67iaipanuCw9O2nD9RT5KuRa0w5NTsbKaw7wgsHm9jR1EhZkQeX1VirGY8Eni6qKeiTH4+EQXkjHmsPmI+19Xnj8x54FDwgK9qPghkbscGQGa8hgZ1OgG+nr5JJWwWNTS4snkIKj77J/so9HNtTRW17C0UyqTpY76Lm+efY/eRbvPLCm7z76rM889ReqsrbObrvCK++eoj2neUUlJZSsmcvOwwP+5/aR01FMY6CRsp3v8ArTx/mqTILO/fvprqihdaaOp56bheNhw9RZLdLDux2zXI1Bqysu4GvqpZdT53gaPtzvHioir1H26msrsZtK8ZbdYQ3XznIgRPf5bmDT/LyE3s49sJRdrfupqHAStOeVioqK7DHwwSnRxgZXoDxeCXVLQd54eXn2Xf8m7y50077E09x4OBRDsvkb2dzDQV7TvBMnZtaCfSqKiupKKihsOVpTtQZeFy17JbA7bDY29LUQEOxg6Yjhyjxeiioa6flwFM8t2+H+KsSZ8lBnjh2iKdeep2jR5/k6bJ5Jm/oMTI8Q9pbTdOxFznWto9DO4toefpp9h9+kZeffYpX3zpCWeMhju17jueF3xPH2tlzeB8tMsEtPHSCJ/Yc48RTu9l95CjVzcd4pcVB6ZFXaK8upa2lnurWw9TUHOTVEwdpP9hKTXEzLRK0Nu+wkY6LHiMjjOZ0mSRoL6f88AlelQDuhT96jT2HXuJJafeXTjzBU688zz7Jeu578hjtu+qobRb/HjjOC/ub2d9SgUeCf5ZtutqvE0TuwZi0u0zcPitWm7lMyuNzaNMFGxknq1nsbWynofUQ+ypK2fvcYUokYLOW7KOp8QjHd9fRtqcYw94kfauFGun7O9ul77zwJPsOHqe9bCcHdpdSXmHHU11Lw/E3aKw9wdONbgnyHVTsaKbt+adp3LOPBomui1uepKyqTrLorGnTvrBaN3AXlVO/T/R4+jnRo4UjRw6y/+hhmuvrqSnxUinXql0VzRyUBY5mCfiqK1p54oVjtMp4aSjxUN9UT1V9HY5EkNnREcYERkfHmc368DQ8wZN7nuKZtnL2PSU0LU0SpLbScuxlju1+hnde2i8yGmjc2c6egwdpamjlyRNPiq+kvrRQrjHc222Lc7NIECvNi3GHfrbFTcirl/fATQ88vneLmy7I7+Q9sE09IDMGnThsU+3zat9nD7hK6mh+4g3eeGsBXjhYT32x7T5LXYG91Yu7oo1nRI/XBN5462kO766meAXU+1pl9eAs283Tb7wugeMb4pdnONpeS8k9EirDMfc4bTqVzZX3iO1jzSYXIG9TD6juCtov7o8JLtyFzex/9Q1OCLzy6gsyruood9wfaY8qV6vdxGo1MYx8VMdD3vLiN+8Bc/Ms8hzyHsh74KF4QO5B+fvQQ/F8XmjeA7d5QIYjFouB1WZgSkl+25QH9Ld00XCaVDLDdly80uyPgvaLTTkiT5z3QN4DeQ+s0QOPSVC3Rm+sgJa97TmarKzCZnL/MymbTpHOyLEsxWVkSS4VT5CMBggFAwQFwuEoCbkhrcB2m1WliYSC+Cf9pDakeZrA7BzzswHSq9Bn0hmC0wEyqSUYqRjpuVFG5zLENyZ4FWmPWHV+1vCINWjenO3oAbkNkJIs3eL/vbonNkg0k5V7zD3htc2YGDI7cbhM9PG47bh4pTrnL83bo9Pp7+kUtoe2eS3zHljdA3LZXP1k/sxKHkgyOzfLJ5/0EZ85z+nzffQOTzM7O03n9RGy6SSp2Yv0DE0y7E9LAKi3+pX4PLy6TDJJMhYnmUjmglKSadLJOIlUhnQqRTqRIJpYDK7SpBJBJgeH6L7SRyARJykTjbTw0P9zk8mkyQhtRKKuTHKA3u5BBocC3BrLRpjo62dAzs1J4CvxW874TCKW0yGVTovMKP5AUCZFSTQ4jkXjxAMTJEZPcno4zGQoRSoZYmpihKtXByRY5rbV26ws7aZjkZwdSbVFdE2JjIRMtFJib1oC77u2Rk6z7fGVSWfFJxnpc9tD37yWeQ886h7QzIwpWTrTvEfT+cc8MtA3+xrGPfLlo9758vZt3APSxQxDvjbOYdtTamIiEAhIQiJIQuaA296gx9SAfFC3SsPnJv/yZWAsw0gRkqzVpUvjpOa7GOrupKNviOsjUwyPzGJaHdjTo8wGEwRjttzjOMsYPOTDNGNdXYwMdDEwOkLn1R7mek9ybWwa//wYYyMjdHf14x++SsdUgrGeLkbH+ukfHafvah8jl88zKQHdZG8XkyNXGZoeoqtnmvkZv2QvhxgcHGdsPCLB4lIz4wRGBxntvU7/+DAXu2aY6e9gZHqcwYFhxvr7mAqNc3V4jqnuDibGr3N9aJiunpHc/yG62DfGcOc1RieH6J2YoLd3jKRk7qR5bgpJR+YJDF7j+vQsE/4o0z1XGO67SOfwEJfPXmJispPOoVmmA0J4k2p770gMSw4kyN7elmxMezU7I1mM6dE4g50Rei+H7x9cEt4KS2RsVt7sRIKw9MfpscTXequMRdioLKW/G+1acNbKQ3kpLMVffrz03Fr270R/KfS1v9bCaxFnKU/dV1g8p+XyY61bhDudu4EzcDVCNJQmJjAxGKNXaRT0/GKp+2uE4a4oc3IN1n6+sRGyvanU7lg0QyKWYWYkJveA8IZgqHNjdMNL6DbCY7Q3QsCfJCJjfCmvje4v6rBYbpTPIp3yUVg8XlquVr8UZ3FfcYc6Fnyc29+k327yFZ7KV2GxTsvp4ZiMsxShuSSj3ZEN9Qnlk4PrYSYHoui/D9neo+XeaJ+VQZeRxe97wy3P5WF4IB/UreZ1iRiyMmHUTr4aitaXOWME5qbpHvMTyZpYnR7cHhcupxuHw4HNupVcLEaRovvMBfokWOsd7OWrjz6m/8KvOTsxz9z0VXok8Dp7bYjQ6Ck+65jgq8/O0z88xpxk84ISuI18/AGDkgEbPH9a6D7gUt9lzvQGSIXmiWdTpLIWCYNNblv0SsZIRqcYmx7k45NddH/6Ptf6e+no7GPwegfj0Qmu9swxfPpT+ge/5Jycu3R9XoKWjEx85wldPyuB5TBDcQmyxc+mCbLHwpYmMj3K4FdfcC2clIxfnPELn9F19XPODw7w5W8+ZGTuImeujTMyEV8geQS+Dc0ICOhjSo+AORswISuZ5SxjvTGufxXi6qnAfYMrJwNc+nwD/IVuNb0mh+Iy6Usx3h+7qbfKuPxFgCubsCVHewe5G7ZliU5Leeh+TuaS82qH1q9m+93ql/Nbin9ZbFs3b6VZot+KPhacpXKW7uf0ucN5xb12Jphrz7npJAMdEVRH9cPVUwFy9EvkK/7doPtiiKmROOmkXrc3MDy2OYnef3WynYimmZCJd/+VAOuGywF6zwudlOumVXlC13fpLjwEp19B8ZeABg0alIck+MidV5ylsAT3rrop3cUbdmgpOq1Io3h6TstFWE2O4imv5eeFbkDPLa9f7Vhwey8s6JYr5Tin2yIfKXPHSq/7Crp/J1Ac0U3bLsdTj2/gT/ZHiEqgHJxNMtQRXH+fuMFHdRoQvuO9YVmISSHxzDYfMZtT35RJVVFREYWFhdhsts0xy1M/NA/I1Pihyd7ygnXBIiU31DvdUi31T9HstVAavs7V2JY3aUFBWwne0lYai4tpyswwaeyhta2OCtOP6TSx79lH1d5GPFMX6Q1UUehtor3Mh744T4O1bCade6w0NjZDNhKj7HArtTubKfIV4nF5cUowa1/es9zlFFW30tJQQ7V9jKH+OUKSHbT6CvA17aG8sIZ6N9jMJKlEGqvFisfnxGK1UdG8L/f/dnzCP2O6cLkcOOxZVJcFgyLMR+IMTpdzrLmO3c3FFIg8X0ENdY1VVBWVU9XSQJXTiTu7QPEofMs1WPxjYJjGo2DO+m2QtpSuSNVON7uOFbLn2eL7Bm1PF9H6xAZkHF9dp4pGFwWlVqqaXTf13i12qKy9d6C7m5052jvQtz21YEv7M6vrdjcZS3nsfa6YnMwb/le+u58oov3p4pt23Y3f8vNL+S0/1/Zk8fp5iz+W8mx/pog9S+xvF93V7+1L6pbKzdEKj6V1y/fVJ75SG4XlDhr3+FB+i30mRy8yltPc6bjlcCGltU6yPJ7j25QFq0IZHy6fhZYDXp54uXjdcOSlYvYfL+DIifXTqryjIvPQi0V35vGK8FYQXKVZhAPHC6ludFJSZeeonD/yUlGufEL2c7AMf4FOeK1Qf0TsOCh6qD66r7AivvJ+VXhouQgr8FPaw8Lv0Imi232qdMpjFTqlXQrK5+DzhahNB58r5PAiz0U+Wi7y0n2FxePVSsFR3bTtDghPtXtR5q5DXorKbVTUOjj4fBGL9Rsple/uYz7c0sey6ez670GPGIVhGI+YRY+fOebjZ/LaLM5Ili6dzJBMZO5KULCjnZY9h9jvuSvq1kAIDjPQ+TGnB4fo8+5jh2hlE6CmDU86TuqL33Pxw2HMPU/RVtTD0MAXfHx9gKmMITcoZOXzI850TOP3lIEjw+AHv+PU7z6nZz5LYLaHyfE+hmdXe8zRgsUsZF+rg4zVRBbbSJvgVPkCFhdMDYwTmAniKPJKzdKPBWsiQHL6OqcH5omlFtvGQ7HXTmNZPx98/Bm//ew6Q5MhFs8u5ZDff3Q8YBgGdoeBp8BKUZmd4krHfYOyGieVTc57yt/ptWJzWGRCYbvJVwO9MpnI33dbcpPNjfsr549VeJRUOagQX5VWb5z/newvq3NSWrM53mXSniVL9CuRvlOqdaL7nWTf6VxRhR2704LdbeIttqIyNtNnCiRAdPmsubdp8hhvNoeJ+qJU2ny9UCYT/9oWF2V1jlyfWS+94lc2ONkIj+IKm4xtC/qylzLpazqutVSe6wW1o0rGW5n4oLzesSl7FmVXiF1q2+LxRkvlU928MCa1rKhf2N8ov0W6SrG3dpeLmp1O1O7Fel04scvis1PGWUmlfcPtusivsNSO02vBtBpsq+0+KXu3p9Puk9g823vkAfMe8Xnk2JiS/bDKzUQvHrcOdQflZRV88912nNXPs2dHCfVVpdQ17OLpQxoeCXbhE7Q2VUiQsUXd4iyhrLqNw4eP8vwrT1D77HO0uNx4Xc00tx/huRPPsPvoCY7XF3P4xZc4cvRFXnruWV77/mvseu57PL/7CG/80Td56oV3eaLtWV45vo+Wfa1Uups5dESC2/YiLPOdnPnoWARjBQAAEABJREFUAz4W+OijbtIVNdQf2kdtQRXPHD9Aw/Pf5pknn+H4gZ3sqK2k0F3B8eNtlDS10bx7HzVeJ+lYhszub/Pubjtluw8K3k6ebm3h8DOHaXJOcP3LT/gsx/80HRNZCp5+m+f3iF2tVex56QS79z/L3soGnnznecocezi0t4oauSlu0VZZt1qpRJZ4VLKmqcdzhTErOYyM2L648GKRm/J9A5uB1WZyL/mbcvXVLKsh5SJfa06OcU/lLPK+WaoMSaXfPN6I3+7CQ+2wCM6mZKyiV473KufWLG8l3VaqW6ccWWdAwZQsk9q/mT6jL0JK6jVw8c1SPGabXNaSco3T3w2bFlhz2y5pM+0rNunrWm6UXmk3wsOUOYS2mHmzLxhon9iMHkqv+ihshM9SGuWhsLRuI/vKQ/2jtFrqse5vFpSP8lNQu2/yE38ahoEh/r1Zt6TN110n/LStDIPHfjOMvBO2eyeQ6cRtJuQrxAPat00Z7FbJJsnhko8Ft9tNy64yrN46yoqc+Fx2qSugoqJwAc9RTUmhmwL3wuHW+dYBa6F+/z52te1jZ00tTQ3luGvrKbJasZs+ikqrqNvZREXDDmo9Fsrqm6mp3UlLYz07dzdRVLubxsp6WiWIq5Nz1SV1NO+opby2Ep+9iMrqGoFyCgu8FBSXUJyDMmoapL6yHJ/DQ01dGe7qVmqra6mvKKbI68Fuc1NbV0ppUzt1Ow7QtrOZnY21OEpaaSmx4C6poMhXRE1pCZX1jZQXFub4F+X4F1JYVk5x9S52VldSX1lIxY5GSipqKXMXyEpfHW5LGRXlHrxe69Zpjk1qYpigfRRjk4y2LbmBITd2vSFvax8Y27YB8orfRw8s9G0wjMeng2iWQAHdxOyc6VLq4XaEnP4SnG5H3fM65z2Q98D284BMC7ef0g9C49x1WL5u3mAehNB7KEN/ZK6/Cbz9179WGvc2U11devORx42LXYXS6sFT2kjrgcPsFzhwoIW6Uh+uVdCXVrtLqyVYq6GxqZGW1rqcjrfd000bpquKpvb97M3xb5OgswLfUkaPwb5FVid1FTMX2D0G9i43USdMarvNYaLl8vP547wHHrQH9GULCvdCbi5T4bQ8Fn1b77OBQIDZ2VlisdhN9+k1zjSRwJZttxmiN7fdvLadGXmFHyMPGIYhU8ZsDh4jsx8pU/Wy80gZdM+MuRHQ5QKje8b0wTAS1UmnQR/fWWmCYbFbMK3mg1FmvVIsDpwuF06HDUmUrpc6j79VPfCg9ZKOn5HBm5aBkE5n0P1sNiM3K1FEzsk3Ok6Q71wp5xRnKW46ESWRTJFS+hyftIyrtPASKqnLLZwoI4HsDZ45AbKfFX5KH4snhV5ukoJz20cFL8JtJ9dQkU6KPpll/z5kDXRrQMncsG8NqGtDEZ+kEwnSUqrJtxFlU2KL+nfZ2Wxa/C02prNkM2n0Z7TLMG5jta4KaadsJkUyJfzXRbgCsiqm9mWEl+6vgLKeKum+q17D18NnK+OmZVxpEKcwPj5Of38/fr8/1xeSySTRaDTX/jJMbzMjKw7KCL3yWBi3WcHNIk2Qw/261MaQ+kV8LfUH15kkiXiCpIzxtNQt8EmL7AwZIc5IOyrkmIkCykVGvhwKLzmfFfp4NCbXCKFRfnJma3wyZKVPJ/QlbwtKbw218lrkPZD3wH33wBad2d93u+8qQBYsMEwDyzaMLHRxUFd5FdQG8lveA4+VB2Qmk04RDgWZn58XCBAMhEnGIiQlWMmkZBKmk0Gd0AteUhZAsvEY0VBgATccJZGOMd19jp6hScang4RyfOYJBOYJx9KkgxHiMuGMiF+zMsHTCaiWyORQIR0LMtt/mgudA0zOxySwE8RlHxFPWoIJmX8tO7PGw+Ao07MhZqNrxF8HWnguTDxy7/79hwZ08zJhn5fALrmSHolpmcwHmAlkuOV0coZAMMBsIEY64mdaHK6B3S04mzlIh4iFphieSJGWwHEzrDQro9dbzRobehHeFDOkP6YI+iXoiEsH3SSvrUquAdy1a9fo7e2lpqaGeDzO9LT2BT8joyN0dXdJ5i4uIdXtFsRCIQI3x2VAxmWScCQp7ZgRIAc6JhfGZpJ4NERQ8AOBEBEZw9ngEN3X+xkYnmY+EJSxP38DQsSSccERfkH1vV5PkjKGs2Rk0GZkjKcTcTLhITrPXqB7yM+88Ltdw4dUI9euZHicgdEEcQnsHpIWebF5D+Q98BA8kA/qHoLT8yLzHsh7YPMeyMpKekImvPr/ipKx5UvlMhGjn+6uATo7AqSC00x/+p/4Ykz/59RvuHjhNF/19BO88vf87aUUPZ+fZmBshElkLT44SeTiL/giVknSZsNpTRMfH2Xi9Bd0SgCXEJzJCz/n/Fefcmk6IUHBMJ/+5/fomvRz/dSnXDz1GZdDMUau9+Hy+Dn/0R/ovNTJ8mDGkKuvaTUka87tm04ekwmigQhJsTOZTEtQGiMpk96UBKbEI8QGPuZC/zDX/UlS8SjBcApRj5RkHpKxmOAmcpmtW5inkiRjUUIxwdUTiZhkQ2QCO9LN5MVP+V1fRCbHEeZlAhyVQDcjk9e44AeiSTJSJhIp0Ud8pHzCQaIyaczEO7h84QoXL00RlyA1m00SC0ZIJNIyCYZMKkV4corO3/2CAQm0wyp3EXIKi8wZoe8e4NpwhKwE3EkJsKOJDOlQH5OTEwyMJ0mE54lo9iaelQm28BU/pOVY5UVVnvgooyA+ikcjBMR3CfGdZnMyEgkK+qLUhTKdICET+6HBK3x4dY6E0EQiUpfMkJkZwn/hD/y6J8Kc6JGRSX5cfBqR/rZAfP+/nR4L3iI7+njx/Zf2cCQUFBRQWlrK8PAwkUgEPZ6YmOD06dPMz81TXlYtC6u2FZXLAsFrHQxevkIvUQnirvKTf77K4OAlzp85wx9+e0mCvmF+/x9+Q8/Uec5eGZJrQRCyMQke+3nvF9dzfdnnsWNm5gS3k/ffnyQUkkAu0sk50eE3H/WRSoTg2t/wkzNjXOm+wpXLZ3nv8wHS81fpi1UQ6/49nVJ3blToVtR05crFfh6R/pWWfpWR/qVBbVT6H8kIofBCX0Qygjq+A4vju+NzGWsdnJtIyPjOkI1FCEq/1QUrxU2GxhkfusCvzs0yLzQ3pctYy0p2X68pCVnYyqSGGOq5yEcfDuX8oFfMm7j5ncfSA4ZhPJZ2P0pGy7TiUTLn3tki1z8igRQD14Jc/myWy5+uET6Z5dJHgivlmmkWeX/iF1o/l5fSyv4lgTXzEtxrJ+UGNZUgMJ2k/5LoL3Wr8tBzHy/TV+s+WqbHoo4bKC99LHYpCN/ldui5iyLrkuqwVt7CJ4cv5U1+sn9J+NziuzXyy/lG6G/yWk4n5xblXVI7BG7iLjl3s245/Y3jq59Lu8wkmZWbcd9laRetXwf9cv7dXwWYHomS2WyG4d4NmwfLSe4/FgmKHE4TLb8WnjuB06XTFFMCCwdOu0l6bpxAPMWUf5CBwV56ewYYHrhCT88YoelOuq+e5OzlTvpk3FtsMYav9stkKYPh9OCwWrFKAJH2eLBZR5mSYGFkPEF4YJh0cpiJ6x30DA/Q19NLf+8kQ9MZibviWBwW4qEYiUj8a/UW90TN3D1UysWqhTKDf3iIq59/woAEOx9+dp1Lf/g5Vy+do2dykvnJc3xwcpiRkT7885309HZz6WwH02Of8+mVOTo//RVXr1zK2ZFaynu+m/6+bs5f6Way83ecGhnko08u03utn8DMuGQrppmSyWEq0kdH/wRj3V/R2/kFP/2yg5Hf/w2f9Fzn81MX6b3eyXRokoG+Ps7++iP6/UOMzweFPk44MEPX6Q8ZnOrnq6+ucO2Lj+m+dpoz4zNMDswQkaDw5tQ3ExbfdHHyoyuMDvUxI1mUSdFp+OrnXJie4drHpxicGGFGAqrgzAwz3Zfpi09y7qsupoYuMjzax+nzI3Sd+Uj8PcjZM1foPPlbrl7+jFN9oyR7PubCeIQ+8cXQcC/jNwWLl2VC23XlGtcudTEr/WI6mCA0PcRE/0d8JYHClb5ZEoFpJiMpUtOXuNo1yDXhM9F7hu5ZpE8Jj/v8sVgMLDYDwzB4VDe73U6hvvRKgruOjg5mpJ1jEtxohs3t9uDzFmC1WFY0366P6csZU27WWbcDhy3M9HSY2MwooYFeBiTLd22ii+tnhumTAHGg5wqXPj/L6UvjBKxOrHPX6J0KMZOy4fRYcTizRCMOnE4HmfEQ2alBoulRrgZS+AcmuC79f6Srg/6eHq5Kv0ylwkSzdoxkgIQsqoSTa59OJUTH0atf8snoHAMjIaYvfsgFGd9fjYwT8nfy6R8GGOv7gnMdg1zpmmZ2+Ap9He/z2wuzzIxPMi9Zyrn5CeaGL/LB+SnGL/2ei93n+ehMB+e+7GTWP8JEMIXGh+Ki3CebkuvQdB9DI6f5/ckeugcmJZCeZ2oqllsMyiE9sl+rG6Z9LQerozwWZwzDeKSvNY9FI4qRa78KCfLj9MkNcpksZwUycmXMrQDrKvDdQFbAEtGUrJynZdFsfZCKZ1DajPC4KW/p/t1ky/mUrPglo2k0i6E2ZGR5+hZ+gnOTt+4r/0XQY4GUrLAnhMcd6QTvFj53OE5E0jl/ZFfAScbSkjlIsy5Zi/pqeYNnTmfhtS4+N2hzdizhlTtefk7PC6i+aVlZvYkjdTmZWi6lWWlfsgU6G8xKFiar7aI4SrcIerweEB5Z6Z/a1o/T2Fy0VW5BmKaJ3WVBM16L9bnSMLHZrNjtDuw2BSsmukWZTRVK5m6e9PwQ12PVlAUGc89qWZxu3D4PnoJinNX72FvtISNBxqx/lrhMPu0CNocDy8xVJlJ2pueSRPuvMBObIllVzJxMIoOpOGGbh/BElGwyLNmGDGVNTZRWV9yQrzrcDRJM+4N09YWwywRzXoLFicF+5iNhkokgoaEOBtIOshYTS7SPkdFOzvVP45cJ8ZyMNb9M+iKSVcvaLLf8LjU+dp3B/k46x6aYnZ0jHJdANzDMUF8/Q+PzJCVwtTjtWKxZIhqIzgwwNzNMz0xG/HCRkWiW6akpQlPdMnnu5XLHEKOXOpiIJ4hbHTL5TkjWcojzJ6VOsi0zc9MMD4wwNjpD1mFH4luZNCyxXf/n5MQlrszaSRl2oU8RmBqh9+JlRiSom54J3QwCDckwGNEg/pSVzHQvozLB7p8aYjg4zIVTnblsnn8uyPz4FKH5OSIizO4KMTY0QE/PhNgb45afEc9cY3gmwGTCIcGAhUw6zlTPVQkUr9I9PM6YLIhZrOI/p424BJA9sgjQJ7zn54PIusASI+7fbiqVJSn3hIyM8fsn5eFyTspCSUyCOMMwZJFihJRkdSsqKtDsndZbLVaMVVS02mzomHTkxqUdaS6EDcwGsVojxI0IfefGcDWmmIpCNOPC5fXh8/hwO4tpP7SbCucME9PTDMyDwyH8bA4po4wO+IlIsG8YE3zVm2B02kF5Yg0TO90AABAASURBVJCx2QgTcwkqMpPMyHU8EvATdu2guLyG2oLVNL3dgMBMkJHeKdISmNplwSkl4yoYDksQGSA5co6POqcYHpvGHwwzNT7OSPcl+sa7udwdJBoDi9ieCfvxXz/PV/qI+OQ0gZGrDEofHdTA1G7FWCY2LeMn0HeBjpEhLnSNMTUXleumjHeL45brxDKy/OFj5oGsLJI8Zibfau42PzK3uf73TX29OTi9Fmpb3Ow+6mP3E2uH1sNeoRFYB43ybz3qpfXI7XLajt1ep/grgvDYsc+Dr8SKt8hKfavoL3rcicdt58Te1iNesWEdckXGivpI/U1eK9khsnaLzrfpIHSr8dP62/CVj+p8FzqlXQ638VqBx00cbR/RdymPm+dWoFuKt0v6hbZJYZntZrvo+bXSK+5S2LHXQ3GVA7Sz8vhtmofTG5DMrVjxRze3uUQospME2UGJ3UmNN86k7zh7syOkslZc5XVUlRbhk9lQ0l3PngNVxAa6GR8eJYRuWbLZBDPXR0jIBNHnSWOJ9NI5HiZ79Emc/gDeqkIcdWVkJ2fJZtIkYtLW+2Ty2FiFRVmsCTIS5FhJmIW4rAUUu8Hiq6aovJIKuSYRimAtcsjEzi5Zgiix2ByzyZQEQCXUVrpwFjdQWl5BleDYlshLxiLEZCIYEdy4rYH6wmKaq7JEJLs2JkFkSoLArEyyU85SfBLcuSwZ7A4XxSU1FBd5KCisoaRQAl9mCc4M0T8RRqIOooYd8SxGJiQTzgCz/rQEVjFcxQWYTh/ZpIVCh4lVlLmlq6YSZCNzJCQbg9WJYWQkaI1Jti9MTIInS1VtbgJulUUmI5PFV1QERgWt1UlmRMZ8LEtldUrkpUReFFdJGd6Ceop9NdTvrMazcy++iTNMJ53gqKDSwtdbZJ6UxSTj8GLKAkAmHWW0bwB/KIH+ZjIliysWmRhn4nHxT4CI+C2ctpEWPqVuMLj/mwZzaVkIehQXbVISvIUliNHf1Gl2TsexPnrp8XioqalBA7u5uTlikgHLrHOSmZhOSXP7cDeVkezJsv8Nt2TNM6Qpoay2ippKB5mwQXHLUVoc4/jHh7g2lmRhy0K4h17JcoUcBfisGSavDNIXKeVQRYKkpxKsJRx2ztGXgHgsRrrkIDW1O9hRvMBhLd/xlIVo3EaZLD44HdKbLOWUlFZRW+7AjM4ynQoyG/VRWODEmpmXTPYE8ymTqCy2YDUxjCzJSIRQYJZI1E/ArKbYksEr2caUuwCLYV+mhuKHmO7pYiSQkT4eJYXKtWCVa1pKxlduEC+jenwOjcfH1DVYquNxDWh5lC3oAXML6rQlVDJMA4fLpKDUKjcCO+W1jjVD7S4XlY3O5fh3Pa4SmtoW113x7qSLyq1pduJwWwRMCstt3Al/pXOVDQ4JZkWPurXbvBKfxTq1qappZX9U73BS0yyy1uHfRb5LS9W5Zufm+SzludJ+tfhWfbzSubvVldXYsUuf0rYplMDubvh3O19cYcPtM1nl6SQetS2RSJDJZJaYJRMwmYnkJr26u+TMwq4VqyzfW21ywzZNTIcbh+nH5immqmoXbTvaqK/dSa0lSMwxzfUrn/PxL37HR5+cZWTiAicvfkV31EXaUoDbYsEik3xrNkznRDUtLQf45mtN7JH+0NftxF1/gNqdLTS3NVBZYscWj+Ao2UXr3laqiz1Isy+otKZvFxWuFA2uK5y68gED1kaJecpEByvOQg++uhJmvzzF9b4Zoq4d1BTXsCMbwjAzgic2Ox3SJywgQWUqEUMzHgq2mloKikrxRtPYMLF4ppmI+nAYNgq8GSJGgmB3P9PRLOI4sdeF1ebAJZkE0+HBYTGx24VSMkgWAWepj5QZJ55wkY1OSWAVJpyq5Wi7QVxoEtYyqkuseI1hzlzulkyfJ/f0Qjp+QyfTRbK8laKeTxi+3sdcyKS8soTm5gJCkglN2i3YnF6ykRiR2VkyVjtOE7x767CUNlNqbeFgcT2H2gyiNpOE1YVpd2O3WrHgBKOZ8rkLWMrdJItLWOqLeEUbztAk0evnGBj1Y9jjBNIS0Gft4psEcVuCtDVFqKuPVP0OXMLXHc/KOSumsNb5MPd5s0sg7PRYsYht91nUA2Ovk0UN6AKBAAMDAwwODubGdHt7O08++WRuX39XVlhYSHFJEYHQLJlsCsNYWUVT29pmw4qBIf3Y7bIRjnlxFDbQeGA3NfurObSjlsIQpPovcu3Ue/z8/d/zSec4XadOcuHqpPQ1E58ET6bQO8Xn5nAHNOyn/sSf8tTuPez0n2HQK/xalVcr7VWNFBfamYy5Kd+5j91N5ZT5rKxnKylIUlE0zedfXuTTc8PMRDOYaouvDGfTQQ5mA7hlPFqkXyYtNpLpAipEgIwE0l6IzfqJxtKYTc0UheI4JINtbWjFa0ZJX/uSDrk2GI6s9Pk4cUntxaJRWQtKMh12UeJLYsvGSaQspFIxiHQxF8nwCCeEudMml0lWv4fcifLRO2cYxqNn1GNmkdwiHzOL12puFta5QLhWznm8x9gD6WSWRCxDSsrV3bCeMwaGYayHYFviptNpvvjiC8bHx9F9NUKtVjAtcrTilayFtvYd7NtXgK2gksrX/4oXm17g7WdbaH3mSSp3PcXL7QW0/OCHPPnOv+XHP/gr/urP/5hvffMEzQ3P8cZzb/Pnf/EmzxxuorymjupnT3DALOKFb75MS1MNntKD1B/7ET/65lu8W2fj8IvHhe4Yx3bt4Rvff4p9r75BpdOFXdRb38egRALOo+/+S9589of8i1d38twbz9G0cxcFjmqKmt/hL3/8Bid++D/z/Ze+w5+9+SJv//G7PHnsOO2yiLPv2adpatqBZWaA7lM/4b2fL8Dvewop3vUS3/nOyxw6doQmRx1HnnueV4X22de+w9H9b/Anr+6hyVfJ8SelPP4dWg++xg+OllPxxl/xQmMJTz51lJ3Hv8+BY9/lx996me/8D/9nXt7xJK899yLPv3yU9tYmDn7zL3nzuRO8dKCetmde4uCrf8qP33mVH/zP/5Z9sV66Pv7Fgk6/P8MXY/W886Pv8cK3/oo/fvM53nntSVpO/Bk/PHGMl47ulEzcUxx94igvvX2Ewr0neK3SwOfex3PPHeKJwzX4Kpo4/M1/xVvHX+SlA7W0Hj9Cw76DtGQl85KcYTZ5iMbqUgpT17j6+YIf1B8fdvioP/oab/7wX/Ham3/Of//2ft750R/z3Ft/yb94+1XeeulJSvdI+7+1j10tr/Dma2/w9rsv0r6vlTILaL8jv63LA1m5oeriQk9PD/rGSw3uduzYQVtbGwUFBZSWllJSUoJm8PSlKW2726irrcEuQdtqgrz79rLj4AF248ZqPcyP/uwwx/7F67S3H+J4XQPPv/4cjpKXePuFE/zFv/tz/vJ/+rf8yz/+Ht880sBBadMXf/Df8YNXnuS5hgoKCvdKG1fiPfxHvCRj/kiNg4od7bzz3/05f/H9Z6hoepXDe5o49kI7jc/9C76x5w2+cdRJRQHr3pzVu9j14vf5l68+yzdf2En7my/QuquFJksRBVVP8sf/5tu89NprHGlu5fjTx3jjR3/By2/8Bf/TH++l6ejrHH/+OG899yR7Zcz+t3/xOs+/8QxtDUd44fnX+O6/+gte++Zf8H//Zhr/uT/wm3/6CT/5p1/zRccsxd/617zz/A/5H/7iDV44cpRdrU/y2vdfptxnwWqu24xHgsCUeNywGOQHNblNx2luJ/+1LT3wmA7jNbSVjPE1YOVR8h5YlwdMq4HNbmKRcl2Ejyny1NQUV69eRTN0OvHTf06s/6ZA/3/V+MQEuqqfTkn2Th8fus1HVqxWKzabDGbTxJSsj8PiwGm3YrXbMa12HNIOVpcbu5xzu7x43S5ckumyKp7DidvtlEmlFdNiwWJ3SKbGxJE7b8EwbVLnxu104rSAzWHHarFjt9pwuuxy7MRiGBuaK+iqvd3pxqkZIodV9HPkbDEMi+jtxCN6Odw+XA6XyHeIPNFTbLKZBja7HYvFiquwirq9L3JcAi6Fo+2N1Jd7cbkcCziGRUoHDpfQOlzYbE7hZcNqWrDnfOTCupipE/84LKbUy3m7S+hErvBxeb3iQztOh/AR+21WKzaXB6ddjm0WrFLaJEPqFp+5CsS/NfvYe/jZBZ2ePMaxliq8Prfo4BXZDpwOO1bFl9IhOpgWO3axx+G0Y4oumqkzDRsOuw278DdEV5tzqTwbFpsNKyaG6aLl1VfZXV9NXXkTTfu/9sURkVtVInRuAfGz12nD6XZjF16qq+ph2m74wyp6aRuLDTabcia/rdMDGqhpZu7KlSvo7+iamppk4aGJoqIirNJnTNNEob6+np07d1JeXp6rNwxTcvEGEg+uKNGQtl5ob0PO22S8Sr+QsWG12nBYLDikzQzTgVP6p9vrxuPzythx4ZS+Y5M2dUhfdWlfs5iYpg2ndDDD5sIh7WyzGJjCx+kROhnPptWBzWbB7pA+Jn3UKf3DKdcW02Tdm2GxYpUx55Z+7XJYsYmeVvGDFdHDYsflER2kziZ1dun/2jcd0jd9LpEtcu1ij1P0tsl+7logfPTa45B6l+jrcBbgc1bScuxJnjrxIi+eeJanjrWxo9SDR/u7+Mhhk3FiteOUcSyXjXXb8KgQGOgf8s1jvxmG8dj7YLs7wNzuBtxP/fP9+3569/HkrX3KtICRH3msZdOsnE4IJycnqaqqYm5uDn1Lnv5fq8B8QPxoCsiNyBBYC8PHCMciAaG3pIbq6gWoKPLglgWFh+kCi7uY4rLqBZ0qyqkocGLel7aTfmH1UFZXRaHbJQGjj4LSBT9Uiz/KC53ohPxh+uJBy34Y8nTxZWxsLPcSlFAoRIFk5HQca9Dm8/kkSLLdopZbAmutd0rApScMmWobsqMgRf6zZg+ox1wUlFdSKdnOmtoqKsuL8FgRj5Lf8h64owfy2bo7umdLnzS3tHYPU7kskh0QWOFBc+3wyWSGbCZDRpYQ5YPWZVJpMsk4iXg8l0FI6Ou7V6B/mGZtTHaWpNgUCUWRnMjGWKxIlSaZSIq/0jfPJoIh4lKXytVkyWbShOZDJMW30iS52vzX4+MBneR5JRukQZxm5YLBIKOjo+gLFjweT241P5vVlfx873h8esUaLNVAUTIeNs226Px2DSR5lHvjAb0XajZOs+oa0OmLUHRxRrNymonTxyw1+2QYd28YQ2coiqZwb9TLc7m7B/IYeQ/kPbBNPaCXzG2q+v1VOytzxEwmS/q2oCyde/HA0NA86eg0k9MhAmEJ4qIx/NMBUrEQ4blRJqb8zARiJPTRsPur6rq554LRdJqMBKVqJ2Jnrk4Osjf201IuMM6SycSZm5phpG+MmNBoYJeVUm/eOZD9lPgpmwkTDIQJh5PcJM8xER7qT4Ebh5CTFRPcKMFgUo7lIzr5u3qYmptmOhJhXoK5RCLMYMcA88EISWG6yCLHZ/ErxytDWs4v8NVNYpcQAAAQAElEQVT9DDn7RDetXkR9lMoFXyx8P0p2LbUl9ziRy5V7oUJnZyemaaLBnEvqyisqBNUko31vG7pBuq12V+n4Ykb+k/fAI+CBVCqF/h5OA7nh4WGmp6fRsarBXF1dXW7fMPIR2iPQ1HkTHkEPGMZ6F0gfQSdsc5PyQd0qDWiIZ6xWA9ttjyvFGR+f4L/87WWiwx/w099c4MzVIUbGhjh5qjfHzZj5nItd43RP5A633Je+CjkqGbFIRILORDr3drl4NEwknsxlGOPhSC5Q1SApk0kQD88w2NnNpZOdTEmmRAO7RDQqGba4ZNCSJMNh5iWwTUcvcebUVS5cniH+dfINMinhq5BBg8F0KktWMn9JkRmMJAjp/31LiWwJCLs+/ojuwcuc7rzGZ59dlMBumssfnKVveJK5WAINHm91aJZsIi46RgiGE7IfQ20JSlZRM4vJWJRQXORutUn/vdBHeGhgcKs/Ho0jXSxIyQRR35I3MTEhiytp9PGtffv20dramjuemZ5CH2W1yhiVe5EE8dntBTIO0tL3U4ltpreskmTycFtfy8o1Lzceb4zLzfsIcvy2yZDWMau/d+3u7s69CEV/I6bjtbm5Gc22b9gM9aesJMr6nPic+wSLY1D5L93X443B4r9a0Ta8tS9sjN/X9i/Vb3Ffy/XyVRqFRTrdV1g8XmupNAprxV8JT+mXwko4C3VZufbkBob0C31SasEva6NdwF3go/vKS/ttDjbcQfOEeQ9sHQ9I6LJ1lFmqyXbZr2VAAo5hPusLY8gM0+YpxFfoxectxONy47RbHrgpehPRiaJCVrIYXysgV0ESnHnvfU5//gc+OXuWv//P79H1/v/Cfzk3QP/QOc6ePsN7733ByKn/yt+cD/L5P/+SMxcv0BGIMjo4Ruff/g1XohEu//Y3XP7iH/joyhf80/t9zPb3M5+IEE1mZML9tcTcnjnFpQudXPjwfYYv/YJ/fyrKtV//nIudv+NkTy8XT12j/8N/4B8HpxieSkmwmBYeaZJJoZaAkNlBxkbO8ctPLvHRV5NSueQze46vzp7hNx/3Mdt7hfnz/4H/zwcX+e0//B0f/+4n/M2py3z0d+8TjcVR65dQPpRdNScZy5CWCf2mFZAFb8OQr00z2noMdKVfX6rQ19dHUVERb775Zu7NeBrY6e9tvF6vZO+GcnfnvotBzv56hi/+eXJT8Nk/TaCwGT6f/2SSRfjkHydy+6vxG+4MSwY8weC10G16fy62KCzSfiq8NqvbIq+l5Xr4qny1bZFe9Vus+1x8p6DntF75LsXV+nsNKlvlLOf7+U8m7tqOSqvw+T9N3uZ75beUx6f/IO24Cp7iLsKp9ybxj8aYGopx9bO5XNurjMXz6y3PfzDDaHdYBudWuHKJGqt8dEKswZxm0vvlPmCz2dBgTl94omPVMDZ3jQrNpeg8G+TM+/77Bl/+ZpaTv1zg/8V7fr789SxnfrtwvFG5Fz6ZZbQvin88wenfzvL5z2dQOTm+m+CtPE6LvspH9z//uT/HX49zsEY/fflrPwqL9t1i9zr0+1J8dfIXfhb55HRQeoU16qL+OfUrP5//bIZF227yW8bj+rkQs9NJJofjnP9wPif3lLTdF+KHL4XHLXSqg8JSHnqsIHWn35/l2pcBZicTck+WlYNV+vjjUm0Ymxurj4uftrKd+aBuldbRVZyEZHjiEVl+XQVHq501e6i2JbHN9tCZAA3sLBYTi2liChgPY4yITNMKpmQajdtaOEskYsHirKDUaaPQP8BQuIDi2hIKk2PE0nGiNfWUNHlJDF7hyrADq7WcpiI3nmyK+NwsMVkpi4WCzPf2E/TPYt1ZT2V9FV6PB6fTK4Gsg1tj2SJKUn5mpkb5oHua7OgvODXtwOEuptyeITgTpm/UQmt9BRXFVhyil9XuxOW043RYwCP11dUUO01sEjiyZAv1DUogmcCxo47yymLc8SlwlOKy23A5HFhcxXiMkFBsjYmRYQGLzcS0GKLT5j7pZJak9FF9/HBznLYGdUoyc/o7nOvXr+d+N+eQ9tNHtmpra3MBnT7CFZRMseLpvmYA0hL4+4qslNfZ0f9VuBkorbaj/0twMzyqGu0oVNTbKamwiU6r6+UrtuDymBRIn18us6rBgcJifVm1jfLa1Xkt4q23LK0Svmv0XXWT6NToEJsWoKrBfkMnsVnPCSzIt1NSabsnbbLAz3FT5tJj9Uep+GVpne5XiY6qq+6vBnq+os6xqo5LeZSs0UcV0mYOt4lToLjCylIeq+lxp/rSGhtur0Umm1vj2sWyLSM3yXA4TL8Ecj09PehxZWUlOmaLi4ux2+3oPXAZ2ZoPrTYD9WlVkxO704IuUt4v0IW2RDSdk5G778u+lpuRBwbeQhsFJbYFvrKYl5LMfFxKhZRk6DcGGZLCJynX/5SUiVh6gb/cC7Q+tUG+ei9R+ng0QyySyfFcCy+lWdQhhy96Ka/1+C+HL3KVRnkl72CDw2WRseWUa7UD3VRmXPSNhtKo7nqsEIsk8U/PMz42RXA+QiKeZnpqlqkpP6FgROzLoPdQm8NC7U4XpVUL/HiMN8PY/LzkMXbfljDd3BJabEEltGubpsHdJt+mr5KqmhoaK7zItYatsN3UXVt3pUGajBGYnWYmHCVhL8FrlFBe6sVdUojTTCHLYPglY2Yv9uG2RAgHppmeD5EUXpKAZHLgOn0jIeZTVsl+JQlPjzM5Mi3HNtKJeaKhWeblIvu1L9xUlWbxlhYStjTyRMEwwZJW3IWVFGrwZmawZYNMjk8wF06RzNqwZZJko36G5xNk7AUUFBZT6LKJfreuplkcNjKpKKGpCaYm/AQyaeyuAjxuN263F7fLh9cFojpbYVM9TAsY2jZsbjMMI2eXFJtj9JCp0+k0+pilvgBFQf/JeMGSt+R5JStnsVjQt+ZVVFSg5xTKystQB2gwVr/bxY597rvAnc+3HPCwU2BzfDyig4fmfR52HfLmytX4FVfacRdYUf1Xw1ms33lQeO1X3m7hf+9A+e7c710jz+XyPTl/qa07xN4FcOdsbrlP+u5Y0sbN4o+WAyvp7hF7FNxSrgYelL551fZWegU3a7Wlqd2NR9rTK4sMVRKILOi6wGNh330HfW4/V9fiprDMJl3cYKtt+ru58fFxyZYPyiJhJDcmdWyWl5fn9vXRy83qbMrCl6fQSrO0sbZVQ5ub+wWNe9w07fXk+O+QsmmPh8ZNylMerUd9tD/ly/FSGxqljyzCRm1ZSt/Y7sn1Y+W1Xn0bb+iitAo5u2/U6TmtWwso7qLvluKvR58FHm70WtKY870r1xZL+S3uqx/bjhWw+wnxq+ir9U1y/dF69bkeKzS2eWiQ8+WNBlnXFJHMAPbCeaqarVQ0mli8sziKg4LjkOuYl5Iq+2a77CNBr5l3hUfCmMfQCPMxtHlNJuukW1cKbY7lLrLg9rhp3V2K1VtHebFTLhCN7Ny9lycbCoW33ICd1ZRKZqvQLYdb8ZOKE4sGSDideNoOsqOujjKrFXtpK5WlpdQRJR4upHH3Lg61eyX7liXtdFPZ3kTdvt14YmHsZTWUtB6kpqqGosicBIlBYqkiigrFP44I8xI0jvYPMJCDCeLeAqrb2jm8az8Hd7ezp70Rr7eCoqIymneWs2NnEZH5ILaaRgq95VRJJFZS5CSacVKzqxaf20eZ+NpljzGR4zkgvEcJF9XKRKoIT3iOYChJvLSdplIn5TW1FJdXUlPolCxkDRbTwlbY9NFYiWHI/d5ikwpZrGC1mxiy+LBJVg+NXCeH+u8KdIKoj3AZhpEL3molO1dUVITNZsvpZhiG9BcvmqHTLECuEgPTauAusFBYaqO4wr4pKKt1UFbj2BSPRR1KZIJQUS+8JHBbrFteOj0W7HJ9cfssd5VZfg91W6qHZqs0qFxat5790uqVbVTbS8UH6+G1Xlxtq/I6kb/Bdi+ttrOqjkt45mwR3LvpV1Ruy7Wnw2XiLbLetU3vxs8nPBxOE1OCG7bAphM9XXCZm5tDx6y+BCUej6PjsampibKyMhwOxz3XtFIyoHW7XNxPaNjtRgMCldEkAZ4GGfVSp8ebAeW1QwKOulZXjn99qxuVpbBRvsojB+KT+pt8Xai+Wr9Wvjn8JTY2it1alwuIJBhaKx+1pUkCsaX4ykdhad2d9lXvRglQmySgVn514qc74S8/1yS66wKN2rB4rlHmLq0HS2neW4jVN89svAdPWZyKBgu+yiTWggCldVDb4pSMvQOX13LP+26eYd4DD9oD5oMWuP3lOaisqOD739+Dq/Z59reUUF/mpbKqnqNHdiyYV/QE7Tsr2FGxcLi1vg1clU3s3PMMLz37DG+9vp+KF5+n1e3GZ6ulZd8TvPTt1zj66uu8UOVg/8tv8tzzb/PdN1/kW3/yGrue/x5vPvECP/jL7/DiS2/xzJ7jfOvdZzj8/GEaCpo59sxTPHGkGm9sgMtffslpgS+/7KAvXk15czvP7i3HuuNNXm13UemrY0dzHQdf3Eu98P2jZw7zzf/2exyT4O9gyx6OnXiRozt38MIfPU99RT37dpVTWRyjI8fzNF9+eZneaC1NB47z1ttPc+D409Tu/yHf3FvC/qefpnXfEZ5pKmaX2Gm32yQEePgtIYnEhcc+bvmt48PX60FqoJPDZDKZW+EfGxvLPb6lj1XqSv+ePXtyk8PFYO5Oekmcx1aZ8N5Jz/y5vAc24gF983IymZEFoIf7+KWOV82mx2Ixpqam0N+56r8UKZBs+u7du6mpqcEqi4IbsfFRoMnbsHU9YBhGrm/q/cRut+ceEdYFRF2U0P7b1NR0c+Fw61rx4DQzDOPBCctLui8eMO8L1zzTLeoBHbB2nnjjSfbuacR3v7R0lFDWfJRXvvsdvi3wne8+xxGJcIs2La+QiqbDPJfj+W2+891XeKK5jBLHphk/MAYWK9hdptxotC14LDf9h8RDQ0MSlH+JrvrrjVVfrKBB3WPpkLzReQ+s4AF9UsThtDz0hQsN6HSc6otQOjo6chnzXbt20djYiMvlWkHzfFXeA1vDA9pvh4eH5X5r5Y033sgFdV1dXWiGWV/k84C1zIvLe+C+e8C87xK2qQDNqOiPmaOhFDzchdJ77kG7x47VYbmPmSsDwzSxyOqtruBarRZMU+o2bYnwMO8H300rti4GhmLnvnTn8QF91HJwcBC9qepv6PRFJzo51Me2dBXVMB5Dpzw+zZ+3dBt6QDNyGszpi1DcbjeHDx/OPQKt/yvSMPLjdRs26WOlsmaXdVFC7zP6Ei7DMKiurs5l5/Rfb+gTI5qJfqycsoqxhmFgGAZ5f6zioAdavXFh5sZJH21K6dsSlBjY7OIi49Gy1dAASw18tMzKW7MFPaA3CP0djj5mqY9t6e/mfD5f7g15mpnTfX00xjDu8SCTVZlYNJr733ahUAT9n4ypRIxUJks2ncmt2Or/OMoKXioj6zbJBPFoRPAFNxonkw70lQAAEABJREFUmUkwP9zN8MQcM/MRoqGQnAuhb/uLxTOkwzES8QSxGz7XiYPaKoxRSCciBEc76RqYZDaUELk3ELdAkYrFCE1OE8pmEdO3gEZ5FbaSB7Qv66KLjlcdt4ZhUFlZmfutq/5+zul0Ysri2lbSOa9L3gMreaCwsDAXxGnwpk+HlJaWoo8Ma2Cn2ToN7EJybdc+T3676YHcvezmUX5nO3lAIpbtpO6D09UQz1itBlYN6h6c2PsuKS8g74EH5QEN5vT/zQ0MDKAr/joR1EmhThA1O6eTQ8O4x8FczjhJrUuwlkhMMDw8weBggOj8HIHOL+mZjTI92CH1gwxM+4mNnOfL4QxT1/uYmJpiWgK1RHCO2NAlrkxEmJHgTW/+ETk3db2LQQmIIqksgd6LDPR1MxBOk4jNcf3kZSaDESb7ehnp62MkHGHs+lX8wXE6L19nbGSKdE63tX5l0YAzGUuSFlt00pFKpEklJQyTYCwdj5HU4FRMzaZTpBMJOZaDdFD0GmFyKoD+JutrHsJPRGfTacITUwxdOM94JkNC6hY/2WyGdFL4in0Z2Y+Nj4uvRhhLiMxFpHx5Rw+I28TvSNvdEW1NJzPpbK69s7IQsSaCTSJlpD9oNl1/bzQyMoL+zlVffKLjVSfB+hskw7gf43WTiufJ8x5YxQNerxd9I6vFYkHvN7qQqP1Zy5KSEvSnANrXdbFR/1XOKmzy1XkPbBsPSOiybXR9sIrK/CgpK/KBmSTTIwmB+D2FqeE4k0MLPHVfYXpk4Xi1cuou5xfpZsYTknVIC2SYm0ywFt6LtIqrsHi8Wqk4i7Aazkr1izasRqs+0XMr0a5Wp/gKy8+rrMX6jfC9jZ+0mfJbhNXOL69fPJ4ZS+TaJBbOMD+l/Sqe61OL/LRcxF1LOTuZlAxS+n49Hbzh8aarorr6qW/H0x+la6m/vdHf4NTW1qKPbm2Y+VJCGaNZCXB08ivFkjMy8ZRVGat1mvExPyMjSYxEmMCF33N5OkJ/x0kuX7rI+c4+pq7+hl9eCjEiQU53r2TWZuaYD8yTHD7HVxOmZOIsOOwWMoEAwa4uRmw2smaY8YELXL7cQc/IHInIEF+99xGdI+N0nv2Ky2cvcXUuyfTwFE5vhN6LVxjpHSHF2rdEOMjs2DDjc/PMhf2M9k0wNhYQ3YIEp0aYmJtjfHCCOdE1GAkwMz7BSP8IgcQUFy/3MDTkJxwMMjsxzPSsn5HhaeE3wvTUJAMDI/R9dSkX1H2tU0YCuiihqSkJTIeYDoaZ7u1juOM6ffH1haNrt/LRwpTuiPbHrARjWm7WOg3K05JGzjyAoE4XLuakT01MTORehhKTxQudDNfX16PZDbvdvllz8vR5DzwUD+hPQLQP6+P+mrlbGuDpYoVmpTUjrY9n6r3roSi5RYQahpG7hm0RdfJqbMAD+aBuFafpRDEwnaLjdIiTv5jhi/fuLXz+8xk+/skUWn7202k+/9md+X8u8hVX4W66nH1/lmmZyPpHE1z+LMBnd+G9lJ/y//zn03e199N/nkbhc7FjKf2d9tUGPa80n6jNK9B+Ij757Gd3l698FkH5fb6SzsL/8xvwyU+m0f1FmvWWSvuJ2Kyl6vep6L+cx2fi55XqF/FO/cqPXwLuicEYV76Yz/lY+alu6/Wl8jz/0RyjvVEyssK+Sjd+oNWqh94UNSvX06OBxRD6aOWBAwfYsWMH+pscw5CA6x5plZVwNitZpUQsS0bKW9harLg9TrxeH16PD5/XiVUQ5JaFPx5hYnxMfDdIz7ifyFA/6cQwfVdPc+ara3SFbTiryohfvcr8TJSkzY1L+BR4vLgLfLjMHiY95RIsucl29ZBMjRIJztDX38PA6CQjE0nhL9ktSdukDSdudyEuu5O1X2wzTEvG7/zv/8CVeT9901f5/U9PcfpsP8MT/XR98ks+m/Rz9jef09l9he6pQS6cucynf/9rusS2oAQVmUySqaEezn74vpzv54PfnubCb97jzKWznJ0OS8AnzrjlEyMenmLgahdXf/qPnOydYCialr6Vzv3O4hbU2w7yFeoBQ75Miz7dYaAlm9z00X+Hy4rFuvaes16Ri2N2SoJ5/a2rTm41m66/ndMJr2bq1sszj5/3wFbzgGEYaKZZA7xF3fTepH1cgz3NSuvvvedkYUPHxCLO41Yahl7FHjerHy1779/dYrv7Sfq23W1SVuegrs17z6F2t4eqHW5qd3tp2Oejfu+dZdSLDvXtgqMg+3fSqbrFg/5TY5fPSqXIaLgL76W86vd4qd/ju6u9VS2qu0dwvXfFXcq/TuxVO5rUZpF1yzmxq2qnh5rW9fGsFz71K+ksvqqXc7XCt3KHi9pWz/p0FbpF/XI67/fl7FX/1oiPF88tlurnRrFr8Xh5qfJdPhveIhsVje6cLtr+1c1uGkR/1XU5zZ2Otf94hFfm63TLQxt1qVQq94jlqVOn6O7uRieD+uN0fcPYvQ7mlhqZlXGKITkSLZeeWHFf8PAzk2mnKJukzDLCecdrPGUMYVBJ+wvv8s1vvsTze+pxNb7Ov/5vX8bTeYa+y5cZX+QnKcHU5XOMTEWZnJlmtv8rrgfnyJx4Ci53YSlxYdlZByOzZCJTDHWFaHruCI2HWnJB5SKbO5cRxuNuyZDt58TORg7US1/Z38aOpjIKUkG6OmbJSsbN1dRMiSPK/EAvHT1zOMWKqM2N3eXB454mEBjh8pUMKQlM61qL8KfK8DhqebKlgspSBJuvt1SA+ek+zn41SMKaJpa2YJgu3B4XTo/1a7z83h09oD1M1hruiLNVTiYSCTSTfubMGckCj6GPpOlbaPVfFNw3HfOM8x7YYh7QxzD1d3Z6z9LfkeqYuBeZ9i1mZl6dx8QD5mNi57rNNEwDh9tCabWDGglganZJsHEPoU6CuuaDPvSfbNYKX4W7yVAchbvhVUkA4/JZUNCgdC00izwVV2HxeLWyaa+PBgma1oK7yENxNbDR49y+2K37S2GHBE4Nbevz9Wq8FuvrRE7O1+vku1Qv3V/k1yiBogZwWrcUFs8vrVu6X73Tjctr5gLu0lrpV6KXtn+T2Fy3243SL8W/235Fgwtfse2+ruTfbeDoquacrG5qZk6hqKiIlpYW9LGtxZVRw1hTxHU3UbedNwwDUzIjdoeZK7nrJlPu7AhJawmVJY3saWygpGYPDYkx5jNDXLrwOR/89Hf87ndnGBi/wpdXznNJMqvBuA17jneabDbIuS4PjU3tfPPValprYpw7n8Gy6wkqK6tpaqumtMxGemYW013LzradNFSX4HNabw2ihJ9mF/UR72QiK0dLP05K7FEqzIt8fO4UX1ydZy5qYrX6KPH5aKo1mQykCVtsmKEgRjRC1AKB8Jzg2bCGRpmQbGEg6aSpMioBYpKYtZK6whhRfxdfXu5j0M+tsUciRDI8yzRewtFpwqEEGTNONOxn8OoE+W1tHjAULfelO5uDVDJLLCpB+fIs9ObYogsw+kh0b28v+rp3i8WSe3GRZi28Xi96vEkRefK8BzbtgQfFwDTNXBavrq6OkpKS3AKHvlRFFz0elA5bSY4GtApbSae8Lmv3gLl21McLM5uBTFpslhu002uRyfi9Bbdk0bySZXFJ6brH/J0eCxarkQOH697qvairp9BKLht4j3X3Ft0HvhLgesXX6vNF/TdTqt2eAisb4WHKYoHEItjs5gK9tL9HbN5IP3BIJln5GCYPZdMfl+tLUEZHR9HgTlf69caov1/weDwsfdTlfiloGAamBHZScPtWJcFlhQRgLizuQgqPvMH+8iaO7qun5dBBmloP83RrBTufPUrzsec52LafgzvqqKstx+suo7qilkPPHaJlRzUlpaUU79lDk2GnZu9RWlua2d3ezq7Dz3N412Geaixj7zNH2NWyn31N9Rw71kjTseM0VpZR6LAiKrJ8M6QvqO6mZfkZC+U1VRx4ch81ZZVUFjezp72c6mo3nrI6dj37Ek/t2cXe1irK6vfQ0naYEycOc/T159jtKmLf3lYam3awo3k3R186zv7du2hrqmTn4UPsam8TXrvYd+JpaiY66Tp3li9PfcmXV6eZyNbzwsuH2X/iDY7uKKOpuYHqXbtpLXItVzB//AA8YJhgsYJ0k3smbU4WYPr7+3MTV2WqgVxTUxM6Zp35t1qqS/LwGHrAIgsbPlkw03uYPn6sPyHQR5H1xUGPkzsMw9iO5uZ1XuIBuW0sOcrv3uoBWUDPCtxamT/Ke2DjHtD+pLBxDg+XUt/CqK/11zfkKeiPzHWlU99m2dDQQFFR0QMJ5tbmhTIqq0qoqXFgurz49hxnV2kz+5rLqJCAxVfRwO4qBxVHD9O0/zmePnqcF58+xMEDOykr2cGelnaefrqN5voSvEWFFDbvpNZwsWt/C+UlBdg9NRQ3HeWpA23sLzKp39UkdPU0VVSy/0gDNW278dls3Baz3VB+YdJuSGbE4NbNwFNaSeO+Y+zbsZu2+mbaW0soK7dj9ZVS0voEx1ob2C2BZHFtK3XNe3nySBsHX3iKXR6fBHmi8456GhoE9j0hPJrYVeOlrGUvzbsP8NThdg6+eISabIpMPIa+FCOW8eIs2cVTT+yk/ZmXONBQSk19HVU7W2mvLbhVvfzRA/GARVYCbDYTY5NR3fIxqy8xstlsucct6+vrc6U9/yKUB9KmeSFb1wOLgV1tbW0uc6f3tqmpKXS8PE6ZK/WD3tO3bkvlNbuTB8w7nXycz5niGavDwOG03PbY1OPsl7ztm/OAaUGCHgNzkxM1ZMtlk/XNeJJVlsP7+tFMnD6Oojc6/c2Brvbr66ArKyvRl6CUl5dLcCLG3VctbmeuN1t9qdG2DJRlwSgr7fcwdDesDpz1hzj69HFeePEFXpCs4IHGotsdnK95qB7I9W/pIxtRQml1zOpLIPStljpm9S2X+ps5/a2rPmq2Eb55mrwHHlUPGIaR+z24vjyloKAAfSOmZux0IVPvgY+q3UvtslgsGMbyhcalGPn9rewBcysr90jrJjM5mdNt3ESl3xSDjYvOU97ugYdRk0xkiIXTpFL3N6rTyaFOBkdGRrh+/TqaodPHLPfs2UNVVVXuJvgw7JchQDqF+CBDWv9/28NQYhMy06ks2oYKm2CTJ32EPWAYhiyWbGyCpWNWF2B0zGqpY7atrS2XmdNMHfkt74G8B1b1QGNjI/oopv7+tLOzEx1Pei9cleAROaF2anb/ETHnsTMjH9Stt8klPZJKxJmfn7sBISLhsEzO4qTSEmUlk6RktpnJpMmkdcItZSxMIIcfIiq0odlRRruvcn08QTQ0Tygwt8ArECIUjIN/jpDQJlW3TIZsKkVKX2uQEd4iIzk/xkR/J1e7xwgI+gYXcpX7vYfQFPP+WSZD9551nuOtHrA5TJweC1bb/RvGaemH+jKFS5cuMTc3h67yHzp0KDcx1BW9WzV6sEcy30V/c+T0mljuow/usVU32VmsRu63lRUDjywAABAASURBVPq7yJuV+Z28BzbpAZ146u9cL168mFuA0YWXxTFrtVo3yT1PnvfA4+MBvd9pVlsfT9Z7oGbuUjIfe3w8kLd0u3ng/s0Gt5snlukrcRmZZJZUIq3h1C1ns9mIrNp08dWZCfz+GJHBSwx2nuXCxByzZ/6OLwfnmeo/yfWuy3x2xc/MhTP0JhNE0hlSo1cYHe7jWqIAh0XCtmyazPwVBoYG6RrLEAv6Gf7k33N2wM90VLIQY9cYvPwRJ0diJLt/xuddU1y7NklgepzpxDSd7/0UfzCMqHqLjnc+SJOKx0nEkrlANJVIkYrFSKWkPpEgGYsSTy9wSMciJBJJkqko8zPDfPHFZYKhJBq0pgRXeYhZC8jJOMmJ8/QOdnN5ZqHq5rcEpEkJaKOxlASpMfxffi72TjK1DTMsN216yDsa1OQe4zTuvSL6Oytd3b927VoumNN/2qo3OH3M0uVyoZNDw7gPgtdpimEYuUdZpWDbbeI+wzTYlrpvO2c/QIVlbe/eSFsfl4Rcj/U3QDpmZ2ZmKCoqQn8zp2PW7XZvmTG7Pqvy2HkPPDwPaEZbs3X6QiF9+Ze+MVafVNFs1sPT6v5JNgwjx1wXhnI7+a9t54F8UHenJpP+nZt03YJjYLFmcdjDzPiRzYYRmZEgS7JvElxN9H3OFcmgDfVeoq+nk67eYYJD5zh78Swd4wGC0XkC/kkGhwMYNium3YXDDBCXG3JYAhzDmKJnJsDQ9Ski8zGBEYZ6LwrPcSb7Tkp2bojxkVmSEpQlzSTz3V3EJGBc+wN4WaYlSzgw2MvgXJCJiWlGz/yS66MSTPZ1il7ddA2N0n/+ClMJybhJ8Nhz8ZrY0s14ZJb+vgnRNZnLFI4MXadPgtGOK51EA1e52CG69ncx6Z/IBaTinJufZHiO+fEOBvrPc7Y3hL+nl2nJTIa3VJrxprr3bUcSvRIQgy4abFaI8siq/+7hJDIpmebFN3/pYyeGYaC/vdGb2uIb8jar972iV/vTkrmeHIrTeznM9a+Ca4aO0wGufRm4Hf9skE6BO/Ja5XzH6dtpb+MltDm5Uk6PJgjOplD9l8tTuo4zt9uTq1c5S851yr7KXs7jbscdXwp/0SOHJ6Xyzu2LH5Vn7ljrhf9i/XpK1Un53EYjPK8riJzbzm2kTnhdPSnteUr8vw5d1b8r6ad2K9ymm8hRfLXrtnOid/f5EMG5lFzfU4x0R2/vW4KzEt1qdQPXIvgnEnK9uPMAT0nmYE6y6Jqd09/O6W9/NKDTMasvMNJFmHs15vJ8tqgH8mrdNw9oYLc4nhwORy77rYGd/qb8vgl9SIwNQya9D0l2Xuy98UA+qFvFj9q3TashAdwyF8kJ02LB5XbgcLhxuZzYrBZM0pItSzEW88JkB8OzcfwSlDmC4yQyMcKBOTRoo7CKwsISiqKz+IdGCBs2LE4nTocLu2QAiQ3Q495LrG+IyNwU0ymT2WCC7PgVrgU9pP1TmDE/cQnkEmkr3uZdOO12LGsaizo5SNJ9dZCRMT/RTIZwMMDY5S8kYAtKIHmZnq5r9IxOMNrdx3yoj66BITrOXqK/d4AZw5SsgonFMkvP5Ut0d15naGyM/u5+AgOnuDIWxB9NSsByI83H4pYlND3KWP854XeRLzsiJCS1aBGlTXNNii8y2valtoAGI/fEEGGmvO7FqppOBEOhkAT5EznQfaf0S13p18mh/mhcs3P3RO97xiRLOpVlZjzJcFeUgWtrh57LEXouhm+j6bsaoe9K5Lb6Rd79IkPP9wveYt1i2S+TcIWvj6M5Xktx+wSn+0IYLecmE0SCKWZk4r5Is1gqn6V0i/Uqu/tiKEffL7pofa/o23Ppdlv03GqgtGqrloqj+ihv3VfQIFmP+0VfBa1bLyidwnI6rVNYXr/RY+XVdT5M75Uwur9WPr3is5X8pjxW8r3W94mvl/ptqazB61HC8ykJ7JKMD8RX7UNLae60P9IbZW4miS5crDRkdNzrK9d18UUnmfoSI52A6tv7NKvu8/nkWm1ZiTRfl/dA3gPr8IDe+zRjp7+zs1gsaCZcx5zeJ9fBZkug3k0Jva7cDSd/fut6wNy6qm03zWKksnEmsyfYY71KyNVE1lZLY3aeuLOJ/c+/yuGmEoqLG6lvO8Sx9iKGfv0rRqIRYjlTMyTn/ASu9zLrqMQW6mI81EtfshiMevbbz9PhfoNaM40vO8NcNCRBmZ3qN79FkceDlWWbzPblI5VZgaWfGMPRcmy2SppLvJQWFmAU76el0Q6xCKGJOUkjGbjqGygOdNE3MMm8BKcZw0LC6sQlaIYxxNhEhKnxBFaLndLqSlKC56ouprC8BJfDuVSg7Cfwjw4xOjaBP2UjHcngEEZWCZolRpbzj8/HlBEn9wQJjjdvs/rOkKDYMDYeGGswp49t6RvyhoaG6O/vl8xAhrq6OlpaWnKvdjZV6c2re+85aNeWFHVBmY2KJhdVO91rhurmVXClvnLH6ryqRUalQNVOz22yals91LQsqxd+t+DKcUWjkyopfaV2XF6rjBk7VTme7pul8lF+y+srha6yyU3NLg+qi55XfSsaV9dZcZaD0ta1CY+WGzKVr8AiXuUOqReoFntU1mL9ekrV/ybtEt7KU+E2XoqjsMwXt+GtcL5a7Kjd7cn5ZS34ilMhfUZ9p/tLQX1/U+8lstT3KqdO5Kj/ltLofoX4y+62yLXNQnHV7W2qOOuB8noX3kIbZG4d31m5sKckO6cBnWbndMzq49IayO3evZvi4mJ04kl+y3sg74F75gHDMHL3Q/2NncvlQsfe4OAg+nSLjsl7JughMjKMW681D1GVvOgNesDcIN0KZI95VTZElmlSrlba65ppbtpLjayUupOD9Icu8ru//ff8zV//ii9OfcK5ax/zwfnLdCWrcWYtNwKyGFMB6J7awR994zg/eNtDMj5B/3gGT2ELB5uaqd1xkBpLlFRafF3WROu+Vuq9YDXleMlH7vkk4lkSsQwZxb15zpA9L+2F3fgnPuTXp7/idNfiG01KaK734Cu0MB2DaDaNdWoKw2ElmolK1i5CNBzHNnudc4PlVJciE44Y02lDbC6gan8NU2e+5MLZqwxNzYucpZ8Q87Es8ZCJOybZoMgspmuOke4RpkfmxG9LcfP7a/aANGfuGizlmmmWIepKo/5O4MKFC+jNSd9o2draSlFR0TLMrXdoGAY2p0FJpZ0amXzXS5CyVmg+4KPlUIEssHhugca9Xnbs891St5xnk+A0tN9KtxxHjxtEn6Z9XpbiNu7xsvtYEVoWlttx+awUVzjuKE95LcIO4bfrSAHKe7Gueb8PrVs83kip+ijvRVr1j+q+eLzpcg3+qlccBfHbeuQ1tHtpPVqAtst66LT9dx68vQ+sxkN9pP1jtfP1Emh7i2wUlNmpbHSvuU1X41clQaLystoNlm762Je+vOj8+fO537vqAsyuXbvQx6OX4uX38x7Ie+Dee0ADOs2G63jTLLneP3Vh9N5LejgcNUBVeDjS81I36wFzswweVXoNjDLpLCu/Lt4rma59HH+ugtISG56Wp2k5+j1eadrP66/XUbD/NfY313H06T20vfunPP/6v+Fff/fP+OH3X+LI4SfZu+s4b73yCv/ixyckKHNhLzzCzh3tnHi2mWNvPE+VzYqz+R2eOfAy33q2naPP78Hd+jovNjnZ89pLHHjrmxzZs4+dkkGRRA3LN5nrYpOJgM1hIijLTps0P/0az77wLi8e2MdTB6vZ8/LrVLq9lO95mWPPv807T+/jyIFWvO3f460TL/KdH4ltL53g6domnnn3WxxpruXgiXc4fuJtXjrUzoGWWizVb/LNt09w4jv/HS8f2MXu+d/zm1+/twBnJnDtOMxz3/gTXj7xHf71N1qpOf4tjj+xn9aqAm6dsixTN394Xzyg/3enr68PvSFpMKf/l0dXIPWFKPqoiWFsg1YRFQ3pPYYMAgVTyjWDxcBUWIlmtfqVcDdSd4N/zsUGIFfhNeut8m7Q36TRYwU9d69A+SncK373m89GdFUahXukm2GBxTY11tumK+iQTmVJxNJkpEQ2nTjqvxXp7u5Gf/eqwZxm5ioqKnA4HCLbEKz8J++BvAfupwcMw0BfPKQ/TdDFFH3KRbPlWt5Pufebt2EY+WvI/XbyA+Avt54HIGUbisiKzpkMKOi+HC75WKTz+ygpcUjwZGLxFEk2rYoyVwHlZU6s3jJ8bieFRV68lbWUlDXSWFNHXU0ZRYXFFHhLqCgrp7auBKfVxLQWykXCS2mxm6LyYuwiyXBVUOwro6rYS2GJF9NTRonLxFtWiq+ikkKvD7fgrfYxcpMEOSsDVb5v+biKyikuqaSssIDiAife0jIcFgt2b6nIqqCiyEehz4PFW015aQlVtdWUlZZS7HRTXFlFodjmK6mguLSC0gIvBR4H2MuprCyjrLqRqppmmhqbaN65awGqK6mpqpSMSi2lpVU0VHhwFFdRUlSAx2Elvz0YD+jqWzwezz02osGcBnaFhYW5f1NQXl6OxyNtLv3AMIwHo9AapNwRRQamLr7cESd/Mu+BbeoB0wJWq0k6m2ZqahL9f3MazOk4raurQ4M5r9eL3W5nyz4ivU19n1c774E7eUDHm/7mXF9E1NDQkHvKRd8WPTs7i95n70S7lc8ZhrGt9d/Kvn1QupkPStB2k6PTWlO8Y0pwpPvbTf+Hqa/pKqSwqpldu3YvQK0Ei27bw1TpsZetj2xNTU2hK/1649Gbkr7VsqqqSgLt0txK/2PvpLwDtrMHHkndM9kMiUScqelpUqkUPp9PFs8qcwGdPgZmGPm70yPZ8HmjtrwHDMNAX0ykiyu6KKpPvOg9Vhde0ulbfvey5W1ZVNAwFq4n2zkwXbTlcS0lbHlcTV+D3dK/b/TxNSDnUfIeeLAekPmeZJKzaLmaZJ0IakZObzb6Oxwt9dERfdRS32qpE8PVaLd8/Z3Gp6Tw0umUTISTAlqmxU8Ckt1DzulNS3cX9sVSScmnZdKs/krJDTkj2ZFEZJ5ILE48kSKdSgqfBUinxeepNJl0hsVbd1Z4CheUn0I2kyIp9IFwlEQqo1W50/f8K50glUwST62Xs1ifiYltadSe9VLn8e+/B9KpLMl4WrIAaSySQd+xY0fu/85pdu7+S3+UJeRty3vg3nqgsrISzdppYDc2Npb7rWtK7ic37wv3Vtx942YY+UzdfXPuA2KcD+pWcXQmozfUDPFoOv8ij1V8lK9+uB5I5yZ9GdISNCzXRG8meoOZm5ujp6cHfTREVxUbGxvRyaE+OmIYEhUtJ9xOxxKXZGV05uIp2f9adTlIJ4mEA2hWcnY2QCgYIh6aJZJMk4xJoJVISCCUJJMIE0pkSYWDhIPzzOn/TgxHSMQDTPZeoW90hqnZECHx45x/htlAgHA8Q3J2jnAoSFCuE9lMmkgoTEqCwXQ8RioeJx4L4e87w7WeIcang8QSi+Hf11redU8hwNhLAAAQAElEQVTMyOFoKUZqm+YgV6lfWbKhCeZmphkP3jhWXNnNSkCbC1JvHGtUeQttJkk2OszIRJhAJCMUt35yuDnaDFkJUBOiv9bdipU/up8esFgMrDYTj9vN7tbd6KPSGtzdT5l53nkP5D2wxAPr2NWMnb6B1jCM3KPS8/PzpLZhYLcOk/OoW9AD+aBulUYx5YZqd1pweSxs86nvKhbmq7e7B6w2A7vTzE38WLJlJOsUCoXo6uri6tWruUdE9N8TtLW1oY+JLEHd1rsS0pBOZomF0xLY5iKQZfb003V9gGtXA6QC00x99Nd8NjpPz1e/5Pz5U5zp7iNw+W/5jxfSdH16iv6xESaEQzYwSeT8z/ksXkPabsdlTRMfG2X81Od0yPmEwMT5n3LuzMdcnE4QDQ7x8V//lM6JGTpPfsIFgYuhGMMi2+2b4dyHH9Bx8RpKJ6Rr+mQkUE9p+k3MSsaSkvWLEo8EJXMYIZa6wSIRIzF6hq6+q5yZSEuAGiEQSpCSgHb+8gW6zpzhSuQGciJKJJogLkEtEqRlYrMExs/w2dVxRvzLNJOALy4ZxngiSTo9zfz0WX7xXhez8wkkhr0hPF/cbw/oPcjmsGCz5393fL99neef98C98IAuvOhv7PSnDVeuXGFiYoKELCDeC94PgodhLGTq8gt46/f2VqEwt4oiW04PmUxFA2kGroW59PEsFz/yrxnOf+Dnwh/Wjp/j/aGf87/389X7M3eUc+53M4K3Ao7QX1QQPa+dnGN+MsHcZJLe88E78svJFprF8oLooDIUFus2XIo+6otzd/DH+Q9mOCewYRmiu/p6kc+534tvRO5m+Cmt8sz5U3jl9kWO1p8X/kuPtW4p6Dm1d2nd4v7lT2dlgpzEPx6n9+Lt7aLtr/SL+Hcru84GmB6Jk01LZ70xgPQNXH19fegb8rRK386lb+kqKCjIBXcWi0WrHykwbrNGaixWXG6LTIidYrcHt8uGEQtKdi7DTHCS4eEBBnoGGBruZrR/mHigm65Ln3Dqq0tcD2Sw+UwmLlxjPpgCVwEupxOX+M7i8+G0DTFl9zAxbSHRNyAx0jCzQ730DvfT1z/I4MAco1NZCThTmDYH2aQBEnzKN2vbUkz0D3Hu4zNMp6c48/5Jzv7sP3P2/GecutrNl7/4FYPTn/D+qe5cJnA+NCcBW5TAaCcj13/CH871cV10iEUiMqEIkhn5lI8ujtJ74UM6rn2E/juVjz+4hN8/QiAaJ7mk/yBZx5R/gPHRL/n0zEVOXxojkwoTCCQlwPu6n63NjjzWZjwg8ysMY+29ZjOy8rR5D+Q9sHkP6G/V9ecNmrHTnzfob9h1cXVmZmbzzB8AB8PIX28egJvvq4h8ULeKe7Myf8nqsrRANp2BdUBSX0OdXB+Nykjr7yei6WWylvHRH1CJTsv10ZV9hYV6yWGI/mpaVvHXoXtaVvIT0RRqg+q0wG+ZDmvkp/SabUhKaiGzmj/E0YZkljYjR+1OJdKkxO+aSshukl9OF+Gh+isg+7k6sTsVz8hk/Q5tJLjGKj7P6uRZ20VB8BZ53iyFbj26K25W+kJa+MZicfRZ/tHRUfSlKEtfqKC/wbFardodHjEwMCWjbl3pX3cYJlarBZvVJqVNSgsGuoWZTZdjSNbLjAzTkWyhLjIIGSveslpqaquoKCvDWXuUp/dUYQ71MD0xTsRmy/GxCj/GLzERM5mejRLpv8xEdJrUjlpCkhmNGmli3kJi42GyiSAz00kqdu+ivKEai4pfE2SIBEPMjE8Ry8SYGplkqn+EkGTaDGsK68xVrl68KFlFK4bbjcNmEpfAbuz6BQb9Q/SPhZFEG3a7DVP/x2TXGbrGRxmdjxLzDxOZHWaAcnweN1aLeYtGWcnihQcv0Ds6zHV99HQuAjaH+G8BN3/Pv8Vd+YO8B/IeyHvgFg9YZPHP6/WigZ3+Zj0QCOQydvr0zC2IW/DAMAyyMidT2ILq5VVagwfMNeA8pihZHC6D8jo7je1uGvesEQS3aa+bprXiL8FTuh1Ceyd5zfs97Nh3uy5NKvcGr7pWF55CC+4Ck6pG59p1F3rVe8dekSGgPNdst9Aux1VeTcJnh9ik+8vP67HaskNs0v2NgvJu2iM67/PQfAdZ6+HfpHyWwCLtgi2eVX2qdGrTIv7SsqHNhctr4pa2qah33MZDeSsspbnTfk2zi4ISC4lUnJHhYaanpyX+zKCPfugrz0tLS3MvWHhUB7Ahhsk9CFOuYoapR1Jxx49E09kJwkYDJU4f9YUGgcKnaUuPkMimyTrd2MiSCYWJWAqorHMxNzTE5PgM0RzfjJyNM359BsNaRHWliSs9xLXhKNmDx/BEEhTVFuOuKSY7NSsUFkzDS/3uZspqyjClZm0fE5uZxpKdY3xihOlwClmzkExZXOL/uMi2QjxBhoRk2TKk0ini0QAjAxNEElkiokdWgktJDxIORIhmEiQifqJpLw67myJHkpSRJR7LCj+WbFky6aRkHQeZEbpQLEYilSRj2rCk5kjqy2EyS9Dzu/fVAzK3kgnWfRWRZ573QN4D98EDhmGg/3qktraW4uJi9BHM8fFxNLDL6ILufZC5WZaGYWAYhlxzsptllad/iB4wH6LsLS3aMAxsTpPSajsaJNW3ulkT7Haz84AnN2FfE/4Nvg1Ct0OCkpbDXuplfz20itsgQV1Dmxvdr2l24vZZclAuwYPWrRWaJAhrOeRl50EPG9HjFjlihwahOw941+2PW/jc8NFqdRoEqxyFTet8F1naRk0SwK6my53q61pcOD0WCewslNU6uBPuWs5VNTnwFFlIJGOMjo3mbiL6IhRdIdQXoWzpAXYPlNNbjyQ3yaSyaMbydpZOnC5H7jFMw2LDVlhBgS2Gr6iUmrrd7NrRTnN9E3UFQlmYYnK0i47T57l0pYeZ2T46+nuZsRZhdRXhsduxy+qrW8K70UgDLS17ee2FZtp2lTA7VURpfTsNrbtpbt1BTbkHny2Dp7qdXRLQVRa6kUuJCFnrx4LXa6W4MMHY8CAhm5usNUl4doShqSBTrjaOHGnFNTPG9FSUeMagwG2QdUum0VWIR/YdxSaYaaJzKVx7DlLhcFFodeEq34GvtIySqSsMTSYky5cikwwxP+tndnaOufkw89lSigo9lMs1xGF1kDGceC3DxBIJUpIZXqsVebzNeSAX1Im/pXdvjlGeOu+BvAceigd0YbW5uTkX2OlLu/RxzEgkklt8fSgK3UWoYRh3wcif3uoekDv/Vlfx4einN9S0TBbj0czDUSAv9ZH0gGaVrDYD03qvLp5ZnE4Hx44do6mpCbfbzeOy6f3HvPH4pSHl7Xa30Na2g337fFgloKt4/a94sekF3n62hdZnnqRy11O81Oaj5Y9+yJPv/Ft+/Ed/xV/9+Ad8690XaW54jjeee5sf//mbPHOoifKaOqqfPcF+o5gX3n2ZlsYaPKUHqT/2I3707lt8o87KoRefFbpjHGvZwze+9xT7XnmDSqcL++2K3aXGoGTnHp749r/i3Wd+wP/l373LgV17aGg4zPOvv8G3/ugNKirf4Y++/SZv/sm/4xuvfZ8fPdfOa3/6I55++V/zl+8+yfHXXmXPs6/xxuE2iqve4PvffoOX3jguQehRDrU/z3f+5Z/y9Jv/V/7VCx7s4yf5/Xv/zC/e+zW/++g67jf+Bc+/+Kf8y2+/wzdOPEVFyQHe+dG3aKgpxHHP+u1dXJA/jSl3Z+3fBsbD9EZedt4DeQ9swgMOhwPN2DU2NqL/Uqi/vx8N7DbB8r6RGkb+WnPfnPuAGMtt4wFJ2mZi9IZqs5s4XNvPRRqQJhNZkvEsmbTmM7aZ8/PqrtkDFosFp8OJQ24cpnbaNVPmEbeTB+peeJX2vYeouddKuxvY9cRLvPLud/jGu2/z5utHaXTYcNxrOXl+eQ/kPfCIeyBv3moe0Pu0Poa5b98+UqkUAwMDbMWXpxiGgWEYq5mRr98GHth+EcuDcqr0a0O8Y5iy86Bk3is5orLFChZZVc/P8++VU7cen4QE7bFwhkzKyF+It17z3F0jXW9ZhLtgu0rK8PoKcN0Fb92nTTtOj4+ComKKigopLHRjl2uesW5GeYK8B/IeyHsg74GVPGAYBjabjYKCAholY2eRxdjJyUkUttpLSQzDyJlwX/XKSch/3Q8PmPeD6aPAU3+rk8plu5Y9filpsIystOgbBhcgTiKeIC11mYzM0NJplCIrDLKKm8mQTSaIRaNE9fXhghePzDM/Ocb4fFpoY8Rjek4gFpf9FET0dzIZ0upI4ZEVHgv7wluO09EAgelJRicDRJMgVYp5E3RImjIxMy1SdWOAyt76PlmRGPETiKTQf5e1LuJMnEQsxFxQbBeXrIs2j7xmD2jT5hYdtMHXTPXoIGq/1zGXTmXJ6th7dEy7zRJDJgGmafKYNvVt/ngcKrRfpxJyDX3E+/bj0JZ5G/MeUA/oNVwzdvqPyi1yTZ+ens69GTMt80adLyrOwwbDMFBdFB62Lnn56/eAuX6SLU1xz5RbOmG8hamcSKdihEJj9PXNMDsbITI1yuzkCGPBOLHhqwzNxQjPjjItgdfAhJwfHmQsHJYAKU58boKZ8SF6xmaZCSVIxiLE5ocZn5hkZCpOOBAi0HGa/rko+i+yUsFp5scHGQomSc90MTAdYXJonOmhPuExwUhHN5FEMhdI3qLnHQ701fo6CdZBm0llJNOTIpVKkpLgMTd/EBuz8QipsYt0jkeYiQiOXHRSMnlGcfyjTM2JPfHMwuCXcwnhI2QSYaZJx6bxTw1zdSBGOsdwUZksWaFPJVNodTYTYH52TvwUzR0vYuXLtXnAZjfQx4M1I7s2ikcQSxYNsrnOtA1t0whtEbah+nmV768HZF0QuVySu67eX1F57nkP5D3wAD2gb6heDOzGx8dzGTt9Q6bOyR6gGiuKMgy9Ka14Kl+5DTxgbgMdH4qKpmS5bE4Tp0d2lmlgGBKEZHo5/aWf+bkU0YFL9F0+zelRP5Of/jV/6Jxm6OpHXLzwFe+fmWTy9Odcmp9nNpEiMXKF4cEBLsVLKHKlsVhMzOA1BodHuD6RJRmZpuvD/8gXHUIXyhAZvkzX6d/yQVeQyKW/4/3zo1y4OE1kfpaQZZ6O//qPTEsgmJTJ7TI1VznMSsAZJhaJEZfMYWBiluDkKLMBPzOzQUISfMZiYYLTU4S6f8+Xg/OMzEaJBueYnQ8QDMVJXv6IM9dH6ZX6WDRMYC4gwZmfkGQcQ4Eggal+BgY7+fx6UIK6JWqkU6Qkgzfv9+OXADgZ7aHrWgcXLkyh/8ZuCeYD2M2L2O4e0FuPceMKlpSMRjyS5mFA7A5y73QuJYNWf/OaSmRlPKZzsFn9Y+H0HX2g+ihsVI7y3wz9RuUu0qn8xf27levClTZcD/7KsjNoeyokZcFrs37SBTGLxcAQ2O5jNa9/3gN5D9zqgaKiotwLVPRN1R0dHehv7LZCYGcYK6tcdgAAEABJREFURk7RrRBg5hTJf63LAzemROuieTyQJUhaWCmVnaUWmyZWh53CQg8eTxEFhT7cDhsWkMAkyXBokpHrg/T2DzEyNEh4sp9YuIOPf/Jf+f2lcabsHtLRINNfXWHe4sF0FeIt9FLgK8DnTuPwTnK99Djxa9NItEYoEWFkaoyRa/10jYwwNThAPBgQaRYMw4bdZsc0DZAPd93UlgRnfvslV65eoaOrg9/97z/hs7/+f/NhTz+/++mHfPmHn/LFtc/4u/f7GfdPkpQMXsQ/wXjXh5w78zP+5rN5ItEYSckNpmc76b16mp992s3syf/Aby99wX997wynv+iU4G+elOijEqXIfTKROYKjF7nW8zv+w0+uMjAaIKX/0FsRcxj5r7wH1u6BjKQw4rEMg9fCXPp4jrPvz6wLzgj+md+ugUbwVuOt9Kd/PYPyWo5z5v1pvvzlNGd+M7OiXiNdYWYn4gx1hDnza8FT2IQ+qsvJn0+h+qguenx6mezTv1rQSc/fDZSPwlK8U7+cytmkdWfEL6eX6ZyTqXVyTnHWCzn6JTqr/lqnfLT8Uv25Bh8p3RfiC6XRfS2Vx0qg59T/p4S34q6Es5a687/3MzuewD8ap/PLedTXa6FbDefq53OM9UVIyYLF2kdFHjPvgbwHtosHPB4PTU1N6P+V1ZenTExMkEwmH6r6prkQFuSDuofaDBsWvtB6GyZ/tAkNCZRM/VrBTK02DAPDUFCEOAkJY0bTL9KW/pIJSw1xs4bmTIC0p40Xvv/HvH6siYbG/ex76kXePlbByD/8A72RCFHhIYzIzk4TuXaJrnQp4cHLDAf66MmUSuBTSXvmY07ZXqUqm6QoO8H0/DT+sEG18C3xebGpCmuEVDJFOp3OQTKelUmDh+LqGtqq5WLiH2ZoPEThwRZqy0slaDSYGeyVzNsQo3GDxHwCq/6/K6+blH+a2YEuJlMRJu27qJ/vhJISLI3tlBcX5QJdY4lO8dlxJrouc3HSQkgyfBmrBbvLi8vpxpbvieS39XlA+5aCy2tSUGKhqNS6LihW/LK70xQKnsJq/AuLLeR4Cd5SHK0rrbRSXG5dUS+X28QmHd8pZUGJlYLilfGW8rzTfrHYUlZjo7higU9hjqflFtkqw1d0a91qPEuEzyKvRRxfkeq5QK/26XmVu3heS5Wh5UZAeZUs8VdhiQW1o6jUmrPDt1bdhUe5+kJ8ovyKpVzksVLpE9/7ChfsWun8WuoKSy1Ybcj10UDbdjN+UHkFYqvTZaJ9nPyW90DeA4+cBwzDyL25ur6+nsrKyly2bnh4mFgs9lBt1YBO4aEqkRe+IQ+YG6J6TIgkEYC+iGFN5mbDZLLzhG0H2FfupLRmN8XeYkpSY4wlZ+i/doWLp67Q0z/I+Pw4Q9PjdA3G0B/DL/BPMDeXYHDYzZNPH+TFg0lCkRF6Z6w4Pc0crnZgq32KOkscI50g4SmmsrGWhp01uGxW1taQBkioVWgPMj/TQ8fAkGQW05ANMDHURd9sloyzgGJ7kpmeHvrHA8QTQfzzEQKzCbLxOP5IiKw7Q3hymlAyTcJuIzsXJJEqwF1ZgSM6zfxQP+NTQcnmCWuRuPDJEAlFmZmYJ2NEiUi2MZq2kIoHSATHCErGZQEv/71WD2jfSckqvj7utVaaRwpPbohWu0l5rYOmdjc7D3rWDS0H7k6jOAor8W8RmbsOe1eR66Xl0GrnPJRWOfBKkKT6twoP5aP8VpKz1rqlPFoOeVC+S2lbj3jZfXR1nZbi6v5yfdqEdvcR3017Ww7eykvxczqswa/K/26wS/yndiie8lbdtdTju4HqcTccPa/81E9tT0h7SXtq3UageZ8Hn7SnT4LpulYXynMjfBZp6ne7Ka6wYbEaj9SwzRuT80D+K++BnAcMw8DpdOaCusLCQkKhEIuB3cMIrPKZulyzbNsvc9tq/lAVt2OxVNH8/2fvP4MjSbI0QfAzM+cEcHDOeXBOMiIjIzmvyiJd1dVVPT1N5npnZonsipzIycqKnOyP+3c/Tk5ObuXkZuZmpvk0KV5ZlbQykgTn4Jw7HHCHc87uPQM8AkAACBAHV4M/qJnq06dPP1NTf09VTb3eArNJga6oGkVVzWjOz0XzkTpUtZ7F4cYGHG6uQmVbPfLr6lAiydA+WYsoQ59jQ+2ZoyjU66A1VKCwIA9lFfkwV5/AhbZqnLh4FDUlZagqLELDoVZUN5/FqYYKNLVWo7TtECobWtBaUoBcHSBLWMehoKK1CsUlJSgqLELtoWroKTeL0JXXo6LtDA7VNaDWaoBUdhqHy61obKxFTdNJHK5twtFmK7QVDajINaGkvAYVzcdwsr4CFZUVyK85jpaKPFRQXWyFZThSGcV0X4/63lx3Vz8m/DK0VL8TDfU4d7gcNmspCovyUFrGGkAcAoF1IUDfharBayFDOr9UB3aO1k2V+ufnYx4mch6fkU/xJdVrkLFMXlOuom50Y6UZmeIqPVQ5JO+ZMpbJuxaeYpLFchfychmlNYbn13mFMktryfioWaW+VCaXUUThwnI3es76cz3U/CSTy8+WbFUm15Pkss4sm8t7Es9p66DCch309H1gtCjIK9GhZDWc1iDXSu1a0chioxSIQyCw/xEwm80oLi6GxWKB3+/HxMQEeIf1VCqF7TwkSex+uZ14Z7ssOdsC94s81f+iqTr6LFMlIzSaOpw8lYdc+uI1VB9C1aGrOF/egIsXC2FqOI3GikK0Ha1B3dU3cfqFD/DDt97B+2+fxZFDR9BURzNxF8/infdPoMSkg9bSjKqKWpw9UY6jl47CJgFK2UUcbzqNV07WoO1UNXTVZ3CqTIP6i6fQfPkSOV51qMBGDgnlJ8/hxNlX8caLl/Det8+itPIEDredwktXT+PwsTNoaDiLt9+6iCOv/mu8cbgOV18gx+2l13Hu7BV893IVjNXncfZkC440H0JLy2m8+vJJtBxvQXluI06fP4vzr76F8+dfwFtH0pgdHcZw/wAG+sfh1+ah8uKbuHzkCv7gnROoLalDffNhHDndjFyjvJHK7Jk8CxVV25TawBbGrv9c0UjgmSpZkdafWeQQCAgEdjUCiXgasXAKKd51eFdrKpQTCAgEsoEAO3SlpaXIpRk7fr+OabsdO0masyd2YpYwGxgedBkHx5Je553mJW1R3sEsyMsT15l5D7EbCgrQ9oc/QltODqxZ1dsAnakGJ956C6+//y7eff8VXDrVgApjVgvZc8KeOHRZcOr2XOWFwmtBQPAIBFQEDGYZ1nwNtAbxNa0CIv4JBA4AAiaTCRUVFSoNDg6Cf/KAHbvtcrIkSTh1e7mZiW+LFe6eJNMsiCJDoyWI5to49uMhyTK01IloKaSaQhxbiwD3lxIDvY/b1NYiKKQLBAQCcwiI/wIBgcB+RECn06GsrAxNTU2qUzc2NoZgMLgtVZXJFmQHkmlbChSFZBUBNi+zKnC/CCOfDopWgla//61vduz2fy13WcvMAuDhQBK+2ThiNKO8y2q3w+rwNGgMzoF+DPSOY2I2giQoLh1H0N6P4dFpOLxRNS6VCME/3o3+URdcgThSyRTS8SSe/MpGPIpoKAi/P4BAMKrGpxFEOBRHlDco46nXxDx3Kqnmz8orELEokgEf/CmAPpvDk6oedAeRiM7ruTlpIvc2IcA/qZNMpsU7dduE974uRlRuTyEgSWR7arXq5in8cwfs0PFPHvC7dltdEUmaM06EU7fVSG+NfOHUrYQrtWsasIAs3ldaCSERv8MIKBrq+HUSuJ1CHAsQIC+GHK/h0RDc4wNwTQ3i0VAAgc6v8Wg6DLd7AMPDQ3j4aAyenju450oh6O5Cz8AYOh6OY7Z/ABMkLUkUGhyA3T6JqVgccXLeUuwcztzHrc4hdEySo+R1wPn4c3w1kYDP3YcZpwsz/DOSlHfjnzSSkSgiXtI5nUQ0HEMikUKKq7VQKKUloqRXLDHn+JGDmYyEESOnND49hunhQXTORJFIRjHr84OX8CST5HgSHygk/xXpRBwxqluM5C8ULc53AQL0HTRvX+0CZYQKAgGBwHYiIEmS+nMHJSUlKCgoQCgUQm9vLw0w+rGVm6fwTB3XUzh1jMLeI3nvqbw9GvMoaSySgncmjunRKByjkY3TyMp5pziNKSOfzu2DYTgoXK7MqaEIpoYjq+oyMxFFJJQkSsHtiD3Dy/kztFwZa45jHZnmdWe9We5G8z+Tj2Tbqb6Tq+DxTJ55XVaKZ/0YQ8aXzzlciZfjmYd14PNFNK/boriFZVP60rSZ8SgZ6CnwDBvfF773GdkccllL86x27XcnwO1UUQ7mY8y+SYpmMvg55fBpz8DeTwRTdh+mBwcxPTmMwWkvxu61Y1aTA7M1jZBzEp23uzDUMQCPuRh51jhmxycx+KAXM2MjcJAwdurCYz0Y7G1Hx/gUZoJpyFSod2gEAz3dGJ2ZgdfvxWzXA9zu6saYoxsTLg9mN71KhvTz+OHoHYJzsgO9U1OY8sYQiZNSCz6pkBfe2VEMjU2gb8CBAOk6MDOLqdkwQpMjVI8h9LhCSITt6Jt0wzMxBJdzBmMzAbgH++HyjmJw3AX76BB8LjvCYiJvAbo7f0o2HQ3YSOBw57URGggEBAI7gYDBYEBpaSny8vLAP3cwMTGhhjxAtxX6SJLY/XIrcN0umdtoDW5XlbJTDhvLQW8SY70hdN3yoeuGP+vUSTI7vvGh84bviewOOn90zQsOlyvz0VdetFOe5dIycX33AvA5E/C7EhjpDJH8xbq3X/fh8dc+cJjJs5GQ8zNx3k6qy0PSm3XrpDqspD/zZqiD9FiJr5PksWyur4oH8WbybSbkej/+2kuYUP0Jg86b/ifYLyeX6/OYMF+atlI887HuHaQ/h3ydoe7bfvhnE/BMx9X7wvWf08WPR196wdcZ3rWEg4+CcE3GkDyou+ORg5WMp2nwIgneKXDpk5/wOzBpD2DGE4Us+TDoMKG+zIaK+hbkaxWkpsYw5DbhUK0NJfWHkZ+OQUt5FvtkfjjtAxgYGMW4PwklFUTPiBl53nHoYhMYjRkhJQth9NzC6LQDs6E4z+UtVWWd12kEyTmbePCIHLsvcKunE+2TfrhD7Kw+FRWbHsD42D18/fAxPv34MUa/+gz3ZgOYnI0gyh6glEZKSiAdmUDnwCy8Y50YHe3HrfZR9F+/gYmBz/HZ41F0P76P2fFe+KJPZYszgYBAQCAgENgdCBjIsauurkZjYyOmp6dht9vVd+xSWVnrv7iOsjznFoiZusW47JWrubu3V7TdVj3TkAgdWZEh6zSQ9UrWSWGZOpK7QL7GoIHRpgWHy5ZJ/ArRsmksj4nSJZlGeIlkjQxFJy/SXWfUkHyF4pVF8avKZLlLSKFyZDKOOV+mLhyn6Ek+EcevRhpVj2WwpXJYHsvSUBmmXMKDeFeTtdY0jUEBlyuzflrCheSvlldn1sBgfVZHVT/Sc7m8nCYT5mq4kIfKIu8Ckjxr6a4AABAASURBVCKB07VUJ4NFA5VvDbo8UxblYXmpLLgR2IMHt3HeGTAnXwudQX6mBpa6C7j03ctobshH3ydjMMGDCJJIIIpYSkPOsAFm+BACKDaMaFJBPKmDhq6ffipw6Pw7eP+7b+KVJhnp8G3cH/Ij7HHA6fCga1SG3mzFsfeuID08jMCkHUsm1J6KWvOZAqvVgMqmEhhOXkJp331MTk5hasm7k/7Bh+gb9WIiEIM37EP7eAkuNNbgZFshiouspJcFJpsNuvxaVFm0yGmpo5ldFzwDXRhT2lDU2YNwcAJOXRHixgpYtWtWUDAKBAQCAgGBwDYioNPp1HfsDh06pDp14+Pj6oxdtlWQJAns0G2Fw5htXYW8ZxGQn40SMYyARIa3KUeDiiYTWs7koOVs7sbp3Mp5D12wofX8kvRzthXLOnLZhkMXl/Av0a3hhBXWAi14O+zqNjNalsojfQ5dyAXTZurVRnovlHHsSh4OXbStqPt6y2o7b8Nhqm8LlbPevCvxs75MrYzBJRs4XIn3SfxS/AjvNrpvhyn/Ex6KW3jOui+85vOm0zmw5mmQW6hDVQvdF84zL/voi3lgvZhvrVR7xIqCMj205Lhzmz2ItFqdI44BtF+7hYGhaVSeqcPJF6y48Zvr+O1/+kd0z3iQ8+IxHG7T4KO/+hS/+0//gKEkINXlIzx5C7/4D/8R//E/fIIH449x6+aH+Kf/8Pf4m7/6Cu3fdCH35cs48Ufvo7rAinR3LzlxCqCUk/wzqKkphVbCpg8WkY5EER8ZhavEhBA5dMlAxl1Mk/w4pp0pgGYO5UQIUjyCuspRfP7VDfz6ix70uzzw+52YeDSAyQigvjInV6FCNqO5IA79hXoUnj0EYzgB2RMjBipRQ2LFZ9cgEA2nEPQnlp2F3jVKCkUEAgKBbUNAURTYbDa0traq79jxrpgejyer5cvzM3VZFSqEbRsC8raVtMcKIhMHMjl2OprZMVoUbBlZ1yfbRLNGRqZVdDKYFCgaSSWdcQX5LINpFTnPrTPnZ5qXwU6wcZ31WbUMkmVS5Wuyhz/LYyKd52SvgA+lr6obpa87v3nuvmjo3uiXtKs57NZXT71JhoZmBCFDHIsQYEBsOPFCE05fuYIzp87i8skK5Bx6BS+dPYxT56/iwtnjOHe8DiWHr+D18604dv51XD7TSmlH0HD5XXzrwnlcutCMlkuv4RLRmxdO4jQ5QeWtL+OFlnLUVLbgyOE2vHC1BcVnz6BJMaCw6iLq66pRkbdImQ1d6EpLSe4FtFWdxOWLb+G1Q0YY3J24+fsv8MXvvybqRvLQRdL7DXzrygt4/92LaLr8Bi62NeF4QzEK6w6huuU4rrSVwKbLw9mzDSgoLEBB/REcOXcRJyts0NdcwStXzuHixaOoqCqFjju9DWm7JzLtOSU1NDqg08vq99CeU14oLBAQCGQdAUmSoNFoUFBQgPLycvB7dfyOHTt2PLuWjQIlSRIzddkAcodkyDtUrihWICAQ2CwCNGGjduQUblbU/srP3okRlQ1lqD/chvraWlQXmSHbGnCopRZNh4+jqbYSVTTTpi9owIlDNWg4fBLN1SWoLC9BUeMJnDtyBMeOVKOy6QhayDk6faQFrcRXWH0INTl6mDVWFBYXoa6tAtaqKhTR6KbWWI7cHCtyjZtHU0NyLDV1KC2sQWMVlV1dROdmGE1mmE0mIiOKG5ppZrANRxrrcfhwHWzVh9FaXYGGyjzYispRUFKFZjq3ak2oriqA2ayHvqAUBZW1KDdoIJmq0dBQg9r6CtjyrKCxhs0rLiRkDQGFboiWBm2oaWVNphC0FgQEj0BgdyOg1WpRWFioOncZx45/7oDPN6t5ZqZOtS02K0zk33YE5G0vURQoEBAIZAWBp77c07OsCBZCdh8CujwU17bg2LkzOHPuFFEjSk166HefpkIjgYBAQCBwMBDYwVrqdDoUFRWpzh3/XA3P2PHumJt17NipY4eOaQerJ4reIALCqdsAcOlUColoFPx7UKn0nEGdTiWRTMQQS6SQ+T2pubg44hQ3z4XFe1qkwbJSJI/lZHhSGQGLdCPeOYZFsRu6oPL4gc2GOJaTInkb0kNk2hQCEk1ISZL6b1NyRGaBgEBAICAQEAgIBPYWAhnHjnfGzOyKyY7dZmwyduoYBbbtOBSUHQS2S4pw6taNdBIR/yyG791F+6ALnnAC5M4hHpyBc7gTj4c9CMaTSPEee95JTA33oGvchyg5aml2/JIpJJNUKDmD6UQcYb8Pfq8HgVBUdQiTyTi87jiSvE19IgEwM/++QjIB+oCyUeZNfgIeRMIhhFOblEPZ45EYArMBOhMfgYBAQCAgEBAICAQEAgKB7UKAl2Lm5+fjyJEjmJ2dBc/Y8VLMjZYvSRLZmWmkxGD9RiHc0XzCqVsBfp7FSpMjliJazBJHMBJFz4gG+f4v0D7kRM/9RxjpfoSHIYoLfYbPbo2j7+tr6B8cQG8oDr3nS/ziq2m4xm6if2QC/Q6SmPAg6bqGW31huAJp9SFKx13wTt7G3//0MZzeCHw9n+LB/ev4emwWMec3eDAShz9CeRd91nuRRtQfpjrEESanMh4KUkgTiFzhjCjyHNOUFvaHECMnVPX9yKNMRiPwhyNIRx/j3p0e9PXNwB8KwRMMIE5OYpw6gRQ5oSnKk0wkkYqG4Q+Tg/oMhpmCRLgZBOKxNCKhJJLxhTdvMxJFXoGAQEAgIBAQCAgE9hICiqIgNzcXdXV1iEaj4J878Pl8G6qCmKnbEGy7JpNw6la7FTRiQZ8lHCnEIwFMD/ej59EIvBE3pl0+uD0pFJaXorisFPHxXgz2jMMbViiuBPn5eYgMdMHnn8BsiBwq/pHfdBzJsAP9D6/jzsNBjM8GEaO08Mg40nHKH45i1pOAZ3wIY8O3MepzwR1Mg3ylJfqs9zIJR88IHP230Df2EF/1e+B0BpEkRywjKR0PI+oexoT9Lr66S+FwFyaGu3Hn0SS801MIxpyYnvHBPzuFmZlxdPRNIjX8NTqnQxjq6IG95yb6Jrpxq9OOWXJMZ9we1XHMyBdhdhDgDRR4MwVprU9xdordNVJ4eUgyloKfnhPXVAwzE9EtpenxKOxDYcxQmI2yQr4EeNv6gDeJJ/JYNpFjNEJlRZ7GZ7Fu02NRTA1Hsiqb9Z0cDGNigPDJoq6MC+vLxOfZItbXMRJBNuU6J2PqIEskmILPGd80vu7pGLiNJHnVxq556oQiAgGBwG5DQJKe7orJ79klEgnwzx3wjB1/T65HX3bqOE+KBunXk0/w7g4EDqg5uAbwafIjlUwjQV+odLoogyRJULQGaPPyEA8E4HMFkUxpUFSYA1NhJQwhHwKeCNIS71CUB5OtGAafk2TFwSsvseCQFS00Wh20mjhCXjfGBmZQljeK/ukAzeCZYdJroJdcGB+eoFmzJJbqskDUGk8lJHxuRMIeeH0OjA/1omsihCjVMyMgGaK00YfosQ/jYe8kJns7MT01BntMgZ5/E41IVvTQKCQrHoHHE4AsuzA82Iu+ATscNEM5M/QQD8am4XJMIhSJET4QR5YRUAh/jVYm7KUsS94b4rj+/MPjXjKgx3ppQKE9iKEtpsHHQQwuLYPiNlKubzaBeDQFz0zsid6q7I65MgYeBzD4KPgkbSNlLJdnsD2AAaLl0tS4x0Go4dJ6rnLNuPQ/JLmr6LvRurC+g4TFcjoNPPKj774PfQ+84HPmXY5vadwg3bNBqs/gajhQ+tJ8q10PdwVVJ51nz9lp5DJW4udyl9N5cEE9J/rDCAeTsOQpwMF8xCEOgYBAYO0I6OY3T+HlmDxjx45dMBhc11LKjFPHjt3aSxacuwUB4dStcCfUpZfk6CTj6uLDRVyyzgxzWQvaThbRjFYC6UAIWimIKfs03OQIBXWFsObqICX9cNin4J6ZRMhYRE6QDilymNzT45ianoEvocBS3oaGmgLkaWcx7ZlCX8iAkmIDfENTCHjCVE4lymproKEZsgQvi1ykyUYuFNhsehjJ+TQbDMgNdqNjKkxOXaaeacSCPrhoJnLcLyEcDSPi8ZBTFoe+0Aq9yQyF6q9VqGydCTpjDgqsBmgaj8Fovwe/ZERCY4OZnNhQ1AefphYGnQEqP2URnywiQIYejS/goBp8Wr2M+uMWGM0KEjRjxwbwVlKEDOwYOWEcPiknkEQokECYwidxxLeWc1OOgrxSLQykf4Y/EkqCz6OhFOKRFEL+BbK5DC5rjfJZznIUIdkxkr1cGtdjUZlrLItnHHk5MDup2ZTLshiLaHgOF75m8rkjmJnyYGpiFs4pH/zuKIK+OML+xXzMuxyxvAhhzbNqajphG+K8FKrXa6z3Qt5YOIWCUj1sRVpIMvWdq8mi++qeCcBB+nucIfg8VB+HFxOjM3A7gwj640jSCKC1QIvqFhN28SFUEwgIBHYRAnq9HsXFxSq5XC7Y7Xasx7Fjp46rI2bqGIW9R8KpW+GeyTQLojXIMJg0S2xmCelYCOHJDtz+7D6QY0HjuUroDSF8+S+f4Zuf/Rz+mno0XqwDIi6K+wR3Pv8C0ROnYLLaEBy8g7uf/A1++fHHuD2Vwsjtn+PTX/0NPvn4Q/R7UtBd/lNcfOWPcTQ4CInyh5QcFBQ14uyL55Fr0IDUWkHjdUQrGsghF2LxIHzWImgDXqTiMXUmMZGI0cxaAm4/GZyWEFLRAJTSQqTkBCa//hIPvnmAsZAOEf8QXE47pv1pKBoTGTFtaNPFUdKQi5yTTcirqoTJG4ISkykNKkEcW4PA5qdvt0avLZaqo+ez8bgZL35QiKvfL8ZL3y3aWvpeEV7+AyqHwidl0blaNoVP4taoxys/KMZrPyrBKz8kmUvyXP0+lUXpLxO9lJHN4fee5V1vuVdJzssr4UVpV5fWcYluy5V3lfR9lerx6h+uoB/JXVSXNch8Ug7lfWm+3le+U0j3uwCHX5JQfMiFghYHjr+uIRzL8eoPy9bcDvie8b1kvdVyqAz1nEL1ej36ZXgp72s/pnv6R3P3VJWXSVsSXqHr8+/loPiwC40XYjjykozSw7MwVQ+j6WIcF97NobZWhAtv56Oq2QRJ2uKHSYgXCGw5AqKA7UJAP+/YNTY2Ynh4GA6HA5FIZE3Fs1PHs3TCqVsTXLuOSd51Gu16hQwoLK/FB3/xDl79g/8R719sRVPLCbScex9//sffwSs/+d/wg7NlqGk8h9OX38O/+uMf4vUf/I/4ERmfRZWX8dL7P8H/6d/9JX74/T/F1TPfwr/5d3+OP/+Lv8T73/oLvHnxJbzbokCCDee+8w7OfffbONbShlp9MXTlr+J8kxa5Jmz6sJ09j4Zjr+Ji66v44OrL+MnlFPpufoLf/fJn+NUvP8cjexqV3/s3ePv8H+Lf/+QNnDn3Go6ffhM/+IPXcO7lF1BnbsVLr7+GCxdP48yhBrzwQitAVkfZqz/GuZYmNBTWo+rQm/ijH7yOsy+dR7HNSjPWribnAAAQAElEQVSZEEeWEUinAF4iDJrBzbJoIU4gsOsQ4N9f8ng8aG9vx+TkJKxWK1paWlBRUQFFUXadvqspxIZTXl6eurlBb28v7t27B41Gg/PnzyMnJ2fP1We1uoo0gYBAYPsR0Gq14B8ob21txczMjLp5Cv+e3fM04b6Jedix43BHSBS6YQTkDec8sBklKBotLDYLzNY8WIw66HQG6AwW5OZYYcopQA7NqGl1Rprl47gcmHPykKOXKZ8RJksObHk25FhzYaI8fJ5rs8FiscFsNMGiAx0yDFYLkRV6nY4cIgWSxgyjToKchRFb2WCEVm8ieWa13NziWjQfP40TZ87jzJnjONJagxKrDVZjDvJyzDAYzNATWa10bqK8sg4msxlGowEGvZZCHfjQmHJgYH0VLTR6MxknZsLASAaKDIkZBGUVAfKjIckkUhLoEgris08RYOOCf3uJR5z7+/uhJWOFHbnKykqwY8TO0F6rOjuoTqcTTKFQSK2TyWSCz+cDO3mZd2H2Wr2EvgIBgcDuQECSJHWgiJdilpaWgvuZ8fHx587YsVPHfa6Yqdsd93G9WrBJuN48e5lf6L4UAUmBpM1FQVklKqqqUVlVhuJCcs6W8onr3YcA+XKSxP92n2pCI4FANhBgQ4Rn5TLGCG8AwAZKQUEBDUhZVGcoG+VspwxeBjUxMfFktrGmpoYGzgxgp5XffzHTgBk7eMoem33cTgxFWQIBgcDzEZAkCXq9HiUlJTTIngOeqeP+NB6Pgx235SRknLqV0pfLI+J2DwLy7lFFaCIQ2E0ICF0EAgKBnUCAjQk2OnipJb8Lwi/78xbd7NDx7zDx7BzP1u2Ebtkok0fAY7GYamzxKDrXh+vHS6TY6GInj40wg8GQjeKEDIGAQOCAI8CDRNynWCwWcL86PT0N7mO5r10KDTt1HMf9FIeC9hYCwqnbW/dLaCsQEAjsNgSEPllDgA0JdmzYkRsZGYHb7VbfnWNnrqysDBmDI2sF7oAgNrAaGxtx6NAhcH3ZwGLjiuvIs3Rihm4HboooUiCwzxHgvoUdu9zcXHDf6vV6wYNJS6vN/Q/3R9w3LU0T17sfAeHU7f57JDQUCAgEBAIHAgH+sdyBgQHcv39fnclqbm5GbW0t2CDZDwAsrQM7dDxTd/bsWRw5cgRsUPHyKHZsl/KKa4GAQEAgsBkEuB/l95F51cPQ0BDYsWMHbqHMzMCZcOoWorJ3zoVTt8K9SqXS4N8y8jhjcIxF4BgN7whNDYdhH1pf2TMTEYT8SUSCKbgd0VX1nhoOYaQzgCkqZyvrODkQgp1oYRmTgxQ3FFpVv4X8mXPWdbyX8o2E1503I2NhONEfBOuyMC5zPkVlTBFGmevlwrHuAOxUl+XSFsZNj0fAvxEWCibhnpm7L1OE+0bxn7VHEfQmkIynV2jFIlogsDcQYGeON0EZHBxUZ+NOnToFXobIs1qSJO2NSmxAy7a2tidOq9FoVM95lnJ0dFQ1uDYgUmTZHwiIWggEtgQBfseOB8pycnLA7/BOT08vKoedOnb0UqnUonhxsTcQEE7dCvfJnKuFyaqBczyM0fYARtZBw4/9GHm8vjzLyR966MfQI5LVQbSO8ifI4YlHk4jHkpghhzQje3iJTqznEOnKTslIxwb1pfzDrOMK+mXKHCXHkZ2XjC4cMq6jK5TLui2VO/jQi4EHHgy3+6DKW6FMlr0ccf7+++45GaQ3Y8v6sQ5My+WZiwuueP9ZxmgXpS9TD9af6zEnI4AxwiAZTyIaSmCGnMW5eP98XfwrljHH9+z9sQ+Ewfe5oFwPif4gDoHAHkKADQd+t2xiYkLdJIQ3EOERZB5J5o1Q+J0yNjD2UJXWrSo7rZl68iwd/0wDG13s5PImMesWKDIIBAQCBwyB9VVXkiR1YybuZ3U6nbrEnd/nzUjhfihzLsK9h4Bw6la4Z3klWtQfMaO6xYTiKh1KKtdOxZV6FK+Df0XZVXqUVutQSuGKPMuUU16rR+sZq0pVTQZV9+X1Ifkku7yeeNZZx4w+xavUtXheNw5Lq6ksokw+Dktr9Cih8vn8WdI/g6HJFoPWFIS1IIkyquNa70tRuQaKwY+0xg1zXlyVyzpxmRyyHqwfXz9DjAvTfF0WpnPeEqp/ed2zdSsh/kw6n6tE9ef70nzSgqomI9Q4qv8c/vq5a8qnxq8hrGgwoO4wt1EjhE8HcewhBNhhmZqaAs9IeTwedRdLduSKi4ths9nUrbglSdpDNdq8qpIkqThkjK1gMAimzUsWEgQCAgGBwGIEeACpqKhIXRnBP63C/TAPtEmSpMaBDjFbRyDssY+8mr4HOc1q05DBbMLJqzYcu5yLo+ug4y/m4hjRevIsx3v8Si6OX6Hy1ymLyz79ah5OvZKn5mfZXAeO5/MM8TXLP8FlrKN+mfwcZmTw+VLKlPkkXFIPzsu0NB9fczzrxucZqj+hoOJQArXHJBy5ZEHbeRMOv2Bd9d60XTCj6kgahQ1BVB9N4/BFC05cIVxetKnY8L3icri8o8tgkNF9pbTV7tFSuSzr5Mvz9+Ulm6o3l6u2sSXYLFfe0jguu+2cFcXkGFI/fJAfV1H3PYIAGwns0PGulvxbbLwRCs9W8VJL/qkCXoK4R6qyJWpKkgTGobCwUP09KR5B59+025LChFCBgEDgQCPAKyN4MI2dOX6Xl/tm7qMzKyRE37P3modw6vbePduNGm+ZTtzZ8Na7vEyLO5toNKq+a+Lz+cDvnvCGAhy/nAK8sxO/CMwvBHN6dXU1uAPLdFgcJ0ggIBDYegT4OWYDgWeexsfHwU6dRqNBZiMUduYk6WDNzK2GemYEnd93YUNrNV6RJhAQCAgENooAO3YlJSUIBALgvpltKkmSIEmSujvvRuWKfDuDgHDqdgZ3UeoaEWDHrKenBw8ePMCtW7fw1Vdf4YsvvlCveVMFJh7tXyqODUg2iIaHh8EzAWw88s5PS/nE9XYjIMo7iAjwc8wv5fNzzI4db99/7Ngx8Mv6kiQdREhWrTO/68KOHf+uFBta7BSvmkEkCgQEAgKBDSAgSZLaD3OfzEviecCNB9FZFNtRHAraOwgIp27v3KsDqakkSep25vyuDf+u04kTJ9Tfdzp+/LgaVlZWqk7bQnDYgGRDiNeJ82+y8NIuNpIkSRiPC3ES5wKBrUaAn0WeUeedLdlgKC8vR21tLXh0mGfqJGmVZ3KrldvF8iVJgs1mU4lH0LkvYyx3scpCNYGAQGCPIsB9MdtK9fX16ioK7m94hZRw6vbeDRVO3d67ZwdKY0mSwA5ZZskkdzT8Qi/PwrHjxoZiZnkSj2az4cO76fHucTzKzcsKeKZOkoTxeKAajqjsjiPAzyC/N8fvakiSBN4AhN8X49k5rVa74/rtdgUYI97MgIk3lOGl59zH7Xa9d0I/UaZAQCCwcQQkaW6TJh48z8vLA8/U8asrHG5cqsi5EwjIO1GoKFMgsFYE2Ijhrc7ZceMOhg0bNhZ53Tc7eJzOsjjka146wE4fv6PDy5fYIOJ0QQIBgcDWI5B5Dnl2jgde+N1XHgXmZ7GsrEyddRdbZq/9PnA/xpumcL83OzsLDteeW3AKBAQCSxAQlysgIEkS+OdUePCNX1XhFQLc56zALqJ3KQLyLtVLqCUQeIIALwHgUWve5IRn3ph4CdfRo0fVJZgczw4dv1vHs3fcIfGMgHDonkAoTgQCW44AP6c8+MI7NvJzyEYBP5v8rgaHW67APiyAHWKe2eQRdHaSefR8pY2h9mH1RZUEAgKBbUaA7SYeSOLVUTxIzgPoPFi3zWrsguL2pgrCqdub9+3AaM1GDW9y0tDQAH5/jkf7eXkAGzaSNLekks/Z2BkZGVHfQWE+duwODEiiogKBHUSAv/D5GWQnjjcmam9vV3/ctqmpSX1mDQbDDmq394vmAS1+L5hXKvDMJ69c2Pu1EjUQCAgEdisCNpsNbGfxYPnAwAA43K26Cr0WIyCcusV4bMuVKGTjCLCBw0sE2IBkY5Il8cwA76zHI9o8K8DpHC9IICAQ2HoEeLkzf/HzTrQ8W8ebGfFMOi8d3PrS938JkiSBB7d4WRQ7dLwiYf/XWtRQICAQ2CkEeJaO7SleYcG7FfM+BTxjt1P6iHLXjoBw6taOleDcBQiwccNOG3c0PDvAS5J43TfH8Qwdb6oiSXMzeLtA3c2qIPILBHYtAuzA8fIcduh4kIV3tOQZJQ7Fc5jd2yZJEngJJvd//E4x453dEoQ0gYBAQCAwhwC/98zEqyx4MIn7eX5PWrzTO4fPbv4vnLrdfHeEbs8gwCNIHMmGDTtzvPUudz78nh3vdslpggQCBw+B7asx7zDLywB59JYHVfiLnzdCYeJtsdnxkCQxsJLtO8I48/su7Exz35dt+UKeQEAgIBBgBDJ2Fof8fh33O9zn8KoM7n+YR9DuREA4dbvzvgitVkCADUZegslLkHgzBp6t45kBm822Qg4RLRAQCGQLAR6p5RFbXu7MzyDPkFdXV4PfdeWfDslWOULO8gjwey6MOb9DzPciswR9ee4VYkW0QEAgIBBYBQEeKJckCWxfcX9TVVUF7mu4zxerBFYBbhckCaduF9wEocLaEeAOht/V4Rk6Ni7ZoWNDZ+0SBKdAQCCwXgT4y52dCH5/lQdTeMSWlwPyZij87gUbAeuVKfjXjwBvAMXEo+Xc/7GhtX4pIodAYG0ICK6DiUCmP+dVGZIkgft43lGcr3l1htg4Zfe2C+HU7d57IzRbBgHuVPh9Oh4t4pd4ecllpgNahl1ECQQEAptEgB0Ift56enrASy55VvzYsWPgL3lJEsssNwnvurNzn8fEs6XsbK9bgMggEBAICARWQYCXXUqSBO77M2w8iMfOHdtf3Pdk4udDEewSBIRTt0tuhFBjbQjwuzw8Ql1fXw/ueMRI9dpwE1wCgY0gwL87Nzo6iocPH4IHT/i54w2JeMZckoRDtxFMN5uHZ+r43UXeCZP7Qx7o2qxMkV8gIBAQCGQQ4L6ezxf2LZIkgd+bZseOnTpeirnQ6WN+QTuPwO536nYeI6HBLkGAN0fhZV/c4bS0tIC32BXLAHbJzRFq7CsE+LnipZZjY2Ngx4HfmSsvLwfP0rFDxwMq+6rCe6gyjL3BYFCXRPEAF9+rPaS+UFUgIBDY5QhwHyNJEhY6dawy9/38uguvFODfJOWBJTGwzsjsHhJO3e65FwdMkzTSSBIl1kSJZBT+gAfJVAzFJYUoKS2E0aRHMhlDPBFVZaSxNllzfEnCO0UkPgIBgUAGAf6C5qWWk5OTYKeOl/fxMmd+UZ4dOt6kKMMrwp1DQK/Xoag4H6FwALF4BKn0evo+7vfSO6e8KFkgIBDY1QjwwLkkzW2UslBRdvYsFjPZYEWAlEQw5Cf7K7IB+2s9/dVqvGxDsi0n+jPMH8KpmwdCBNuLQBqp+Y4gTuHzKRwNIEGOndliRFFJPrQ6iRy7ApISRzQWXJOMNJaWgISBUwAAEABJREFUIzqD7b3ru6Y0ocgSBNJpejricfBs+NTUFHgjIkmiZ6ykBGK55RKwdsGlVquBLS8HOr1CA11RldLP9G9L+7u5a6iDX8II2gW3UaggENiVCLBTxw4cfy8wLVRSq9XCZstBRWUpImSXhSMB6n9iG7TB5vqktfZdy/OxHbdQw4N9Lpy6g33/d7j2aeoInk+pdArBYAB6gw65NisURVLz5eRakU4naaQ6Ss5dWo1b8T/N8MWTKep80k/4drjyoniBwK5AgL+0Y7EYeGnz0NCQ6tDxckt+f453l90VSu6YEru0YHK4NRoFtrxcGuyKIRIJU8gDZU/7t5XPdmmdhFoCAYHArkGAHTumOA328XfEQsW47ykozIeikRGJhmlgPfLErlq531klJZ0g2yyBeGoVHi4hHUc8mURiAd9CvcQ5IJw60Qp2NQLcmfBmDby2W6/Xg98lYYUlSQL/tAGicYRCYQSp4+H4ZSkVB3ydGJgIYMa/LIeIFAgcWAR4ueXIyAgGBgbAz9jx48fBO1vqdLoDi8murzgNdIH6NUkyIhKZxtDgJEaHRee2o/dNFC4Q2EcI8EwdEw/4rVQt3jSF04PBIHip/kp8z40PjWLaYcegYxVO7vN83Rie9MHhXYXvgCcJp+6AN4CdrH5otBPt31zHNzfvoWewHZ/+6mt02IPwkQ8GvwOOzuv42W8+we9ujSPinsRQ+z18c7sLHaMejN75LT7/phOPP/8MX3x5E1/1jCLiGsTdTz7E7+/ZYXezECAZ8sDT8xV+99tPcKNvHI8eteMW8V9/ZEeCKi8WIREI4nNgEXA4HBgcHKSBkZC6zJLfnTMYDOrOspIkHVhcdnvF01EPvIM38N9+2YvOnhGM+/2Y9jox3X0bn/3mGh7ZZ9Df/gD3PrmGGze7MRoIw9v1Db7+/AYGRqcR5dfqdnslhX4CgX2KwF6oFjt0iqJguZm6eNiPqXsf4+ZXnRizj6Kr4x4+/OUX+P3dMfjjPgzcv4Gvv3qIR497YO+9i998fAu9gx24/tWXuP5wCCMLnLLI2APc+fJz/P5OOx4OjuHRF5/j428GYZ/sQefdO7hxpx/DLj8CfV/h048+wfXuETxq78Sda9fx5f0JRGjWTnRnT1uUcOqeYiHOtg0BdqUi6H44StSO0ZEe9I04MTgeRCyRgmpLBv2I+XxwaXIhTQwiLEfhTwYxPT2L4QEPnCMz0OeZkKs3wqDIiAWmMfXoJm6OONDZNYIpTwAR+BAIzaB7WIfSfAP0vl709ffizuMxTPaMIUD1TRGJj0DgICHA21BnZuf43TmTyQRebllYWAiz2UzPn3Dmdn97SENWkkibCmCy6pGOBjHRO4iO2/doJLsPHUMOdI+EEI9EYNbMYnxmGLc+78Fw70O4ZmcRie3+GgoNBQICgZ1DgB06pmedujiisSi6hk3I188gGpzG+GwSPn8auc4e9Pfcwlddw3j8aBjjPQOwe5yYNhXCoE0gHnZjatINx1SYKsYD7yPoHaG+TNLDBidcw49wrWMSQ/f7Mem0Y8TlhdPjQijmQHu/HoW5BhgCAxgc6MGt9nGMd47Ak04jiX17rLtiwqlbN2QiQ3YQSMHtiSJKQ8Z6rQYS/en05ISFU4jxsx6PIRmLIaQYkA74EPb6EVVSCKcT8E7TeViH8qoiVFQVo9BmgSYRhnfGjhkpB5KcgiylkEYCvN7bPhVHrs0MU9qLEFkzobgOemr5UnYqIqQIBPYMAtFoFLNk1I+Pj8Pj8ajLmXmpZXFxsXq+ZypywBWVFA10lhwU5hhhpcEtiQbDQtNe+GY9SFu1kFNJ+KMGGHMsKCvSIBwMwU6GlCzL0GhEzwdxCAQEAqsiwH0FO3W8vHIxI1lW1L/MBnSwwIdEIoBAUoN4QouUcxze4BRmQjISFKdLJiGnJegqq2GJhCDp0wjGowjSoDuQAhDClCNCNpsOVn0CqTA5cREjDLJE+RRo5BiS6QBmPWGMT0ZhsZpglgKIRKI0I6iDQYE4liAgL7kWlwcFgR2tp0Sl61FRV4z6tkOoqz+C1rp8tFQGEQimEI5SMo29ROkBd02Ow2cthc6XgE7WQl9gQW6uAkthEYyKAmOeEXqjHorGDF1pJerKqtF2pBbl+RYYqcvRKVYUGKZh98qQC6pQV12Pwy11qDlSAysVIx4AAkF8DgQC/OXsIUduampKdeh4Zq66uhpWqxWSJB0IDPZNJWUNJK0FlvgsQANfGmMOiooL0NDciMr6NhyrL0ZlqZVm8azQ6gtQYKlA8/FK1DadRBH3nfp9g4SoiEBAILAFCChkXzE9O1OngVbRobzAQ86WBhqdBiZDAr5QDINhA4oqa3G4ugZtRxtQ11yDSkseinRAwulHymgim80AsyFNGmuJKlBgpMH2aAwhbSFKahpxorYaDWebUVNQiYZCDXJMGvj8uSg2TYHG85G2VaCG7LijTXWoO1aHAlmChiSJzxwC8lwg/gsEthsBBa2XL+Limy/ixPE2NNQexYXX/wRvn8xDpY3HcDTQGgtQR07fH/7wMo6+/i4un38T33vhDN596xCOvvUKSk1G5B0+j7MvvIDLR4/AUncR37vShiuHS1GUw1aLDnmldbjyox/g4uv/Cu+99DK+9+45vP3WURxtKQE3fmm7q70HyxMq720EeLMhfomdf3uO36HjDYaOHj2KiooKaLX8xbq363cgtVfMMOS34b1vt+JY3Qkcb63EiZfb0PbGB3jz7Fm0lZfhxRea0HjyKHJLGnCithQXvvctXLx6BlWl+dCJju9ANhtRaYHAWhHgmTomHgxcnEeGOScPF999HWe//T1cOVRD/UsFWi5expX3X0axrgWvvXwKr15tRcPJYyg8fBavl2lQfPENvHT2dXzvxZM4d7yYRLIFloPT77yFS+/9GK+//B6+9/o5fPDdM7h0pgb5lXWoP/E6Xr70Et45V40rf/QDXHzjX+Hdq6/ie++cwzvvHMOJQ2XQ0oCkBHFkEGBUM+ciFAjsGgTi+VWwNh3DSxVGaGkk5nmKsXFqNpvh9XrB7ww9j1+kCwQOAgL8LPAz8fjxY/AsXUFBAappds5oNG5F9YXMHUJAo9Gos628vHaHVBDFCgQEAvsIAZ6lY2KnjgcGV6xa7nE0NjbjYqtWXfXB72tzP8QDiSvmEQlbhoBw6rYMWiF4NQQkmieToKX/umUpEpMQDKdhUXRQoFuWR14Qr9OYYdRb4XUH4XJ6EYuknpNHC4kkg/5DHAKBfYhAOBzGxMQEenp61Bm5srIysFOn09HzJIuufy/fcon6LQmaRX1cNJyE1xNcFCcv6CMz5xL1exLlx44eonCBgEBgNyPAs3QrOXUS9SFypm9RcmAg2yvHaIBea4Ys6eCc9iAUiOEJT4Y366GWejIF4niKgPhmf4qFONtWBCR6GGUiZVmKhGMIBiLQ60yQJQ0k6kRWI0XWEK8RFnMOHFNOMm4CSCWxaj5AhjgEAvsNAR4h5dk5fneOQ35nrqSkBPn5+WIzlH1zsyXq22Siuf5Tq9Gr/Z3X7X8SJ63YZ8oAcUEcAoG9gIDQcUcQYIeOiWfdFs/USaSPRD3IXN8jLehnNDQIn28rRMAfgs8bQDyWXJZvYZ7Nn4v+DAsORmPBpTgVCGwnAhIVtjzFYnHEYjHwduugbmEtpNFoUVJSSsZNCrzULBgMAavmhTgEAvsGAf7i5WeGd7fkd+d4GYzFYkF9fb3q0PES5X1TWVERQuBp36nXGyDLCrjPS6XSi9KwbB8IcQgEBAICgRURkGUZiqKodtizTE/7HizoX2RZgc2WB51Oj0AgCL8/ACxI37pzqIf4BzFVIRrB7kOAjdNEIoFUKgW9Xg9JktakpCRJ4HeFKisr1Y7I5XKB5awps2ASCOxhBPiZYYduZmYGQ0NDiEQiNMBRgrq6OnV2TpLW9gztYQgOtOrssDNxn8n3ntvDgQZEVF4gIBDYFAIKOXRMbEOttz/hlSH8PjcPrnO4KUVE5nUhIGbq1gSXYNpOBDJb6Go0mg0Vyx0Kz1D4/X7wjMWGhIhMAoE9hAC/PzcyMqK+P2ez2dTZuaKioj1UA6HqZhHQ6XSqA8/9Hjt3m5Un8gsEBAIHFwGZZurYBuOQHbP1OHZ5eXlqXxQMBtVVUwcXxe2vubz9RYoSBQKrI5AxSHiUaHXO5VMlSVJnKVjON998g5/+9Kf41a9+hc8++wz8o8vL58pSrBAjENhmBHg0lB06Nubb2trUnyrgZcuSJG2zJqK4nUSAZ+p4ZUMgEFBXOeykLqJsgYBAYO8jwA4dDxbxKhC2p9ZaI0mSwIOL3Cc5nc61ZhN8WUBAOHVZAFGIyC4CmREh7lA2KjnjELKRw4Zuc3Ozut0uL8nkDSQ2KlfkEwhkC4HNyuHRU56JzrRn/qmCwsJCdQnyZp6dzeol8u8MAjyqzv0dj46vxwDbGW1FqQIBgcBuR4C/Rzbi1HG9cnJy1D0RuD/iAUfRJzEqW0/Cqdt6jEUJO4AA7/rHjl1TUxNaW1vBTh1vGME7ObEhvAMqiSIFAllBgL8cfT4f+MfEeZBCkiTwUksmHhmVJDFDlxWgd4+QNWnC954NsFAohMzA2JoyCiaBgEBAILAMAhmnju0mHkRchmXFKO6LzGYzuF/id735e2tFZpGQNQSEU5c1KIWgbCEgSZK6OcpmDBMeGeIOid+vy+jFW7pzHL9/lIkToUBgLyHAX4w88jk6OqouJeb2zG2cZ+j2Uj2ErtlHgAex2JBip47bSfZLEBJ3PwJCQ4FA9hDg7xee/V/v8suMBuzU5ebmgp06lrEZmy4jU4SrIyCcutXxEak7gAAbJ1zsekeGOE+GeOqfDRu73a7uhMmbr/C7JpIkqTtqZvhEKBDYKwhwe2aHjtv0xMSEupy4vLxcfXdhr9RB6Ll1CPDySx4V590vue8UBtTWYS0kCwT2PAJrqEDGqcv0KWvIsoiFdyNnp44H0tn+4p00FzGIi6wjIGddohAoENgkAmycsIjNjOzwzAUbOL29vfjyyy9x+/Zt/OIXv1B3YiorK2PxggQCewqBzIYovOTy+PHjaGxsVB27PVUJoeyWIsADYgaDATyIxYMAW1qYEC4QEAjsawTYqePZf7bFNtqfsB3Grwbw76fyMs59DdguqNxWOHW7oFpChb2MgCRJ6jpsdu54hGgjI87cGVVVVeHChQvqO3V8fv78efCoEe8U2NPTozp4LH+jndVexljovrcQ4M1Q+B06SZJUZ66goECdcZYkaW9VRGi7pQhIkqS2CzbCeLZuSwsTwgUCAoF9jQDbUbz8kp2xjfYn7BQWFxfD7XaD5exrwHZB5eRdoINQ4cAisHLFuSPgER6est+IU8eSeT13aWmp+vMG3Knw7oDs1PH67nv37mFwcFD9XS+ezeOfOuDNJzZaFpcnSCCQTQR4sIHfjxoeHgbPzvEMDM8y87uh/GxIknDoson3fpDFRhj3nX4p754AABAASURBVLzMidvPfqiTqINAQCCwMwhwf8JO3WYGv3n1gNVqVfdJ4GWYPOC0M7U5GKUKp+5g3Oc9V0s2TJg262hJkgSe8eOOieXx73exQczGMhvKHPJ7Srw0gGdD+H0ljhMG0S5rMvtcHR5M4FHMsbExDAwMqMTOHLdJJm6zPDDBDh1/Se5zOET1NoiAJEngfo6dOm5TGxQjsgkEBAICAdUR4/6EoeCZuo3YRZIkqSuveJ8DdurYvmJ5grYGAXlrxAqpAoHNIcAv2PLMBL9HtJGOZKXSuYPi3QIbGhrUjqaiogK1tbXqZhPs3PHsHW9CwR1PNstdSR8RLxBgBPgLkwcUeNa4s7MTGWIHjwcieIaOvxSZV9DqCBzkVEmaM6DYqRP910FuCaLuAoHNIyBJkjoozrYYf0cxbUSqJEngAUme8WPHbiMyRJ61ISCcurXhJLi2GQF26pjYqeMZjGwZKLycgDsoNpDZweNllzyizUszDx06BH73rq+vDzxjwo7dNldbFHdAEeA2fv36dRw5cgTvv/8+3n77bRw9elRth3V1dWJDlAPaLtZbbUmaM8LY+MpWn7leHfYQv1BVICAQWAMCbIvx5ktMa2B/hoXtLpvNpr5Tx47dMwwiImsICKcua1AKQdlEQJIksPPFozvT09PqzxJkQz4vxZQkCdzJ8A6C3NHw8jZ+z46dPH4Hj+O5TIfDkbVyIQ6BwAoI8KwKf9HxzxPwMmFm4yWW3P75WpLEu3OMiaDnIyBJErjtsEPHg1UQh0BAIJAFBA6uCEmSwE4dvwvHtFEk+LuMiR1DMVu3URSfn084dc/HSHDsEAJs1PJWuOx0cSeQDSOFHTd26Fgeb6TCM3PJqA6j/W4M97oQmAXkRC50KIBzMoqxATdc9tiqNDUcwcx4dFWe58lwjEZgH4pgenT9cpyTMdgHw6Tv6no+TwdOnyY9nBNzOnBoH4zARfI5bT3knIiBaT151sI73hemupJOz7kna5G1kGdhvRfGZ/vc64w/8zRxe+R35nhTIJ5hYQZJktSBB4hDILBOBNip43aUjf5ynUULdoGAQGCfISBJc04dO2NMG62eJM3J4X5pX6+C2ihAWconnLosASnEZB8BNnR5Jo2NXt4whWczNlsKO3U8WsQj2X6/H+zYJQIWOEdkjPeRE9cXgWMkiWQwD/4ZPSYH4xgjR2JF6g1jtCeMMQpX5FktfyaN8rOcUQrXLYfycN5N60C6jPZGkNGBw9Ge0MbqRjplQ5+lWIx2h5/otzRtM9cL670ZOavlHe4MgSmdWtyK2QDn9zl5sx5+p47f6+R36XgJML/vybPLi3OIK4HA8ghIkiRm6iAOgYBAIJsIsJ3EDh3TZuTy++GcPxu2HMsR9CwCwql7FpPdGnPg9GJnjmfreEmkx+OB1+sFG8CbAYJHsbljYeKNKXjpWzJsABJWKLIJcZpIYdLrLbBY8qHVmp/EcfwzlABSkJBISqvzzct9Jv98fDIlI00GWTK1fjkJ0iEtyYhTuJL8tcZz+Zm6JBISUhuVy7owzddvreU/j49uEtKE9/P41pu+sN7rzbtWfr8nCftwGIl4EpFIFOzIcZt2Op3gpb482MCzdezcMfEXaFtbm7qb4WbavMh7cBCQJAncx/GgFY+IQxwCAYGAQGATCEiSBLaX2Fbi5Zeb6VdYDqsSiUQ4ELQFCAinbgtAFSKzhwAbKPyuEXcmHnLseNnkZqXzqFNeXh7YqeNlAJKcRn65AbXHclB/IvcJNZ3OA9PCuOXOm87Y0HDqab7leJ4X13g6FyyHw+fxPpN+kvKeJR0onEvbuC5cfsO8HK5TM8mtn79ej2zOy7SePGvhbTlvQxPrtOA+rSXf83gW1vt5vBtNL6kzgtsaO3IzM9OYnJxEf38/uru7wY4dO3AvvPACOORNe86fP6/uGMaDG5tt8yL/wUCADS4e+OJ+kjff4fODUXNRS4GAQGArEJCkp8sm2bHjAaONlsPv5kmSpG6YslEZIt/qCMirJ4tUgcDOIiBJkjpTkXHs2PjdrEbcsfC7euzcsVHt9Xk3K1LkFwg8FwH+MmSH7tatWxgdHYXb7Qa/LzoyMkKzvHE0NzerI6I8msn0XIHZYBAy9hUCPALOS3jb29vVwQKXy7Wv6icqIxAQCOwMArxqigeNuI/ZqAa8GoVl8IDTRmWIfKsjIK+eLFIFArsDgYwTxsvTZmZmNq0UO3atra2qwxiNxsioTmxaphAgEFgdAQkWswU8A9fS3KK2PR5Y4PfmeJdXnpWWJAmSNEeryxKpAoHFCPDM771791BQUKD+JEZhYaE6E8y/ebiYc2NXIpdAQCBwcBHIOHWbdcj4e45R5FVSHArKLgLCqcsunkLaFiHAG5yw4cubRrDxws4dz3xstDhe0sYGdWVlJTiUNipI5BMIrBEBWZag1WpgsVjg8XrAbZANcCYeZJAk0QrXCKVgWwYBNraYampqwCsbeGdfNqB4RngZdhElENgqBITcfYhAtpw6rVarvve7mRm/fQhv1qokZ02SECQQ2GIErFYrcnNz1c1SxsfHwZ0CT+VvtFhJktR3lswmk9rJbFTOrs+XTiEacMPjnoUnlCJ104j5puCaccLjjyCeiCMZ9cA5aYcnEEUsmQZSKaTiMUSjEaIYEvEAAp5pOKedcAcTSJKUhZ808SeJP5mIIRaLUB6mKJ3HwHEZOfFkEvPi1ezsmPM9TEUDCHmdmPFFKZ3KV1P32z8JCar/pH0SvPNqTk6O2p7Z8Ganbr/VVtRnexGQJB400ILfF+YBA+4ruV3xezDbq4koTSAgENhvCHBfwt/VbHdtpm7s1PHgfDQaBbAZSSLvcggIp245VETcrkSAOwI2WIqLi8HvivAOgdzBcEezGYVlRYZEsyibkbGb80Znp+B0jGHSPoapqUnYfUk4R7roegRj43bM2MfJyRhG/8AUpiaGMDHtxsyMByHnFGZCQQRDEcTDk5im/MNDo3BMjWLMm0Z8gWeXID7v2BC85NAFw05Mk/M3M+NHyBdAyDEBZ9APfyiMWDyIQNAD+4QHKcTgmnTA757ErGsS4xMzcHnCSJBPR5/dDOmGdEun0+ANf+xTdthsNnA75jbNcTx7J0lipm5DwIpMKgLcvnhjFN4khc85jMfj+3vASq25+CcQEAhsNQLZmqnjVVc8kCmcuq25Y/LWiN15qUKD/YkAdyz8fh0vL+Lf8eL360TnsNq9TmPi7hcYcbgRSoWQHP4Yv2qPYKBnHCmNH9Oj3Xj4xaeYDAxiJFGF9OQ13LhzH9eudcDefge9sRjCNLWWDg1jNpyE1+dHcuQ3+MXjOPzRp65XcGoC/R/9Av2JBCLSGAYHJoiCSAa8mL31BXr9PngSKZoAtGN86B4++c1dhFNTuPvhNfQ9+A0ejg2jfSYHxRYt9qt/zYY23yl+14nbL7dlfq+A2y87eZIknDrGR9DGEJAk/jmUuLoJTyAQAPePPCPMI+wbkyhyCQQEAgKBOQT4+4rP+Psq813G1+slnqljp44H5NebV/A/HwHh1D0fI8GxyxDgkR5+F45n7RwOB5h4RHqDau7jbOx0hdAdroXJWI1jLTXIa65H+EEHUn6aoRvvx7g3goC2ADmyAp0xF0XH30K9QUKu7zHGnQ/x1a9/iq8H/PBHaF7NO4PpiUnYnUlY88j5UpY4IWRUQm+C2WKCxZIzRyYA8T7c+ZjktI9hcsoNxTmByPQoHky3Y2zUjfFUIfw+L6KDdzAS10JKS5Ao2377yLIMs9mE2upadZOUzEwzLyvmL0xJ2o+13m93cffWh/vEc+fO0Sz5NP7xH/9Rde4aGhpw9OjR3au00EwgIBDYEwgoigJ2yFjZzThkLINXqLBzyLIEZRcB4dRlF08hbRsQkCQJ3CnwRgC8yYTX6wWPSvMytm0ofo8VIUGbToG9pJQCmgVLI5bWIK3JgU0OwJJvgrasBhYAkiRD1sQQU/RIScUoyTuEM6++jfPNhbAZNdCTQyIZChFP5ONolQS9Fs8edG/YecmQJBug0dTi2JW3cO5oLSrkNH0xJKBtMmL8Zy4UHUojnlOLwtoXcP54KbT3fobxYAzkQz4re8djNq8AY8xtl2fo+L1QHowoKSmBJEmbFy4kHGgEuF3xjC//NAYv7eUNUzjkQbADDYyovEBAIJAVBLgvYeeOl3ZvVKBWqyWbQANhr20UwdXzyasni1SBwO5EQJIkmvUwq+8l8UxHMBgEG8k8+rOZpQHYVwc7CjrU5rngne3F9evt6OuYROHhSmhMebCWtKHCqkdubAKTwRAcXZ/j9ld34YYeprJ8pKNuTI8NY7CjD1P+EOI0k1dYVoKKShPsQ7NIxJJ4/pFEKu2Hyz6Gke5+DA644ZdzUXi0AVLciKa2XBiSYfhn3HB7PJgcsZNDlwLPMT5f9t7j4HeefD4fhoeGkUgkwLPNOTk5e68iQuPVEdjBVDa6eNCA+0EeXNlBVUTRAgGBwD5CIBtOHQ8+cb/Ethp/H3I/tY8g2vGqyDuugVBAILAJBHiDCR6N5tBDToHdbge/R8IG8ybE7qOsGlTVFiA3R4tYWIGsFOL4sSKU1Dchv+IkaorLUG3TI22sQJkliGRMj+LSIlS0VMJYlA9TMIBwMIKYphh5+SVoqC9FbVMldAEnZsaGMDrUTw7KKJyhFExNh1AgK9DAhvz8HHJYtJD1ehgrK2CORZAIhhHR5MFU1ITm2gY0nm1GTVUr6mxm5MoxJDUmmGqPwKYnGRL23cFfXvxFNjExAR6E4HfruO3yyOW+q6yo0LYjwDvJsjPHqxb4Zwymp6fBqxg4ftuVEQWuGQHBKBDYKwhknDp+Z3ejOkuSpA5o8usH3FfxapWNyhL5nkVAfjZKxAgE9hYCZrMZpaWl4FmPoaEhsNHMnc5SY4YN6oPo7BlqLuHEmVfw5muv4tKrb+Bkvoymk6dQlF+MsroWNJx5A4drr+Bb3/823vngA1w4VIO6+mbUv/AD/ODN9/HOm2fRVHsBLRUVqKsqRk7JCbxxDPBO9KG3qx1dXX2YjmlR8so7qNdoYEAVamrLiEzQWItQeP6H+Pbr38F7b17CuZcuornpKFrN+Th14RgsBadwuO04XrhwCueuvIjLb72KUoMW2n3q1PGSE6/fi8qqKpSVlcFkMkEcAoFsIMD9m9PpVN8x5kEuHtzia3b0siFfyBAICAR2FIEdL5xtKl56yQPoPGDEtF6njPNz38Tv5Q0ODoL7KO67eNBzxyu4DxQQTt0+uImiCgDv8MaOncFgUN+vm5ycBDt2C7Fhh487ENF5LERlA+eyHpK1GSevvo3X3vkAb7/zKl4404QiErUPfTGqVXY+NEAJq8WCC+cuoJwcOj3NYmZHspAiEKBBFq8XvBtwU1OTOmDA/SEbXFNTUwIegYBAQCCwaQTYCevo6FAdsc8++wyffPIJ1tu/dHV1gVdUvfnmmzh//jzu3LmD4eFh8FII+2cgAAAQAElEQVTMTSsoBGDOqRNACAT2AQJsJB8/fhxHjhwBjwZxB8RGDs/O9fX1qUveuJqSJFwPxkHQ9iIgSTJkRdneQkVpBwIBHjnndzV5ho6dOYXaWXFxMaxWK3imjn/XUwxmHYimICopENgSBNj54lVR77zzDq5cuYJXX30V3NewrbV0AH0lBdihM9DA+8mTJ8F9FQ/Gv/zyy6ptxvbaSvlE/NoREE7d2rESnAB2MwiyLKvL2fhdJd7eW6PRYGBgAI8fP1a3+eb43Nzc3VwFods+R0CSxIDCPr/FO1I9dup4CRP3cfyOpiRJ6g5zvAkPvwfD79cJp25Hbo0oVCCwLxDgQSOuiM1mUweLuG9hO4sHzdfq1PEAE9tpPNjEA0+Zc5bByzFZvqDNISCcus3hJ3LvQgTYiCkoKEB+fj74Haaenh5wh8EjQzybtwtV3o8qiToJBAQC24AA93Hcv7GRxAbXwiK5z+PRdX73hQ0n4dgtREecCwQEAmtFgAeLeDk3O2aZPPxuHDtma7WrePUA90O8/DIjg2foeACe90TIxIlw4wgIp27j2ImcuxgBSZobqebOhomn/Hnt9+joqLqe2+FwqLN3vANTKBBFyJuAdzoGtyO6dpqKYtY+R246XzUvp2eIy6DzRXnpWpXBIacvoFmKY+J0zuOajILP1fI4jXR4cr0gn5qeuSa+RTx0zbKexNG1es4h5+FwIXHcMsQyFtITGZyX+TnMEF+vRhk+DomP68yk1oPiuBxVPqWpcfOhykPpT+L4nIj5mdQ8dJ0JOY4pc70onJf5RNbCa5LxJB/H07Wal8/XQH53HIlYahc/NTul2tNyU6k04oRRLJLCRikaTiESSm44/9JyWRbLXBq/1utIMHu6sB5MmbL53OsOIh5NQ5H0QFqj1jsZlwjHNJDSqPGc7veGEQ1nT5eMDkvDaCiFkD/75USpTXB9l5a3VdeJRBppgvBp6xRnAoGDiwAvteT33vj9N7aj2BljO4o3++JZu7UgU1FRAbbH2BYbGRkBE29sZ6PZv6Iifit/LVIEz2oICKduNXRE2p5FgEeTuMPhkaVLly6BO6S7d+/i008/xY0bN/DgwQN0dnait7cXjgkPxvtC6L7pQceXs2umduJ9/PtZtF8jovNV8341i8fE10Eh8/H54y8oH8XxOcdzyLI4fSFxnEqUl3ke/t41J4vK5PhHn7vA+RfmWe6c9c3Ecz6VSIYaR7L5+okcvqY0Lu9JHF2rvAvCx1+48Ij1oZDPmZflPCmL5DxPRkZm+xJeVQ7ho6ZzGuO1oGw1nq5VPgoz16oOdP2Y9WJiGZw/E5Kuj4ie6EVpLONJfsq73Pkz+hGfKoPC5fiXxg0/9iPoS2Lf/ghfFnoLNtpnp+KYGY/CORnbEE2PRTE1vPH8mXJnJubKZ1kb1Yfz2Ycim6pPRh8OHSMRTI9G5nAh/abo2kHXIY8GEZ8OTopz2eOI+fXwTadVPr9LQipqwdRoCDMTC3AhXtaP5WaTWKfx/pBadjblztB9dYwu0H+D7WMtOjFOXifhGKXnNQvtWogQCOx1BHgDJp717+/vx9dff40PP/xQfS+OX2nhVQJrqR/P6tXU1ICduGvXruHzzz8HL+FkZ89gMKxFhOB5DgLCqXsOQCJ57yHAo0k8vc/T/LW1teD3TKqrq8GjSfxiLi8B4M1U+GXdqqoqaDQG+GbimBoIY7Jv7WTvD8MxHMbUYBh8/ry8C+XzuWNoLi+fc14O7cvowPFMdtLNQWXNkCHH15yH+afpms9XJdJ1oY6cb6neHLdQBvNnylkYv/DcQQbr9HAEHDJxGsvhvHzO9DwZzMPE9VvIy+dMnMbEeC2Uy3FMzLM0nq8drBcRp2f4OGQ9p0nvTDzHsc6ThBGfr0SsH+OfSecyFsrIxK8UOscjiNFMSYrsRDEBsHy/4pmOo/0bL2595Majr7x4/I1v3dRx04fO2/5151taVvt82d13/Oi4sTF57df96L4dAIdL5W/kuuOmH+1Eat7rPnTdCmC0HZgZMGK8S1HL6b4VRsJdgZEOScVg8GEC3rFcjLSnqR4BNS6TP1t6qfLm8eoi7PsfhJ6WMx+/kGcj5+1U3w66txvJu948tz/24MHvPZigPnf5lipidzsCQr/sI9Dc3Iy3334bvHNlXV0dmNjRW09J/HpMeXm5uvPlqVOnUFJSos7erUeG4F0ZAXnlJJEiENibCPBoEDtr3AGxA8fXvGabz3mUiB27iYkJ+Hw+9bftbPkmHLpgxbt/XooP/n35rqfvLNDxwrv5yC3S4NRrNrz7F3tD/53E+K0/LUF5g0G939utx8X3CmDO1ezNh2qbtJYkQG9SUN5kQdNZG1rO562bWi/k49AL+evO90xZF+bKbr1I4fz5MzzP04/ytV3aRP4l8tuoXm0Xn9atlXQ7dKkAhy8X4/Clwrk6U5mHLxeh7WKBes3h0RdLCJNCMDaL6kC8i66XlLeRtFbS79ClfLXsjeRfKQ/LbSPZK6VnM76yxQJTrpYm1SWIQyAgEJhDgG0pfreOHTNeRjk+Pv7MT0fNca7+n98B5p+d4sF3HoRfnXvLU/dVAfK+qo2ojECAEJAkSf3dOh5B4s6HoiBJEnJzc9Vdmzjk6X/+zTqmRDIGa54GxTV6lNUZ9hTll+ig08uwFWtRUq3fU7pvO9a1BpRUGWAwy7Dma7YdK75XikZCOkUtUkzVEQjLfMiG1mhlGK0aWPJ0dJ+0u4A2qUfBJvPnPwcDkp9DZM1fWM7i85wCPeG4MO45Mp9X5vPSC7ZY/vPK32Q6tz+NToY4BAICgcUIsBPGu11m3ovjd+vYjuL4xZzLX3Fe5ufNm4LBIPg1Gf5ZhOW5Rex6ERC91noRWw+/4N1VCPDyS0mSwKNNPP1vtVrBHUs0EgUNyUIcAgGBgEBAICAQEAgIBAQCyyPAs2wejwe8+ok52Eljx4wdtec5drxTL/9mJttdbH/xADtvVud2u9WdylmeoM0hIJy6zeEncu8hBLgDYXV5ExWdTof6+nr1RV9ZkXfcp2O9BB0MBCTudaWDUVdRS4GAQEAgIBDYPwiw/cRO2eHDh9X9CvinCHj/Al5OyfGr/WwKpzPxxio8sM4b2MmyDHYS+ecR9g9KO1cTNi92rnRRskBgGxHgmTrefpen+nlUSZIk9UVfHjFak4293JK5+TgO0qkUUskEEskU9spW2NwBs96s/9pvRRq89XyGf07G+iRk8u6uMI10KolkIonUMtV55p5ShFp3NVxck2WyL2bY+JXIuScRSFHfQO2K+oi5tkHXiQSS1FeobY3bELW9xX0HtUeOVwlq20wlqX2yjDkhi5FIk8xUYkH/k8lPbCSD/j/9LJefU4kv06b5chEtSMvwqCGVmaRKUPIidnEhEBAI7C8EUtT3sFPHyyZ5N0x+/vlVFnbQ2FHr6+sD7zjO8UtrznEzMzPqDB87czzTxw4d734ZjUbBs3XMszSfuF4fAsKpWx9egnuPI8A7YfLWubwOnJcNcCfFVVJtHPUfX80TG0lkdJHtRRYVEA/HkY7HkUykQLYVGVlpxEMUl4gjGk3B75zERN8jPOh1wB9LI7lU3rzY3RRE3R54HDPwk1JrUzeBRDyEGUcICcIBSMJPMpxTLvCrYiRm734SPrjGB9H1qA+jbrrPqTgSdB9T5OQl6B5HIomndSNDNhYJIeDxwOv1IRiMURtIQ+WNJxGNPWVddEYgU1a1PS2KFxf7G4HoNOwDvRgacWA2xu3KhfGHd9DVb8eMN4p4cBbe8S486hyBK5BAnB6mZDyCSNCjbujkC8QRm+nHUFc7+oYmMRtd0BbnkYsFZjAz9AAP+ybhCSWQTIXAS8vDvgTSsTCoWSKdTiAaJVlEaerY4pQ3ze2cOqtULIZYKEDleYlCiMZjlCel9mMpcji5vYd9Xvh9rJMHgWAYIX8AgbFH6B5xwsf9I8kTH4GAQGB/IsAOHS+h5IFwXu3EYYL6EbapysrK1Erzb89FyUlTL+b/sbPGThs7fBaLRd3fYD5J3ZWc5bBc5snEi3BjCAinbmO4iVx7FAHePIV3weTw8ePH6ku63JmoM3XqvwUVi5CTZp/Co9E44rFp3PzVdYz0XUPnyBh6JqNk0E/iy3+6BvvoNVx7NISvb0/AOTFKRtAEvvjrn2LE7kKEjPgFErf3lIfOYxGEwjHEyAFLsYMaiSMRDiNBRlwiEsN0dzf6Hj7ABPGmo2EEyTCLP+GNEW9E5aXkOd15JpL43CEy9sg7iYVnMdYziP5Hw2ADcY5pj/6PTMHt92PcGUG0/W/xsweP8PF1O/q/voPRznt4GFCeVizQjbHRIbSPpciRCyHt/gYPBnxo//oBBjoegqKf8i48ozZGE8QLY8T5vkaAf7/CjRtfDsEZjCIwM4TBW5+jNzyBrhENtMFOdPV048aNYfjHxuDPiaPv07/F7b4RPOodwlhfBzw0Op6imbDgwAgCiME1M4Lh61+ilwYO6DF+gl7Q68fM2DA0Biduffwpeh58iK867uHzrj6EXHfx0X0vZru+QO/oBDp7ezD68CN8zT+z0fdTfN1jx6MHg5ga6Ka2S22anLi07w6+utVJekzC7bbjAaWzAed9dA9j9glMB4fgnryDL0ZtMCoa6BRq3E+0ESd7CgGhrEBgDQiws5akEW12zCRJUl9fYUeNiR0z/nkCXobJfAvFZZw63jHTbDaDZ+gy6XzOq6g45KWZmXgRbgwB4dRtDDeRa48iwFP+meUC/NMGvINTKBQEG01psr8WVSsZQjAUopFzMnKSYTholD3gtcMdCNJIeJJmcYKwD9oRDNgx6fJhyhmjGTwN8gtyUakZgJ9GsmkCZ5HIbbtIRREL2vHlrXGMtd9E98AoHnSSQXn7Uzy0R+DouImOkWF0DU/T6P4QZh2duN41C3v3TTL67Ojs7sfAnS/QPh1FiAzKlDSneTruQdDVj/ahIIZu30b/yCD6aZZuajqgztTtpA87p+Em/tM9jtMXVpgmQRT/IMY8bkwMPcbDHgeGZ7QoMs6DwEXE3Zge6cb9O49wr3casbgd0/238HAsiIlIDlb75QJJ9LqM4MEgmgVDYALjyQLIOWUoNcegiQyjfTKAmWkv/FMDmJmdhdOXQJIanrYwD4X5IczM+DAx2I+J3ht40P4Qo0EZIc8svH4XJqdnMGWfRZTaUXpBk0zQDGA0FIaG2qln0ompIeIfG0HY78Csxgq9/QvcHvDAHweUhAMTI+3o7nfAMXwXfYOjcIwPwDF0D/faH6HPlSR9phGZptnB0VG0j3vgmg1BqzdCCQaQoFGelEFDAxpeTPX0wU99ZxIS/R2M2ypqKRDYDALxaBpRGhhdjSLBFELeJM3Wp9bEG1wDbziQBPMxsfzVyl8uLehLIBJMQ07rECH9dRozwsEE/J4I9QUamAw2RMMpeKivCPhiyMiIBJOYnQ4iHdcjndAhGk4jHoVKfK5IBiTj6fWB4QAAEABJREFUMrzuEDJ5nhdGAimEfIQP6fE8Xk6PMJ7UUXHI18tRmNKZlkvbqrhEPLtWE30tbKZpirwCgb2HAC8b4GWY/MOZ7NhJkqRulJJW/2+iPpICRWOBNacYbVUSZJrYSSSxM0cijJhnFDfGEvAHJmGfmkFPlx2OwR64yeEbbu/GlMeHCJlhab8Lvt7b+IYMvHEa6XfM+mAno3B6ZAAeaJCWJeLC/BFFPDFD6XY8vDsKJ3XCKUrPbrc0X9QOBIlYFNEYfeHktaGlVAdNiIze2SAZwgpyDYsV4iVpSbrBiZQMRQF8rhFMByg/jLDQ9WLuBVcSnTNRID77HAGa8ULUh0RuMfSWIhSTt59ricHhAZKJBHyOADlKGuQUmCHJOuiNNlTX2chokhEj4yjNM+PEpzYwKYVk1IUADbKE9SUo0gDyQvjSCTKMojTIJKOkNgfBoBkKOYzmpBtj6RoczumHA5Uwmy3UlhV4QmloZx6iO5iDtNcNTdSDOMng2bgkdV6yJCHXogeifjgcdjiTGmgMBuh1euj0BuisJaR3LRryYohO9ZGRF0Byv3QEC3EV5wKBLCGQpucj6E1gvC+M4a4QzcSHVyTmGeuldCbiH1uFnvCuwsP5n/D1hFUdOG49ND2ShMeuUYlleae08E5paIAzicmBKFzj1K8F82hAKYaxnuCTuo33R2hWX1HzsYypoTjcdoX6Py3slG9mNE1ytHBPyk/yrEkvwob1WBMvY/O8epM8FXPm3QYa7gzRxEAE7CxnqYkt/k7IltCNyRG5BALbh4BCVjjP2LW2tiI3l4woWYJMhIWHJCNFw0lRrws+vw8RrQGSho2cMMIcFwwiajBDkeW5BykVI0PMTaPsTgy7cqDTKtBrsTOHakyGIRUWwFhdATMZYfq0BcbCerTVAf6QATa9GSW5OujSEYSm7QhEpuFRymCz5qIoLx+moga01pjJQZHm6gdAMhihy7MhDzNwRPNIrg0lBi2Mi6xL7NkjGYsgTCOJiap38FqLASZNCYqVKKzSGDpmAkhH3ZgNxBCl0bXcihYcvfQa3rpQB5siw6evQ37SAxPP8tGI6IogpCmFiQLx2ecIyApgsEIXmELEN4UZb4SeMwV5OQr0efxcFqKQHKccSxKJRBBe5zRm7OTomY0w5pfDVnYYR4+dQIU+BEUyIdemR35pLoy5RTDTjJuEBQc988loBH4v0HBUh4TFgjT3TfEQBkdiKGosQ1VFI3KNQBQ5SEt1OKZ/hGHLqyhRUrCmU9AUNKLl6Ak05VADpWdaKjqEinwbKtJTmEgAFPu0QMkCK/GfvHIK+u4vEHZPg8ZDnqaLM4GAQGARAmkakJmZiKLnrh+9DwIYJSdiRSKnYmIogrH+8Op8LIN4J5mXwhXlEd8YOVfMx3JHn8O7nBw3OXBRnxW+ab2qk3NMQsyXR9cGjJLDNDmYgBwthddhAJ9nZIz3R2nmPx8Blw724TimhpMIucyIeHIwOZTAxGAcQaeJZNlUuZl8q4VjhMv4YGTt/FTf8QHip3AluSyPaaX0bMf33Augj9qBcyK2qJ1s5oK67c1kF3kFAjuAQJaLZMMoTUPMyUR6sWS9BWH7CAZ/99f45MvP0F92CLriBqRGutHzu7/D7+/dwXDDOVi0RpCrB4THMN7+K/zV3/w1/pPjKBSNFTnaxSK37UpngpxfhoKuz9D7i7twhKJQaqxUvAaSVIhjJVPo7b2HLx6Mwk4GXu7hBuimfZB8SdDkHGAg1hU/XNsmHNO1o6f3Or7oHcdkaEXmPZVgzCtBZfNhHK0yQqtIKKxvxJHXz6CijEYfP76F6PDP8C83JjHkJIt6Sc3qG47h8sv1yM0DHtz1LEkF4Q6QjQ2yvSGOA4KArAMsDaic+h167vwd/v7GGO5NVuDFOhlGsw0NLx2FFAxj+uEDTM/cxkd/+5/xH7/MhdVqQo1lBOMdv8E//u1/xV/9+j7GfTHItlNoKTCiAXdwbQbgDVWeIKmxwFjQgMPH22DuH0VBK802f/dbaGypBx49JN7UnFOWdiIlp2DMacSx2npU1BxHuRJDIjmErsFr+PCv/zP++m9+jx5vEPxYWyqbUHfkDE6Y8WRwRy0zPgvP5H38/tMvcWdKQSCuQJbUFPFPICAQWAUBW4kOjSdzcfyVwtXp1eekL8y/Vl7iO/HaOuQuKOPU68U482YpTr1ROqc3yTr5WhFOEB2n8xNEnH76jZK5uAV5z71dRvko/lXiJzr5WjGYGIMTxHeK8px5s2xOLl1z/POIy3sez8L0Exus90IZ2TyvO042YqEW2TzkbAoTsgQCexUBmQx4RSMtVl8pxKELL+KP/vs/xduv/xj/3ZtVqC5rw5k33sUP//JP8a03vod//0Yx8mtfwZuXWvHBD97Da3/2v+N//vP/Dv/zj46jqsiEHXvAZD0MOXX44I/exCt//GO8du4wXj5WhcNXLqNIVlD00k/w3pvv4s/+zffxrT/717hQ/yb+zb96Ey+/fRFtVUVoaazDoYunkBsbwaPf/Bof/svP8LN/+S0+v+6AR3ME771fgTM//hO889YP8ec/ehff+f4ZsKsnYXcd69LG0oK6+iZcbOZcGvp3GOcuVKGhpRG1zSfw5tvk1BtsqCywwVxyHo1NLTjTQGyKCSh5Ey8czUN1/SG0HD6FN8/YKGHxh5fepFIAwb84QVztYwRkqpsBR979Md54+1/hj77zAb79zlWUGY7i5VdKYCs+hBNnz+DKB9/C8Xf/J/xPP/k3+O/+1Rs4UV2I+mNv4OqP/jf8mx/9Mf743ZM4/OabaCmvRF31cVQfu4hjrs/wxUc/x4e//hk+/OoexpNWtJy/jEJFQe7Z7+F0fQ0aLMWoIqft3e9ehL70XZxvs6G8oA61ddS2X2qDrvkdvFirx+E3XsGJ9/4S3/rW/4D//id/gp/8+GW01L2D881laCizoqi4HpdeOASFZNvOXUJ9ZTXKtPmwlZ/CK2+9he/8+R+jvrYSOomqKz4CAYGAQEAgsCMI8DfOjhQsChUI7B4EyBKhD5gWKiVpYLRYUVhaBFtuIUpsOuh1RlhybSgoLkJebj7FaaHR58JmNSKvIA+5RZUoKy5BWYEJes1OPl4yOQ965BXakFtYiFyLETkmHYxWK7RUUW1OIelvI2MtH3lFRbBQHYoLc5Fjs8Ko08Jo0BOvDXolD5WHDqPt2FEcPdaGptoKFBlNsOXpYCksgs1WgOLCPOTnW3bOgcXaD94QZ266Ypk8ihF6vQEWA6dJ9M8Ei0UHvdEAvcEMW0EB5KKzOFlnRkGuBQaDcY5XkgGtDVaThviMMBqJ16JQ/hU+LJpphWQRvSMIbGGhMkx5hci1FaEwPw95thzoZBNyaBpfozXCbDHDSvEmWynKCotRUpQLs14DgykXOQUV9HxRPpsZptxcGHU66PUmGPPLUUwzaC1tR9F2mKi+EtUlNhipv9JAgmLJh5meYb2ihY748/KtkLU2WIwKdBo99HpquzlGSAYbcvQyjCTbRLPUeXmlKKXnurAwB0Y98Rt0MGgVaLV6mj0kfgkk2woDv1dH/aOiM1OfYUM+9Yd6vY5KhjgEAgIBgYBAYIcQkHeoXFGsQEAgkBUE0uDtgpNxCrMib6EQBbKSg6LaWtQ2NqChsQaVZfmwahfy7LFzifRlomDdH5kqbqpEiU0Lkw7iEAjsGAKSxgB9XhWqa+pRW9uA2vJiFFj1O6bPwSpY1FYgIBAQCOxOBOTdqZbQSiCwvQikUwDT9paandLmlvWlqQLZkbefpcjSRj26/YyKqJtAQCAgEBAIZB2BfSEwjVQ8hIA/iFAkjmQqDd6VNx6PIx5PqNepVByxSBA+XwixJKWTUcKDzRTMI0D2SSqCkN+HYCiKGNlbqsFC+SJ+L0JhiqN8SKWQZrlIIZGII8HnTHSeTKbApMpNxubK84cQJ1lqHBVGpcyJJTnzBR+4QDh1B+6WiwovRYA7Anbo1KV5SxN3/bUEWZag1csQ/grEIRAQCAgEBAICAYFANhBIJZGK+OFzTWJsdBwOl191wOK+WbgDPvgDIUTjYYQDLszYRzE4PIEZdxBRyhOOxEAf0iKNdDqGkGcS9qEhjI1PwcX5ElEE3Q44Rgdgd7kRIE8vHYsgNj0OVyxGzl8QAbcTHiJv0I9wNASni8qLhBEJujA9OYqh4UlMU3mxqA/+UISczoTqDAZ9YfBOo1T4nvlkS1E5W4KEHIHAXkWA525kBVAUaa9WQegtEBAICAQEAgIBgYBAIGsIJIMOeB79N/y6K46UToZBC/hG7Zi6cx3dVEqUCMEOdPd0425PEDlmF7766W8xMvAhHg+PoW+KGNJhJKK9+PjXvfDRZXCiG71f/w73pnrx87/6HF5dLkxmCwxkfoWcg+j79P+FL4bDcJPwQG8XJro7MAKSkWzHr37djvGeb9DZ2YsH/UGYDTO49k+/wdjQb/G7r+7imwcjcHvG8c31bsRoFpGKO3Af4dTt+1suKvg8BHiGLhJOwe9O0IhU/LnkdsTBvyvisseey+tzxeGdicMz/VRu5tpNcR5KY57lSM3jnMvnpVC9JnkZXpYT8CTAP8UQ9Cbhn31WfzUP5c3k8dE568/hk7gFMpmf01l2Jp3jFvE/R0YmnxrO86oy6VyNW1AeXzMGq5a3hJ/zMB4sk2mRbivwqnWYjcPriiEeTSMaSi1771gPlqnyLyOLy94ohfxJJFPPa40HOz0WScHrjGF2MoKpwTAm+9dO4z0hTPQS9YXpiz+k0lryc56x7tCisjhutCsIJpbLNEFyM/L4ms8n+kJg4vOlNEH846QPx3PI13yeIY5jORzPIZeVSVsuZH7mZWJ+vmY+1pXj1HMqc4z05vMMD6dleDnka5UW6Ma8HMf5lhLHcxkcz3yMFdME1Z3jlhLzjnWFnsWfdOPymZ95WJZK83pwPBPzjNG9nOx/ek+4LOblcjlkmlylbUxQWVwG8zAvE8fx9VrIRe0v6EsgHj/Yz6Oo/cFGIBSWMDiqxaHWEpSXFMFi1EMre2gGrR3Xf/sz3ByYxRR5bmlIMDe3oLSgBidyJuAIBzFNNpX6fRf1Iz1+F/7yw7AWN6K5QkG+bhSdfUMINr+OwsIKFFiN5DB6EJY8GNG2INpphy6lkNNmglFvgM5shlGXpOcxiSA5lUmF0qi8svxKnMwZw0QohGRoHDPTI/hmyK/yrbgh2j6/pfI+r5+onkBgTQi4JmPouu1H+ze+51LHDR+6bhHd9D+XV5V33YcOIvWc5fM50aI4jl9CajrxZfKp1wt5KG2EjFF2FibIwOlcTn/ieUyUkcHnrH/7grhMWjvJ5jSmRenE+5jSnvDRdSdhsIhnYfqC80x5z8hcwKPWi2Q+le8F53tyvYB3YRzLZFqLHiofyem+EyCnIY6pkcjy9470UHkpXFhWNs7HyHgFOXW81PegfuE872Fkh9s9FcNEbxC9tzzoubkOYn6mmz6D/9UAABAASURBVG70cEjU/Zz83fO8XFb3jQVlUd7e214wZWT1MC/JU2VS+iJ+in9WVzd65+PnQtJr/lqVweckR5VLoVoWx61AT2WQHOLn8lQ56jnFqfmoTNK7+wZdU/zTPB4Vy6fXc+lqfs5HvKoefP4MLeAlPsaq9/acPNbhGWIeTqdwIUYq1iR7UZnEM6fTYnlcxsK8ahnMS5S5H2odSZ6a9ky4WGc1D92/J2U/w7+4/LGuAGbHo4h4E89rsiJdILBvEUglUoj4otBZdNDqZzE6MoLeHi90hhLUHDqO+nIbbNokJElCUm+FTmuECUEkUknwK3JzwPCXXhwpjQ4ajQFmHcgxDCMcjyFtLoReq4dOo9AU4BT89hEMp4oQG3wMZ5R4FA0UDZMCWZ6TpknEwBepJ+UF1PJ0eZWw6RQorj4MEMtBfXLlOZjEf4HAwUWA+iNIsgRJkSFpnk+KTobGoEDh99jWwC8Tj6yVn8jma4WuM7RSmTKVk0njPAtlcLwaR7IhAbIiLas/68p8zM/E5xzH58sRl8HpHGbSWU/Ol7nmcKFufL0ScT6Wx8Tny/FxWUyZNEWrUH3kJ3hl4heGzM8ymRbGL3fOvExQ768CyBJA3xAr8bJMpuXSNxXHZUrYF8dWVSKdBrgt5+RrUFimRWE5hWuk4kotiirmiM+Zip6Tt6h8nr+Kw6dlsZwSimNiOUwcx/oUkcy5a82T8jg+v0SDSDCOSCAOgxFzaaQTpxVRmMmvXs/LmJOjBYdcFqetRBkZLIf5mVgXvmbifBwWk95qyGUyESbMq6bPX3O6Skv0YJ6lpPKRDC6L5bB8Djl+KS9fc/xTHs2Te6jGc/lUJteFZTDxOefLEMcx2QoVhDwxFU+zVVYxysjldJaXybM05DSVqCzmZcpcL+Vd7tpWQIYkdRWJKBmkW9XYhVyBwC5HQKeXUFwiYbirF2PkaPUMj2LYEVK1liQJUacLEbMVCXK0Qn0PMDTeg8ehEljJUVO8oxjrvYvOwTFMyA0wuzoxPf4Qj0cDmImWoLakELkzNzAy1oOuwVH09TjgnkmjrK4GzYV22L1hOIPPPn/awmIosTC4vMHxfjwKlSFXq4PVVobColJU2xSkJeyJIxlPg1enxLPYz8h7ouZCSYHAliIgoaBcj9ZzuTh8KS/7dJlkMmVk8/lCysSvFmb4F/JQXM1hC0xWDSpbzGg7v036L9RhK86pXoeZsiz7CMlrPZuL3EItSmsN2b/PJH+19sP3CNTjSkTsiG9pk96jwhWNBFuRFkcv5eLF7xTi6veL9gy9+EEBSqr1KKnSkf45e0bvLcZ4wzhceKcA+eTYl1TrcPJl24blbKR+R1+0obBCD5Bjt0cfJaG2QGDTCBitJtQcr0NwaBSOcT9kgwF5VVZIhjhcXY/R2zUMh76cBrGMyJnuwJhjBGO20yjLrUJ+YhbeyUfoHZnCtPY4apUJ+F296HHrEDacwJnaBjSlHmHKMUg8Exh2aQFLG14+14YXL1dCS38p2QwDOY1GehAlyYrSEiuMtYdg0+lgdnRg3DmOsfxzqMitRIXVgPzySlQ1n8TZMgu0PHiL3X0kEvNOXSydNUXZvMiaMCFIICAQEAgIBAQCAgGBwJ5GgKaMU0T02dPV2FvKC213HQI6G/SVr+EHP/wAV1//CT547SrefetFNLzxb/Hvfviv8eMfvoqTtW04fvwSXvnBj/HKlR/gL79zApUNL+PSGz/AH//pn+KDt7+F89UFOP3tn+DVV/8QP/j2O3jj6kmU5lbj1A/+Hd65+g6+/fJFvPnuizj14mnkaYyQ6r+PV46W48QLh1HZehh1MEGjOYYPvn0MVdUNaDj9Il75gx/j1Svfx7/9znGU1b2CQw0VaCwzI6+gBpdeOASdTrPr4FyqkN4ow2LT0MC8sjRpw9fyhnOKjAIBgYBAQCAgEBAICAT2GQKSJEGWJVAAcQgEBAK7DAGhzooICKduRWhEgkBAICAQEAgIBAQCBxYB6cDWXFRcICAQ2IMICKdu8U0TVwKBpwik00gm04gn0qCTufh0CqlkEolYDNFwCOF5iieSIPY5nj30Px6iOvh8iKxZZ65/FH5fFPxTEGvOthJjOIhYPI44QYx0HKmYB95AAgnCfaUsWxafDCPonsbUxBRmQ0mk0kSkRzpFdU4l57ZJ3mzhVE+1nVC4WVEHK3+anq80knFQCKQSCSQTcSTpeeQ4xiJF7Yjj4skUYpEYEu4JjI7PYNYfRTzJHLucqCLpoAuzwSRia9KXG1EMoWAUsehchlQ8gdCME1Hqo57dYmCX13+d6kU9dkzZiWZDUPtousn0uCJN7YL76BTDMy8zFY+o/XUoFKY+O0Z9ThKczG2Gefl8nlUEAgGBgEBgzyIgnLo9e+uE4luOQMIHl9uNgREXgmMPMeCOkwE1BY/HjWl3HGGfF5N9PXCRUxQlI3NXGgbJBBk8SSTJwkmTN8EGTIp05fdFUuSI+icnYB8exCyZOOl5XnbWFvOCUufRTieQiIcw64kgMDpKdfcjoFpSaXD+WCIFdoKYknSepDLIAledNCp+XkgmSCFJ2IWiMUTZcYr5EPYMon8ihHAWd4PKlMYh14vDZSnugtvlwPCwA+7xR+ibtmNozI/Z8Ul4nRNwrN3zXVb8k8hd2VCeaLejJ3x/EuThR8NJ8PlTZZLkVIcwPBQmByYF/9goZuwDmArNYmw0Ah588QwMYGayByN0D3sGPQj2d2N0dgYj9IxOTNjhIYfwqbwdOKMHgJ+5RDwJ1eEi5zNFz1ySQqZ0xIvo+AO022PwUP2T9OwkeECJ2kuKeFL83NJzQmLmlaeEZAg+GmCJkFPHz1zU68PEvQfwRKLY6erOK7llgXtsEFOTw+S4j6G/fQAzQ8OYibkwTI68cyaAhVuau8dH4HTNwBeOwu/1Y3pkmPrycQxNuOHyxp7RkftApjT1m88kigiBgEBAILBLERBO3S69MUKtXYBAzIGR8TF8c2cQzju/wGc9dkxMPcLQpB3DThkJMpxG796Cl2btEvIue5RoBiOVCMPt9MJDxozHH4TXF4R/ZgpuXwgh7yw8Xi8mevsw0vEIUxEf3G4/vGQEe4NhMhQDKq/HH6ZZgzQZ2PP3IxFBPDiLaW8UM7duon/cTs5OGPGwD+5ZH+V3wOt3YcblgdPhhNc5BQfJdTvcCETjCwwtMkgRg3/aDV/IT+SDZ3ocLkc7Ho/4EYioZu98odkL2CBmWlZizIlANKJuo5wa+Bd80t2Jr+8OoefmfYz29cEe3+DLzMsWJiKXQ4Careq0hfxJkP+ygCVOMyxe3LjpRpBmUafv38dA59fo8o7i7j0v4uQITt74BgMdn+HucBc+v+NCoGcciQINZgdvoq/zMYZ8W9OmFii5ymkaERrA8NKzOEsDRTOuAKLOSbjcXniDfpr59mHWToMHA1/g5tgsxhxeeGZdcNMzOuuLwG8fAz+fIXLe5ubkqCgCKx1ywUVOnd8boGfaDfukA31ffg1nOLzvnTrnhJMGmGbhnh7GN7/4HL23r6PD/gjfdIxgcDKAhduajz+8jaGhfjiob/O4fRi69RWGB7/B7f4ZTMwmsXSVZYoGqlLkUK/YVxD84iMQ2CgC9OhS/5bG3MBn6kCHiXiKnuPUgcSAv+Oy3cfsMkt0o4+IyCcQ2EoETECyCuj/OYacdsyQca/RG2HKyYXJbIE1Nxd6nRbyUstgK1V6nuxUEGF3D/7+N73o//qfcfPBY3zy1V08+s3/F5/TzMYoxX3d8wiPpoMIzjgQGPoC/3zDgZHbP8Xtrl58df0mHv7uv+LLiQSC1OtkDKRUbBre6Xu42RmELxChLyYylH2DmOy9gV/eGIHrzn/FtXu/wH/99Tf46Je/QMc3/xn/j99P4tbf/RMeT0xg5onelA9BDN54gInxu3jQcQdffvYYPr8LcfrGY5fvCWsWT2S6Sc/b/EAiHq1BC61WA8l3Cw+mUxiNNeFMfhYUoTYica9LYRak7TsRsiLBZFFgK9ZCofONV5AAlnQwWUtx/GozSkpz4J8MblzcpnPG0fnF17jz5W9xs/sO/vZvbmD0d/9P/OxuF7oGH6Dn0Q387PejcHodSEbv4fq1Djy4/hU6u77CP308hPa//b/hs45xjIbI+KGqsTrpVBwJz0087nWg96uv8fjGp/hk3A3PLJBKMscBIEUPrc4Ms8YAfSKK7p9+CZTnIq+tAvqF1ff34uHXv8Xvbz7GQFAmjKfx8T9PorjKgop6y0JO9VyjlaHRyeD2CHEIBLKMQJym0QO+BD2rkVXJ7QwjQx5X5Lm8nlniIT41jyus8vO5Gs9p8/Qkjnj43D0Txux0SC1rKe/Ca5WXdMrEuSl/5pzDpdccl6Hl0lje7BSVu6Ts2ZkQDUZHVP0z+Z8JqWw3883XScWH6s58LJfDFYnyqvyUl3mZVF7Oz7QgnstwEz4ezkPxKt9qIednWo1nPi0YSCKxcElBFtoZmxdZECNECAT2NgKrOxESFK0RrS9fhOSYRICckyjokIh26yceAwKziNW3ofDMceSbzNCGjDCVtOJYYxxjLhvK8yrRVmWDFT74+rrgTjjg0tWgwJqP0vwSWEoP4WhjDqwaMm7m6ykbLTAUliMfWpiNJnJq9Yj7ZuEc7YM75YPTcBhVVhOKiwqQV1qK8sJ85BRWo6YsD0aDBk9x5q4nF6WlFpj8I4jQWHmy+SwqikqglWW6wo4csYCbZkcS8Jb/CN8+YoQhno+cgAPGeDe61Zu+I2oduEKlrLUAkhTwQ0YKisW8gziGMRYvQdpyBscrmtBidiKIJjS21CCXZr9lGrItPt2EqsI8aKYfYzDsRH/ECkkpQ0t9HlB4Goebislf0UE3XwtJVqApqYJNF8P0rIJwqhQXmkvpmQM0mnmmPR7Q+A4NHAE0rvRsTWJezE56oOSW4NS3T6NA6odcVYbJvhBcg57F/LnHcP617+Nbr1/EcVsU8qwdJa1J9ExEMTZFFvZibnW2mJcAJ2m2bknSbrkUeuxBBLgdu6fjsPcH0XnNjRv/4lyVbv7MhZs/c6p046fO5/Kq8ohPzfNTl8p/k2So8QvKehJHPDfn5d/6uWuunAV8z+Zz4ibJz8TfpPyZcw6XXnNchpZL47Jv/YrK/QUR6ZHhvcU6LygnE78opLJvMl9GX+ZnoutF8XS9KB9fU94MnjepXCaVh/MzEQ/HzdG8bpyH4lW+1ULOz7Qaz3xa99duTPQG4XU+2wdttHnLG80o8gkE9gsCaarInPHAZ3SxzEeSNDDm1aK+oR4lBbnQSNgdB31L8LtHvISBTp/qpNFCMuXCOt0JR8cYAvEkNIVWyDorLMZcVFi9cDqGMDDuhDdtgL44H5LbjWRESyPfGuhMWig6E8wGBQrVlT5zssnhkjU6kHToTRG4p13wRtOQcsyQPD4kYkbo9Ap05MBpdDrotBpoNHoY9BooNAOGJwdL1FBZJD+3EHKYn28hAAAQAElEQVQijOhQO4bGnIgmUwucvycZtuVES5jZyupQVVGJIquC3LJaNBxroHuuxVT7+KZ0kKjKDEGaZ1HSmxJ1ADMrkOIJaMY/wq37n+BWSIOQoQHlkQSSI7/Dl3c/wZ1kHtK6IhSq6MRotmoE9z79ED//yg9HyEwDBrKasjP/DCg1+pAMdqHbPoJZXRXo6aJnUY+cYhOQDmGKZsj77T7ETZXITcahjwSRokZjtOoBrQUmoxY66nioGUE96ETS6aGRjCgw0IhDZBztvaOY8AIJbmPYBwfXcZ6eqY02F3nFFaiuKUMZDSJp5QrUHn8BJ3NcgH8Yd/sm0f35bYySwxxTzLDaCpBvs8JsNECTV4/Wc1dRG5qAMjuBYGqxdHbmmHgZ5uIUcSUQ2BwC/F2dW6hF6xkLzr+ZtwbKJx6mtfBmeBbyZ+JWCon3rXl6k0LSqe4Q9U78/ZevobIX5qN05iWetem+MO9y5/m4QPKYzs+XrcqlODV8Xjlr5VtVDtVpYdlPeOfjuQwmij9yMQeJaAplNXocv5yzBJvl6rd6XPNJM3LyNEgklnRAm2hi8ibyiqwCgf2DABkOgPoPTw5tHkqLi3C0tRCWplaUkhFRUXsWjQ01qLABGr0BZS2HkMOG1ZNM23vCvgE7c88st1KM0OZW4WSVGQW2KpSXFqGBRvpLahtgkU2oPkT1IUOorK4e1acvob7hHM631KGutgZFeRYUkZNXVF0JQ9INR28nejseo7OjG4NjfkTkUrS0WpDb0oLSvDwUFVSjtPEUzjTXoqq6BoXFLWitLUVdfS2s5cdwrkKBrbkJeUk/2VpdJIdkdXejk6xPuYL4K0+gubwWzZWFMBcewpFaK8wGeXuB5NJ0xSgqq0FbQwHyLTrIUhkaD9ei8eRhVFTXo8ysYa4NU+ZecbhhIfs9IzVmssHV9yvSi1x7DfQGK9qOFyPPZqHnrgmVNa00OFGC5sNFsJjNqDxyCBV1x9FUVo1ThwtgPXQUtTZqn6XNKCkpR4kZO3joUN9Ugrq6Ytjy8lF/pAlFhw9RmzIhr6gWpdUNaKJn1Fj3Es4dPo+XT7XgRFstKsuKUVZgRAXx5hgMiLvGMdb3GI8fPUZ7Ry/6pnJRXF6E5pP1qKZ+qbQgH7WXX0CB0fhkRm8HK73posmnBdNyggobDqGmoQGl1B5MZgushy/jSHUjTrRWoKLMhHQ0hNnpWcSpTRU11CHflgc9CdLn5KHi9BXUVR3GsfpilObpnilDIedZo5XE8kuIYysQsNg0qGw2oeWMdVdSeb0RVnLobEXaXanfTuFWd9gErUFCcZUe9UfNm8amstEIc65Cg3rZa2XyZkSJvAKB/YCARJXgGRSahKKzBR9dEarKy3H2eAlyjxxDpVYLg6URZSUlqC4AdGQ4VR8/CZvBQDNX2JFDgkTlSnhGd0lLnU8xTl44jraLl3GovhKtlQUoJ+c0R5KR0/Iijh8+hctXzuPE5atoKDqOKy8cR+vRZpTl55AzW4xyMpgsqRD801OYnrJjasoBl5tcEpplOHY8F7bWs2htbkB9RR3KK4/j0sWjaDjUSAb0cZxoqCLHrxm2mvN4qVZB4dEjKNECcDlIDslyTGPKE4a+sRWlhc04VH8Ep6+8hJZjr+FSqw25JoWYt/ljKEdhYSkaSrhcLr8K9fUFKCotRX5RDVpbSzlh40TQkX0Jgn/jMg5ATp555p0HF/l0kKG35OHYO+/g/OkX8crZQ2ijgYNcui8n3n4bF09cwmvnW2gg4RCqqxpx+XQFbGfexVsvv473XzuNIw1FMEo7CZ6EoqZDaD31EjltJ/DCyWLknT6BSosFVmMVqhpP4uorF9D24g/xalsLrlw6jhPnTqCxphJV+QbUnjqJfJMJCHngmbHDPklkd2LGX0aOTT6qTx1HA2HwyvljuPQHr6PcatoXTt1qd6yUBoqKi4thJCaFnPrckydQpdejsPYIamrq0FyWg8KmGhTSA1fV2oqiwgIYiNdgtaLm+DHYtAZUHDqMkopymJa0DZ1ehs6ggJ07yiI+AoHsIaB+D/C/7IkUkvYmAmwP8GoAdfVOlqogZ0mOECMQWA0BkbZVCEgAO3QanQxJynYhOijaCrRcfgWXX30Dr7z6Es4ea0QpW1EbKEpX0oqW01dJDsl66QpeOVwKi0GzAUl7OAvdI/U+UbiHa7F1qhM4iiKpy3IlSYC0FOjcqiM4+sIbeOOtN/D6a1fxQlMOco3yUjZxDS1yCorRfKoVuTRipwhEBAK7AQH25VI0MZMkYot+N+gkdNgxBNihS8TTSGTx3V15x2ojChYICAQEAs8gICIEAgIBgYBAQCCwDxGgcSqJRhhkjQSJBhv2YQ1FldaBALcDrV6GVi8hW4dw6rKFpJAjEBAICASegwB33bwpz+Klhc/JdICSU8kUwoEkZqdjSCZpWHu1uos0gcAWIpCi9se/VbeFRQjRAoFFCCRjMcTjUcTTT7e6T8aSiIdDiAR88PnmyB+MIUHtc1HmnboI+hENhRCiGchNqxCPIOmexIQ7hWjWtvqPI+yZgb1/EPZICE5nCLEoTZVuWtmFAvi7KoLpnm4M9E/C7qX7mKIZOKoEv06QjEaR5N+xWJiFztkekNR/dJGlj3DqsgSkELOXEeAHci/rL3RfKwLcwa6Vd6v41E58q4TvcbmSJEGjlWAwyVuwnHiPg3MA1ecBEN44Z7ODIBuBTpIh2iDEsZ0IOB8/xkjPLXRO9eP3v+yCh5yPib5eOBx2BEJ2eOztuD2QQDCSwk59lyUTCUSCQQSJItE4or4QQsEwggk6j0QRDSegvhO9DHCpWASxWBxxcnjSqQSiwajqnKorUZNJpPwO+Ieu4+vxODyhGDlfcURjz3qLKdIhHg0jykTOXypFeRNJxAmveDxJ2CQQDUURT6SQnB7E1OggOgI6mJIh+EIJhFlHSkuTHqn4s/KXUf05USzDi8HRKNwTvRjpb8dn18cwcv8u3O5HuNs7hRFH9BkZ8Vga0TDpGM+eDUrd1jPliAiBgEBAICAQ2AIE1K47yyNzW6DmjomUZAm8HMVk0UCm8x1TRBS8KxBQn5cd0kSSJEiKtEOli2J3CIEtLZadlyQZ8AlyVHgmeGlhvpEhOMgpmPCNofdBB9r7PRjtH4HXH0RSiiIdcWB0Vg9JViBLO9E204iHgnAND2P43k30ujwYGZzCzPggxmeGcffRBFxjD9Az6obL/3Q2LE1OV3i0C0N2O0acATjHHZjpfogB9zS6OgYxbR/AhJ3q3DuK2YmH6J0ZR0/fFCbJGZuYGsfAVGwRVIHJYYx3Ed+0Ez13uzDt7EPHwAh6qVy3x0Ozcp2YcjnQR/JGOzoxPj6BYfKpjOFBjE6F4B4dwfRYNwbtkzQrmCAncJH41S+oU+KfO+F7+ZSRIhGmOmuQCs/CPzuBh91OTPU/RPvdR5jwBilVfsq+5GyxrCWJ67xcuZR1ChLsAoE9iwB1jpFQCt6ZGNw0mrKbyeNYrGPAHUeCRpqC3gQ8e0D/ncbW54wjRqOcYfrC2W5d+B6pX8Pc/zPt2QdmCxWnbzcevfS64nDao3BObIImN5iX8zGtpezJGJxMxOuyxxANJREJp+BzJRbrvlZ5JOe5dWZZTGvhXcizUp55/Z9b7kJZW3XOOjKRfDf1dWz8xqMpeLk9UNwTHed5nlwvTFt6vh7e+bxcXiSYhFh+uYXP+gEVzU4dE88SrQSBTp9GTn4Cox2jsM9GEJF00JtMMJuNMOrNMBm04A2lVsq/lfHJWAj+qWF03niAYXJWJkfscI4+xtB4Bz67aUfQdRPfPBjDqCMyr0Ya6WQYEze/Qc/kNCb8EcwMDKPvy68xEvej8+Z9DLZ/jccDvbg/EqCZOS8QvItbd/vR1dmJ4dEBdIyRRzYvjQNPfxcG791Az6wP/Z9+ir7RG/i6cwgdoy7Muidw+5MvMTI1gkeP+ym/C6EYO24hxKKDGB4LwDvZj5HOm7jzqBNjgTRowo7FronoKwp8/1KpZ9nTiSgSMMNoLURpgRbJ8DQ67s9AMetgLTBi6cG762p0EjhElg7h1GUJSCFm7yIg0VMwNRTC7d86ceMX0ztDv1xDucRz89fER2FGz+6bHvjdCfTf9ePOh9ugP5V9kyhTvhryNdM8dmr6gmuVZz5txXPmZ3oe3wrpXCbTivI5H8m//5GTRgKjGO0MLL7PlHaDifnWSszPtEb+gXtesFNHg5Z792HZYs15BNRNgxMPfu/BZ38/g4//dnpD9Anl++TvNpZ3PWWq5VBZnOezf5iBfSiCqeEI7pP+HJehhXyZuI2GG5W1er6NY73Rejwv35c/c6qO8SRheuuj2Q21g+eVsVL63U/dmBgIIxLkZVVb3OiF+AODAI0fQ2eSoTcrULTyyvXWFcBQdAFvlQ5gyheEPSitzLutKRJM1jTy6k2YLn8fF0rKcKzSAptNB0mnh760HOXHj0OhmcWULzCvWRzJlBud4zkot5XhRKOJHBw9nIlaHK5qwpkiLRIzTgTo27HoaB3Kci2QpzowGHXT7FoOtLpiNFYa5mVlAiP0piJUVBfhdFUAnmgK1tJaNNTmQJecxOOuFIKOMIoqK1Db2IC66ipU1JXDVFaNfI0WuY21QCwf6I+ivJp0lzNy1xKmwTajJD3LG/dOYzpYjMKKQ3jvtAny7DTK2mQMkYM7ToNLS3PESO8oTSjw4NXStI1er6sqGy1E5FsfAoJ7mxFIA/WHzXjjxyV498/Ldob+bA3lEs/b/7oU71KY0fPsG/nIo07x+NUcvP6TbdCfyn6HKFO+GvI10zx2avqCa5VnPm3Fc+Zneh7fCulcJtOK8ikfp7/6R8UoazCg5awVi3i5bCbiWxS/2jXzM63GsyDtxFUb6HsLsgJxrIAAj1jainQ49lI+rvygFFf/sGxD9BLle+mHG8t7lfMxkYznlf/SD0vBxHwv/kEJSmqNKK4x4uhLeYv0fonksU7Mt1lSZZG89cpR8y1XJ6rD1T/cONZXl5O50TiuFxPlP/9eMSz5OuRSezh+NX8Rnuo9Ip41lT0vb0288zKPv1yA8gYTjBZ5hZYqogUCW4uApNXBdPwyLjSUocai2drC1iw9hfH2AXzyf/w9zY79Gh+2T2LcPbc0Mh6cxUzn17jxy1tIFRdBV0xOkypXC0UuwPH6GfT33cOvPh+kWT0vqgpG8NFXv8ZHDgsMFVXIibjR/enXuN0/i3jZWdSmErCF3UjS3Bf0GlXS038+eJxduHPjJn49UYVKow7UTVByAWzmapxtDmE2HYM3rUcKWiiU8vQTx9CXXYgZAsi5mI/hezM0k5h+mvycM0mSoOGfkFqmazCWNaOxuQ71ZVbisUAuP4XDF76Ls6kJFHr7EV1SjFYrQWeQoazm4D9Hn6XJ8tIIcS0QOHAI0IOmNUgw2xRYbJq9RDDyiJ9GgoFCS66yp3TfCaz1JupACS+9afux4nukPlsSBxXEFAAAEABJREFU/WeiQHyWIEBfmLysSE/t2ZSjgTl3E7TZ/Ossm/XlL3uFvqi5fW1K93WWvR/LYjz1RhlGiwI+38468rPK91JSpCUNVFwKBDaOAC/di5Nlz68ALLe0t+zCC2g7+RqO59fj4qV86KyFaDl3HLXVpTDry5BTdhKX2wDyYTauxKZySiioa8WlH/0F/vS7b+NKaxGqzx1FVX0dag0W5FQeRfOZd/DqIRnpqQf46uNP8enHX+KLLweQOPEKTp45i0uHa3Hk5GE0vvg2Xm47jdfeOI6mo5dx8uQLeOvNl3H0jb/ED8+ex/feu4QrL1/EkbpC5AV7cZNkfUb06cd30DnoB6yVaD5+Cq995yoaGq7iZGMpGkq1sBZV48x738GLZ8/gQlspStvaUNrQgtM2AySpFefOleHwS+fRduoKTre04VBDDmR5Hc85sdLXFChYgKRC58U4RbJr66zQaWSYbDa0vvw6KvOovNPHUVFfCfpqIL6nH5n6F4XsEVl+GrfZsyyK2qwqIr9AYOcQ4F3W0smdK3/jJafBu2Al4hRuXMiByMmdsCTxf6ouOfL0/wB9RFUFAnsLAX5UM0aPJM0/t3urCkJbgcCzCPB3D3t3z6bAUl6O/OIaFBlsKC83kLOhQU5xAaxWM7QaM3TmElQWABplmczbEiXBlF+E2pNncbylBXXFFtjKimAtbkRdeRuunGtEWW0LakryUVJoQ35hAQoK84lykVvWiOryCtSV5aGY8uRUNKKhpApN5LTZCspQVFxJs1z1KK0/gdaSInLUKlFRXYHC/HzkWcywqbIKVFnlreQUnriAIySvqaUCObmVKMolHrMErdGCgtpmVJeWorzABHN+AQ0O5qNEr4Ek5aO0zIxicrAKqexiax6KCwwUj00e3D+ZUFxshMWiqLI0ej3yKytg1GiRW1IKMzl5spry9B93a0yQnsZt9mxpGZuVJ/ILBPYmAtTR7lW3iL8f2LED1WFvgr99WvOomNqJCrC2D/T1lESNmT7rybGreNXBIX4Nay8/i7sFUcKQ24I62MYnu0UvoYdAYIMIsO3O30EarQxJ3qCQ3ZhNV4T8kgacazFDodkn6PJQUtuEQydP4MTJIzh2rBqFOg20G9FdMcKQV4kWknWc6MTJJhy5cAKNbYdQSvIYUwr27Id/siWb79nvp2a1Z2+qUHznEeAOVl5uCn7esGAN1d2qyLigD82OcQywMC6ViIN/OyUcjSNF+eY4tvq/BNZby2u8s9G7JeNIJFOgDzZ6pCizigsLYLCSMZKZBp9y1G6mNPWwqWQSSaIU3URVZ/rHTjNd7mbV94VuBDXSKwKdBt8TEBM/Xkz0BCK94J7N3bcUiGX78SCFeKMXJlJp+8vfJSWm6f5xH7BYnTTdkxQSCQJpccKKV8zJDh09ipT3WbZUPIJoNIqo+rtUlE43nfOozHROMeKzxQgI8etEgL6jZQWQmJazN7BHD0mGoigw6JDNSSesdMgaDTQ63ZJ35Vbi3t3xvAxXbJSyu++R0G4PIpBKpsHG2CLVadg9SQ4KGxU8sZPgH6yMx5FKsNFP5iQZL/FgHGly5qKxFHwzk5joe4T7vQ74oymQyEXi9sSFzw6Xyw9XaOPaBlwBREPROQGJCFKzo3B4k4gk5qJ27X8aLotHwgh4PPB6vQgGY2Q00n3kNkD3PDL3Pvim1KfvdFCzosazKTH7NrNEho7MI73P1DBNDl0KoVCcnr84+LlkxylF/+KREMI+L/xeD903D923MOh2PSNhOyIkKb0tRs121GWjZcSjMQSoD1mcP4JIxA/HdILu4+KUla4kelhkDch4A7hdYMkRdHRjoL8Hg5NuRGJpIBJHgpw5dva4T6bueUkOcSkQ2FkEqHkiSd+DyXgabHPsrDbbWroobCUEqJ+TJPq3Uvo64+V18gt2gcC+RIANSUWz5MEKj2FsYgJ3BuOIRe249o+/x2DXx3g4NIKO8Qj85Kx88lcfY2z4Y3x0pw+f35iAa3KcRqwm8Lv/z99iYGwaYV6KtYWIpcnbTNLod8iXWGIsUUoqQUZwCKFADHFyOlPknMTDdB4KIZ6IIRwMIxKOg6LJyWCjKITI0Je4NzCGdkcKCfbCKJqd2TR5qMlohJy1kGpAx279Ap91TWPUT+Vm6sffWPEQ3OEAwgn+5qI0zyT8PR/hzmQY7nk/L8O+68JgP8bGBnF3iOBIxZGevYZ7vS7c/fw+eu9cx0gW7iXBCUn0uiveenVGlNqaOnLJ7ekJZww+nwP/8N86MTv8e3z+5X1cfzQK9+wEvrnRi1g8Ae/9OxgdG4WdngnG+UnW7Tqh7kPW0Ii1VoKs4JkjGYsiGqRnLBxFgj0OamPRQBjRWIKeRyJ6vuKUK03PTjIWp1n/CDlCYQTomaUHj3yWFOUjBp5Np8EHPz27aT4n3gg5u7Eo5fE4MfnbX+H+jBfuxMIGy4jEEaFnPhpNIEkjCynuA/whKjsNhjpJzlg8FKFyY4jTcxyOp5CMR+k8jijdk3QqRs9+iLBOUVwScdIhFqFnnbBPRx/izs0u9HTTgBb1L25ytElTJEJ+RFivpBd+/zi6u7xIkixO2yxNj9hJhyk4Jzrwyd/9Cx599Qm6g1347GY3unumkab7sdkyRH6BQDYRkKhNKjRQwZsp8QqbbMoWsvYmAgrZnRodNYwsqb/3zYssASHEHGwEyMYhp4gNnwU4pKJkkEThj6TABo1nxoNIyE1GVgRBnolLROF2uBENuzFLxpHHR0aUZERRcTGOl9gRJiOJJnsWCNyaU4meYq1eBn9hPCkhGUbEM4wPPxvBwOPf435HN7653o7eL3+BW+Nh9H/xMToG2nHjYQfuX7+Bqam7+O3XYxgZHYTLP4WBviE8vvEYzpgTdz+5i96vPsaDng7cm/TBYfch7ZnCDFWOJi/xBLU0maShQTzqd2BqvBsj/R348u4YXDND8JKDuMjGfKLoLjpJhTE73ocHN27gy4d0/+Kz8Ax9g/apEEbTlSjZ0AsBK9RPWiH+gEczLNKys3Upmn2LY3omRIMNHkjeIYyNj+LOqBc+fww6owl6mlKXFBkwGHZsIwH1GeRKPHMf4xi6fx9d92+ga6gbv//iIWZnRjA5dQ83H3bj8d0O+Ifv4fZUAhP3vsZw54f4/PFd/O76fQx++VN8MjKGm9fuYKz7JnqHenG3fRDOrg9xq/cGfv3ZfTy+8xUGhtpxdyKG0PQU/OTo0VjPEy3S0SCi7R/i/nAv+px+jA4Oo//RdQzPjOHGVw8xcOtT6g86qD/oxMNf/RzDQ7/C50MBTA3dxeBQJ77smkLf3WsYnSXMbz3Gw09/hgf3Psb1gVHc+/IhPGEnXO4AzXI7MD09iseDLiA2A4djAu1f3yYnqwfTyRjCId6N6kmP8US/jZzEaOo8TTOjPFsbcvoQc0+j56vrcNNzmi6wgVrCRsSqeVLUWSWJUllyQFWh4p9AgBDgARQJEvgDcew9BMjMS9JMK9/HbCjP3xnSZjqrJUpkUdQSyeJSILDLEFhVHbWPpX+rMj0nkZ5MWTHBZM5HdaFEM3YAD8hjCw+Jvhl4xO8Zp45mARIRN7omE4hJZJw5ZtDXOQn39DQS+hhGu+0IhhNIBX3wDXRiaKgLw0k90hoNFDkOn8uJyaFJBJMB4u1H971BzMyGIRv0MNBMhKIoUAw6KGRESwvrp6QQ9EURGBmC02GHA3ro+aXwRUwLM+yuc1lL9bPkwpZjhp5G0Lw+N9zeABI006lVsqQr27RMWRK3r8TQNxx9IPMSTD5ZoXKWXBsMiCHgGMVEXIFE902r1UGr00Oj1UDede0tRbP4s3C7Q4jFIvB03cMoOXG9k8PoGLbD7ppFPOXB6MAg+gZmEXX0YtYziwlXCHFHH0bjBrin6PkdeoDh4W5022fgnnUi6B3GgCMIr9+lDi5NuWV6JjWEgwJpEQhp6inC8Ax3YniiD+0DQ+h4MADX7AxmfS6M9I1ReeT40Sy7u/8hXK529Lqi1A+MYsbVj/aRUTy83QfnDPF7g3DRtZvOvWTZ+CeGEKKhnbSGnGl6SNLU9wQ9XoBmvntp1n+4sx+OqRlQzAp3c4PRyQjC5NArJupvD9fCmnbAO+unQTgJiTTVf4Ni1WwSNyAJknoh/gkEsoMAPS6IhdP0XMUx1hNC1y3/rqLu23P6jPeHVB3d07Ft1697l2Gy8B4NPA4iRgP6jtEo+h8EN43NWG8YXmcc/DMX2WlhgJwtQUKOQGAvI8Df4UyL6iArSEZCCE6NYto5jYDBCllvBkJ++B1jmHG7EbTkQ0N8CmdMhhH22TFMBk+nqwBarZYcIE7YIZJAThoZc0bSW9IANItoyKtCY6UGGp0VOsUAq14HI1U8TDONSq4OCuksSVpoKK+UCpDR54SbRsQ9IQVKSoMcnQQNzwqadEjHqTNKJJFMY+6QFcBShDwj5Y9GkEzEoVh0kGXtXPoe+G8uqkbjqcu4eroaNp2CuLkWRYY4bNERDM/STOQm60Cwgr/YNylm/2YncOgDXu67GlByfj1KC4tQrfPBnaJ2vksQ4Rl/1n9ZddIapCVyfBQtrOkAZmjWzO4NkxMSRdJohlJQBPPIFxjTVMOiM6PMbIUtrwQ2mxXW3CoU0POpodnkaNCNUDyGsKYKFVYF1sJi5BYXIddEs5UpBQaTTEZCDPFkCgSNqoqk0UJTXAuj3wGPawJ2tx9edxzhQAw55YVIUt+gIUfITAM2slYGCYEU8sLn8dHgjx/xeID4EwiQvqbCQphMxbAaS1BSUoQCSwxpnQGylERa0UPRW2GTY0i5+zEy5UUgEEGcZr3CNDCSCvuRWhEgVdW1/0slkSCH3lpYgqbTTbBIYeTUt0Dr9SMxPQMqbu2ylnDKigRFA0iLHGOIQyCwaQSS9FyG/ElMj0cx0hNeG3WHMMK0lJ/jmJbGb/S6e04f1s3vScDvTmDNOmbKJH2Gu0jOvKz15ad6krP7JA/JWrbembJWCYc5L8tiPZhW4X1S3lKeJzJILzq3D0Woz0nDQ47YBJ2vmE8tN/Rc7GYmojQIniRbKWNEbbp5gXrvzQsREgQCex0BXmaTfOKdzNeGHJ+kZwbOex/hzqMHcFa3wljcCI1zHPa7n+BBfz88LafIuMlFjl4Lo+yGe/w2Pv7oI/wmeBQ6vQUWMgzmpW17kE4mEJzoRN/tHkQVHfIaK6Elp1SR8nG4PkGj8Z24a/fDlVOPlrpCeG/fQffgLEIRHQrJWLToptHR2YHRsAVlVQmEQiO4frcXDwacSNi0CI6Mwzk9C3cwjHCYKYJIXIKWZkpya4uh0SQwda8dnZMRKEiD7CTs6oMcX41GA71mXkvZgPr6Nly43IjSSiMGuv3zCRsMJMrHRIH4LI8A2/vJRFodDeXzp1wSZEmB2ayFTDNCWo2CnIoa1B45izN5WmjJ+JZ1OmpzGijYzmNxWSmamk/x0pzU4nj1KuKCc/wxzbKNYjl7oVUAABAASURBVDz/GCzhHBQaAKMSQzJlApI5KPHcRLKuGilbMXRaHYw6DTlJZhioUjqaJbfW1iKviByqSBI66KExG2AyauiZ05ETogWxQGeLY2bADqfTA7/6XNKzGQwhSrNlkeJcQFeJChqMaq6X4Ve0SGjK0FASR8Q3hAc9YxgP6IGSJuTMDmN8eAJOjwlleZU41iwjqJER15igoYEivV5PuMvQ6o10b3KgiU7A652BOySR7jQgRg6gwWaBZJLIwVKQoHjFN4Ek3dh1mTArMGusVI/6ZtRVlyJXa4JiOoGWoy/iSlUAJToHvJsYg+F3O0lN6rXSEIdAIFsISBJgylFQUKFD89lcnH2ncE105u0iMD3Dv1J8Ru7bJD9DmbiVQuI7/WYBzlJYe8SK3AIdCul775kyV8rP8ZT3zFtc5pycdeVV8xfh9Jucn4iuuc5M65dD+VU9GLdCwq5wTTgvKudJXVjGHB25kg+9SUFFsxnHXspbWeZbxM/lUx0WyVxy3XQ6F0WVBhjMcraaGLInKWsqCUECge1HQFYkKBrqcbHg0BTi0IUX8eP/4U/xzus/wb99qwrVZW04+8Z7+OFf/im+9cb38O/fLEZ+7at461IrPvjBe3jtz/53/C9/8W/xv/zoOKoLTTv6gEmKlkauz+EE6f7elRN4+1ItDl+5jGJZQfGL38PrL38Pf/L+S3j9rYsoa3gP/+7P3sQbf/K/4kevXcD33jiOC3/w5/iDqz/A/+V/fR9X/+BP8Nbr38aPXjmJKxcOQdf0AX749ik0pnrR+/uf4qf//FP8/Jcf4/MuHQ6fbkXN0Zdx9MI7+NO/+AFe/PH/Fd89ZkOZBbv7sLairr4JF5pJTVkHFL+G80eK0NDYgrqWM3j7nI0SNvEh+5ANRUkmGRKR+DyDAOOTosEVduwWJ+phs5XhL/7sBAqb3sTR5kq0lFtRUFSHqy8dgTqQcO4CGmrqULk447ZeydyP0Gy2eo+XlmwuRXnjC3j16tv4o++8gDM//Au8/tKP8efffRfvXKqBEk/CnbyIY/UG5B99F2eOn8U755tQdfXHeKNExqkrL6K67W2cP/smvv/dV3DihQuorXoX37vcgCNHzqCi9hgunSpA3qUf4d2L+VAGb+PGr36KX//q1/j42mOMlL+KFy7+Ib7/4gm8Rs/42Xd+gnfPn8dLRwpRe+X7uPLKd/H+qSY0ludCLn0XH7x/Be/+yf8Z33v3W/j+xQacfP9P8e4LV/Dy0TKcee9NHL34Eo7m5ePIq++g1HAIl199DRcvnsHpQw249MoFaI/+MT54/RX84C9+grdefhcvNx3Faz++qDqq0lJslrum5yWVApi4XSxlqaf7XUP320oJ2lwbil9/G4dMZlQefQVlzSdQQI8wJW3oI0kSJIkI0obyL5tJRAoE5hGQZBmKRqZ+a42kIz4mLYULieOYFsZt5lyvqDopJEMme4jUhJbO10Usg2mjenHeTJksgylzvZ4wI4fzM60nb4Z3iQwNYULdArQGug+ryeS0TN6MrGVCtjlZHrJ4sHmRRXFClEBg7yFAtgONyEKlxdrL0NDov9Fsgp5Go030kCqKBloaoTaaTDQqboBZL0NW9NDTiLrBaKBRHCvMlGY2aqHQ7AF26lBMMOY14rsvlqOiJIf00xIp4PrwQy/rSFcio0EHvV6n1sFk0pP+Fhjp2qDXQmcwwaAzwmIxQGdkDAwwcjzVVdLMnRfUHMHh81dx9ZWreOnKRZypsyLfqoOi1UGr08NkMlJeKwzUoe0kHGu6DTRTpygaUPWIXQJkPbT0xatoNFA0WuipDpQgPluIABsRGp0Mg0nB4i87CbKsUHvSQtbooaGZOg05UBynoxvGvLJWB0VRdnSmjvXAsoeWRuaP4fCxVhTQc8HPndZogp6eLxNNr+l1OpjzS3HkvXfRnGOCmZ4vrVZL6RooxKOXQc8T1Y/qrtXqYaA8Wh1dK3RO9ddQ+1QULXTURmWdiZ7bEtQcJgfrxau4/OJlXDh/FFW5BlgMRkrTQq/XgWfYuFwdt3HqC3R6A4oamtD66ltokA3Iob7BYLLAQPEGnQZa6g9Ufq1C53podSRDlqHR6yFLGugo1Om09MwodK4DNFQWlWOkPkBPMvQaLfRGHVbGCIsPCXTP52i5PNzH8P2WOBfpIVP5GmJUtHrIVFZW+htVOBcgSCCwfQgsLYma9fLPDbVPTlvK/+Sa0pGhJ5ErnBCfKotCjUaChvoSifrYFbiXj6a8LINJLXd5rpVj5/Nn8rIcppUzrJCyQA7nZ1qBc+Xo5WRQHOumyuPzlXJTmsqzUvp8fCqRVpdeppLzEVkI5CzIECIEAnsaAXr++DlVaU9XZKHyshaKPgcN5QbV8VyYlM1znTkPeUXlKC8vR1lpCYqsZNSt94sgmwoJWXsbAfomlOlbSSajAnS+tyuzUHsZuSV5sBXkQLswOnMu0XNjzEFxTSksGiULjqke5rxCFJaWo7S0FMVF+TBrJXK+sOqhs+bAVlUDG5AFHUhINj5SNoQIGQIBgcBaEZAkSR1QoQDi2DoEJBp5UmnjfdwzysnPxIgIgcABRICX9zDttaqnaX6R3//g5Wo847hQf0mSodUAomPG7jr4RjHtLq12hTbp1NzIZSycBLfrXaFUlpSQFRkrjnzTsyopGtDgOLL4/b5uzSXyqBWa5VLWnXMLM4hnZQvBFaJ3EwKJkAdetxOzvjASKdYshWQ8hlg0ilgsgUSSHoZ0EjG/U92VORCJI5lKUTzxplOg7pMtArXvpGiOJIoiHkvRjBDm4pOqYIrfjk8SyWQMwWCKyt5geakEUvEIwgnWf60yCKdkAOFoEnHKt9Zc281H3T5k6mwlOXslZ1FU9pQSknYBAgdIBXr8Qf0hEZ/tvYpzR86bvOxFp3Tvob15jcV9WhlDxiYRT4GduidbN67MLlIEAgIBgcCeQuCJrbGMuRGYGYF9tA8jk3ZMTUzBn/BgZtoN96wPoUgE0UgMYecophzjmJwhB9DngT/gwaQzjLR/HA5vFMGQD4GAF07eKYgLi4xhzOGFO5BAnGQE3G7wHkLLFL8AxzS4LyYPcUFc5pTSUklyJOecTB58S5MHmSJnUc1DbGlKT1FcOk06R90YG4sgkZjLx/FssxAbeWlJcvpSallp0jWl5iPN0jH4vH6EwjHVoYuTs+uOALzJEpeTIgFcVprLYKePr1WB8//I8UV4DNPuMHxhLjcFzkeSgVQAfn8QoVBcLXc+x9oDEkKqYnls1i6GOVlOihx1Dvk6GyScumygKGTsaQR4ZFymGS2Zl3ztsZpINK6v0BS+Ti+Dgh3RXhS6PgTUUTlpfXkOCresSNAbFVjydSvPah0UMEQ95xAQz8ocDuL/nkeAHZFELA0mNuaXVsg16UQ4MIWIvx9f/N3f46H3Mb66O46xkQDYkYm6pzH8m7/CnVAOFFMOclPDGB+6g998PYxk51/j5/ft6B16hM6Ou/j4vpO8oCjSg7/DL289xoMJH7xTkxi4dxMuKni117iSlJhMkN+SIsYln3QyjkSYZPln4fYlEYnGEYuEEAqEEY0nkSbHLBr2IxSMIBLzIBAcR1enF3GVL4BwMEx5kkiSM5aMBMgpjSJG+ZI0GxcN+skpjSEZs+PG9fvo77cjEooiGvQhSM5PMhZFJBBEOExhPI5oKIRI0IMgzVjGKf2JqmlS3t+BYXsALm8SiUgYQX8QEapYKtaO+3c60dUzCxo/fJJlTSfs0NFNTNDMJ/mTa8qyGlOM5ERDKWoPywC9WsZV0uRV0kSSQEAgIBAQCAgEsoWAkCMQWD8CZEitP5PIIRDYfQjw+AQPHssKIPEFlhyyHnpTOepqqvHqmTi6R9NwdF3HnS++xPVHHZjQ+vE4eRYvVBShvtgCk1GnvvuaIB/GOQU4JzrgHOjDxPgYJkLkHCZl9A4XojowCG3ajuklxa10qZB+igZQByCx8EhjemQSN3/9W0wO/RS/ejCMLz77HO0PvsTDvk588vNPMNv9N/jlnUF88+kneHjrK9xyU/4UzQ0O/xSf3u3Btc+uof3rf8Rve+7hp/9wC+PDnZj2T8E+48DI/bt49LO/x1euAFzRFM3ikdPonMBUxz10kRP5zU9/gY6uz/H723fw67//FR78/P+OX4+M4JPffIPBITvCVNTSTzIwDbf9Hh52f4H/8tM+eP0h8Osq5HsuZX3+Nd0zSZKg4UF05fnsz+PgwXidQYYky89jXXN69iStuUjBKBDYZQjQgzrRH8H1X8/i2s+c66IviT9D6827iP+nVC4TyVsUz9ccz8TnS6j9ug++2QR67gTwzQb0X1rWRuqyXJ7l4paWxddr5WNepvXyc56FdPPDWcyMxzDUEVrXfV4og883okf3bT+NYtLoJ42CZmPpxi57irKiTopGW4PeBPrvenH/ExfufuTcM/Tg01m4JqNwT0UxcN/3fL1/t3fqtv33wYnH12bhdcYxS3j23PI8H88stpU+an+uyQjikeyNoGflARFC9jYCZGuwwyQrEhny0jJ1kSleC0UmZy2lwGQGrNXHcej0WRxvqUAuZUmkddBrFWg1MmRJgkRSkikZDq8Fh/QOjMX08EQ0OCwNYTzchXvDCciBCcw6PRhyEvOaPhJINCBhyZFGIh5FyOehGbIQpU1ieNiJkQEvEjQTZ7TlIDQyAY3FjMIak6o/+WL0vZeGl5xBGPTIrzbDqnPB1d+NkaLDsJbUIt8QRsAxgoHecYSiPszGdJA0RmLXwWLUwmJKI5wcR487B3pTI8rJmTWGnTTLp0FueTVydOzORZHAs0fEOQr7aD96nVF4fF6kFA20ejN0Wj008rP8q8aoA0xp1SnMxpLJVCoNdcZPWrXUdSWut0rrEi6YBQJ7AQH14ZQlaPTKukmhPDLvVqdbf96F5SlaGQuvF54rJJtpYVzmXNHJ4NE0eYP6Z+RkQpm+LBQqL3O9lpD5Od9CXoXlEC2My8Y5l8PlrVXWIj0MCmTCWaIvVJl680UyWNd11ntRfmoHz7vmMtNp+laQII5VEOD2bLLKyM1X1kzWXAU5ecqa+Vm21aYgh4jP103LlMXl6/QStPRMmqzKc3Vh/nWXuwwm1lz5mXpYN4DHarqwrixzNZ5spHE5ufPY8v3RaiXwaLYl5/l4ZqP8jAwztT++j5DEw7rKo7o7kvaaFtSkJPq+BoXPqB51YGr4Lm4+6sY9fw1aChQYkl74PeSYOFyYpVmvBtsY7nd04cHthxiesMOdjpMzE8F4ugyHKzTIzatGnqkY1alp9Pf1IFzdjIpjTdDGk/ANDCLg7MKd69fwsGsU3kDkGRVWj5DIkYwjmfJjdDgNo96AXGMa6VQUQZoV1OUVwWzLIyfSB48zglBMA4s2hYTbjgg5eqlQED5XCIGYFjk5OmgDDhoEs8PlHIfD44EjkEAs4UMoQmkxLwIBH3yxNAwGEyTJglw9OX80q+eJkQ5aG3Rd7eeIAAAQAElEQVSwICc3jxw/QKOkQN+umDsIXK0OQbcbLsbI5UY4EUE46EMUeqTjHsTCHoRJ9hz/Gv+TWEBCNrsFSQZhiqwdJC5rsoQggcCeRCBFhratSIf641Y0ncpZNzWesqJxA/ma1pXHuqxe5Q0mGMwKSmqNG9Z/oR6NJ63rrkvjyRxwvkVy1ogJ48a0MO9q51wOl7caz7Np1ifY1R2zwJqnQWGF/kkc869Hhwz/evOU1BnpS0cCd+KQ9uSjsuVKS4SL0aKgus2E1nNWHL6Y81w6dCEHbeeJl8K18Gd4Dl2wgvNmrtcacp4MLczTRvrmFmphI6ppNa2qt5qf6sbhQhkbOWcZTJm8fH6I8OAwE7fpkLDNukyq/zN6cTlEHN98yqI+q4xp7RHzqngyfzapltqfrUgLjZYa5Ja3elHAQUGATA0k42ma7UqBVyUsrbc51wQtOSfBcBKRwuNoyilCpS2BVIKcE08ESSkHrU1WBINBeMhRCcT10BNPQ5URlro2lNe34Fh9I9oa6lFQUgFDPBct546h8fxlNJQVocqShsVmRNA5Q7NWIfVdtqU6PO9ao9fAnGOi7zIjUjEr6uorUN9cgdyCfOQR5TafRDEPniYs0BnKUV+Wh/ISGeamIyigGTYlboRsbUFz8xEcMbiRDnnIiVNgyCtFeXMDCiurUW6woKrQpA7oRBUK86pQZarEyWYL9Log0kYTbGp9G5FPX6j5xSXQpiPwTQ1jdHQYY+MTsEdLYNIB5twC2Erq0VxZgsYKGz3ThcjLpTqYkuScPnUDn1fvJ+kSoGgkULFPojZ6IpNzr9Ags6RsVMKz+eRno0SMQOBgISBLEj3oktqB8CYN6yWjRQODSVE3eFhv3gy/gWToV5DBTpvBrFlWvpbXdsuku1GG3kBk3JweG6kL68f5MnXhkPXleD7PJnE565HLvKyLqgPN1OkMGsjUibKxpsbN48V8K+G/kG8z51qdDEmGOFZBQKK2rKEvTJ1OgWH+3jwPc372zDkaqPdwjXlYpomeOaNFAZ+vh7g8LovDxflkcNuS6B5rdNKqcjmv0Ux1XOGZXyx3dR1NVg0W1oNlmwgPlq9fBx6r8XJ9WSbLXo1vs2lcDhPL0dHzyljKMqhvllbFk/mzSVqaec+W4QZxCAQWIBCLpGmWKEWO2rMORenxN3H5vb/ED999H99+sRE52la88N4HeP8P/xBvXbmA082VyD32Pbz/2hW8/NZVHDl2Fafqz+GDS8146aUjsJaeR3NdGVqPN6L83Pu4+sLbuFSsh01XjrYjbXjxvTdw8p1/hx++/z28er4VRXnmBZotPE2DHVDy3BZG0rkEk6UINa1ncY70k6NJFDWcxsmLr+HS4WYcqcuHUnAeF184jZffvopTJy7icHkjLn9wDsXlL+DiuTN45e2XcPrcSzhUdgSvfPsVnHzhMlpbXsSFkxfw1jtXcf7dP8bLtQUk/zKOH2tFRU0tLPWncLFQj9YXX8fps+/jlTMnceXlI2h6/T00UQfRdPwUcuUwZrrv4sF9okcd6PE24fipZlx86wpOvPgBXj/zGv74u2dRbG3AkTPncehYA3LIbqJK7dhHkgDu4yQKkaVDzpKcAy5GVF8gIBAQCKwNAXW577Pf52vLLLh2LQJ8S3kUPs4v+Cf4atequicU46XK/PtaMcJzQ5sa7IlaCiUPEgJsvBstMow0EKOhAdndWnd+3pjU76olSppzc1DR2AqL9Rzef7kVtRXWJRw7c5lbcwrHr3yAd8kJfuftd3ClNQ82GjTbGW12rlTh1O0c9qLkg4iAqPOBR4BH5g48CPsQAB5spUFjyIoMmWYc92EVt7VKkiRBq5Vplk6GrGxr0aIwgcDWISAB1LSxmw9+3pik5TwERQPFZEFOjgVGLZ3vkspIpKxMSiuKAibugwnq3Qzzlugmb4lUIVQgIBDYHgTSvEwira7Rp9PtKVOUsnkE1vBts/lChITtRkBSJJDNA7IvII7NIyDRczI350knmxe3ZgnJRErtU5d772nNQgSjQGAJAvwdnYimwbP5u7ttSeBnD9KSCvAlJUiyAo1GgRi7YkB2F8m7Sx2hjUBgZxDgzpZpUekUkc5sOUsJqXgK6VSSKA11G1qyNpLxJEBxyWQa0ZAPvlk7plx+xBJpUHbKtT0fiXtfaR1lJQMIR+OIBKNIhEOIriNriiofCUTA2KjZEhGkogEwFOr1Xv1HNyyViCMWiSBCFIslwfeV68l1TtCt3qtV2/t60/NE7Y5uCeg20SM39yymkklEwqm5uJAbbocDDqcXQTLK1TqnogjMOuF2+xDgzCSDsszxJykfPbf8MKfDdM9JMG9gHw954JmZgn3Gh0gCKq8qaw3/yN5RDZ31PIprEPs8ln2dvjNYzpU6939fwysqtwMIiHa1A6AfkCKFU3dAbrSo5uoIkD0HNt4XcSWDCIZCmA2kyIiMYHpkCkHPJNz+ALyhJI22BTE1MIlQYBKT5MiNj04STzfGpqcwOjCKQDiKLfcDyIqUJAmKVmK3DkuPNDkpSXJM+f2UNBu05Jnwbp8Ij2F6NgjnhBuBaQfclDGNFFKcPs/Pxm6KHVaydMl/JQ76EFDJeByeWR85PFQ7kpnyTyHqGoaXPENKJqY9+kn4EPC54XAGEQoFEA3Y4fRE4Z6ehd/lhI8M/KzUjMFkyoqwfSaEGhA1KWpbafDfk9qlEvS8BTDoiCOaCGOWHDf3jBN+7wx6emdpQCGF6OQIJsdGMDAyjomRMczGg5gcHodjYhIujx9BGrxIhKdhd6eJPw7v1Cxmp72IhPzwDzzGiD+OMDXp4Mwk7MM9GJ50YKR3ArFYdm58mirGz1eSnUm+/1TX5Pzzxs8kO6gcDYpXefnZIw80QfwEiLpTGyWRl5lCOhOfpnOSmyQnNkV8qVgUYbsdbhqwianMGQTpIU664ZzxIxCIqbKIXU1M0/POZbMuT3SjlHQiQXwpUDJd7dBHAqh7w3YfikaCRiuDZ163u+ytLU9I30kEJGrPGj21Lb0MmWb1d1IXUfb+REDen9UStRIIrA8BmZ6EZzrZKBl3Djvax+JIxBy4/eHX5Kx9ge7xMfRNRRH0TuCbn30B+/gX+Kp9ADcfTMHrdECnc+Luv/wTRqecoEmE9SmSLW4y9lKJKHxeHwKhGCLRCBmvdO4LIhCMIOnvxfi0D+OD03CNj2IqnUQs6kfQ74ffH0LEH0TM74U/GESYZijJbpzTLEVYRH2Y8vmRoBm6WCiI0FQXvOP3MRMme3OOa2/+Dw9hYnwA9wcjiBJeae91dAzY8eDGYwx0PIRDtbg3VzX6TmebfXNC9nFu9kOS1N6ioRSoCT+taSqCgHcaH37thMc7jAcPetHx4CHG+m/jpx92wE1Tav7BSQRTMbh9Dgz87ld44BvAb375AFMRLYx5NpgTM9RWb+DzBwE4XHY8/OYeHtzvxdTsGLo+/ytc6/NjNpyGx+GGzz2DlDyLr/7mNwh5/U/12PBZGhF+ttwk2xeAj2bIk/EwQj4vvPS8hQIhxII+BGiGPx4MIMK/z0TP2KzHRwMoHoSCfnh9YfBzHIuEafDBTzj4EI4E4PME4XcHEAyGaFbShckPP8J9mmV0k6wn6qYjQPQhvvmyD4PDbnquY2DnLkV4+UluwOVBgHWjASs/6RaPhKgv8MLnDVKZCXKwn0gSJwIBgcAmEOB+LZlMIx5LqbtgxshI2FlKIkqjWQt1SJBuSeo/kkQL47fnPEm4ZGgnMcrowOGcHvFISv1eStB3FJ9vFg/GOUVtIZsdLJmym2idIqtAYJ8gkAV7HZB00OqLUFLWhPcvJ3neCyGypbATR9yHsOMu/uG+Ex1DLvTc+gaPb3+G9pFufPgvX2CKjMin8w9pREMePPjtP6Fn9DG+/uYOrv/6v+HBN3+Hf+7xIrTwBzoTHvidPfjs/jSCE9fw9c1HuPF4Ar6QdydqmfUy/VPkLHz9IX59YxQBmmeNj32EnrACe+55NOk3Xxy3M4l7XWnzsvajBIlw4cEV/kkAPn9SR40RGl0OymZuITp8ExGzGZFkCbTjbtRVjOEuzaZ7EgHMOsYwRLPPjqAE28xdpI68iMKqJpTmmGA2ahCndtr38X/A3/2X/4Jf3uvHUMCFkOLGoPUMkg/HQVPwAMnxO0cxPDKKcUMFErL2iRobP4nh8afXcPPzj3Gz4x7+7u+v0WBQNwZHr+FXv7+Lax/dhLvzGn4zlEDfR79C+/X/ir/58nP8/35xDe3/8n/gP3cP4Nf/+Cl6bv4Wtx8/wO++7sT0zf+CX93+Lf7ff3uN8v8CDztu4KOhNOLxKHhm/lld44gn0kim3RgZ6MHtL24h6LuNn3/+GL/+Lz/H7W8+x1f37+If/uYjPP7ob3FtbBzf/O4b9N/rpGfhWWkiRiAgEFgfAuk0aCAniemRENq/nMWX/zyVXfonkse0DrnXiP/aP06Bw4w+XTfcmBkNY2ogtDn9WDZRRu5zQ+K99o+OOV3o/MsMraM+C8tQ68Qy1pOf+DnftX8iPQgXVYf5/Hc/ciIcSGDooZ8G+Wc2hw3J7PjGjenRCHgQc30taWVueeWkLUsRggUCuwoB6mfVKSbucDetmKQAkhaJiAY6jQSFLrETBxvB5jLUuL/E0OR93OqZwmBfEMlwHPlVZTBqNHj68PtpZopmqB4G4bYHYCCD2ZJTDrOmFLVNRbAYZchkbKvV0BqgsRSgQEki0D+ClNWE3Jpy5FnNavJe/2cpaUTrhTfx5oVGFOgUOJM2pN3TMMz2waM2lM3VkGFU21kWZG1Ok12amwBSnTotnSzy6hQYFAVnbGP48mYQYZ0PEf002ocmqS1P4vFjL80w65BjjsNUZECqsBX1GkCjaKDICpGkLuPTGMyoOvs+Xn/nHVxqqUSp3w5/fx8G4rmIDN3DWNCDWdkIk0ZGkSEEue0YoNNnBax40gitqQJleQWo8nSgr+fG/5+9/3COK8vvfMHPvektvPceoAPoTbHI8q6rjboltVrmSSNptG82Jt7GRGxsbOxG7F+xuy82Yt/uvHkzI81oprvV6lZ3V5vyLFbRO3jvPRKJ9Pb9ToIgARAAARI0IO9l/vLce87Pfu89J8/vnESSm2NLjC1GiLksmIo8xDq/oX0hl+x4klKHC09WEXluK/bsOnLdEJ8cZHq0j8lYFJ+pnEpbHGt2AZ7CXHKcNvSQFYfDiUPpk/HnnuMKS5sdm92D01pAmd1EUXyUa7eGSFd7SdizsHkqKfM4yJu9zdc3x1mcmEIcwJKVi4WX64hGkkRCSRKrF7ReLgiMaJ8QAnaXTk6hldr9Lg69krW7dFb0KdqB3oOns9h/wivkEV+8QllUNTvJFh/zSqyZ60f2U3xpFdqu/MEzXvad9LD/tJeDSm6FdhDPalsZ20rHTuQVv/LjhId9gsvBM1n3MGg64pExVKewwkbTUYXX/bbVdrd7Xt3iIrvAgsWms1vH7mna4xFhrAAAEABJREFULY8MPQYCzwIBjcykj9WH2UbMN8PM7c+5032bqewyzJ4i0rNjTNz6gs6hPmYL67GbrJiVXGyOhdHLXLjwGb+frcZkceB8VrMhlTmkkmCJsbiUxpRKYDFH8cfTmLLysdochBcWiYSniaTCzMw6yHPFCMpkMWZxYrbn4jB7yMqyY5bJoZoTog7djK7iMoHdayXqn2NWJn9z/ohq3fNkcXjlA7eCiqIsbCYdT0EjjTU55Dr8dA8EdyU+edR2Rc8LqSQFSdlNikflRD3D94LUsNjNlLflMJ8oIzcwhduWIlJ7lgP7DpHdd4tQMIKeXUlVcTbVXj+9+j684xfoa/+Kz652cadnlrTJgruohsqqSkqz7cQWEizMujhyrJmz+5aY8kWY9NskiaqgpKyexnA71nSMXTmiQRbnxhmdm2XekkNMdhnjkaD0QaG0E+y5FIz/ntn8KsxODx6rFYfDhd1mxWb34rSZxC8HJlOapD9MPOXF69awuYVHyGaxSPKVxuaMMDMyz2IgRvye4zqYXBCewCeyOHTsWWmuXDFTX+rArYcFh1HGfEuEXQVUZ6cFzxgRWcTRHPbl8e2erhf/RJdVLEX3xr1nHrLhwIuAgHqeTBYNp8dMfpmN8kbHM6eKJgeVLU4qJZErb3Bm/MkrteH0mnBlmzPXT83PpmU/KqWsuOvLU7O96l5UiH2Fh8KlXM5XfCiqsmG26uQUWSmpsT82NuoZUM+Cbtq9p1vfPVWGJgOBvYmAJm4rkmLty5KNRyZLBc4YyZSV0v315BQ2Uuhxk2NPoEnyU9HWhDenjrqSPGqr88jKz0VLJEmXHiLL5WIXF2DW+vbQKw3dZCW3to2G8nra9jfQfKCOgsJCCvK8WNzVFGQ7yS/Jwl1QSaGlnCOnmimrKqegIIeckkK8xaXkSmIYmR1gdEh2M/p6GBydYSFqp7qmCG/dQYqzPHhc+ehZNWTZYEMc2SOHJRevN4fibPFXk1HWUUVTXQ0H2hoorSzBqr77Lk2P81qTpzyOohdUVuGTTqVR5foQNasde30rBw4fpD63kOqSKhqOn6ah6SQnKqzk1ZSTV9xEY0kFLbXZxN0tNBSAwyzJSTRBLO3ALLtRNUUaNklWCiqLKWxooaDsAK8cquHI2f0Ue93k5kkfqTkoSd0+jhYlsZu3v62q/j4iIUlpaiORdIpUMo7udJJ38CgVla3sq66jtb6Ectlp0xJ27IEgOXUFWCr2U1JUTH1ZDt7qfdS6NIpV32xso7a+hf0VxRRJ/8zKq6W5KpuCgiK8smNXoSZjdVXkECYwNsxgdw893f30D0wxHy2guMSOS3YK0lbxxWVhKVUtuk24TElSiTimLHn+D5/k2MnD1FZUUFKSi9djw7T+Zjyla/UcKHpK5u6ZMcvE22LVMJn39IiGcTx/CKSToOlgsenYHE+AdqjT7jJJkmnC4TFhcy77Y5HERTdpmIRsO9T3OPx2se8UPxzi04ovj6PvkWXv+qF8UT6t6LHa9cy9s0m5Uvc4pcmMfNbJ512KXTv0XdNkKDIQeNEQ0LOobDrEa9/+gGOH3+aDIzLZy62i4chpzr3/AScPn+fDIzl4Co9ypKWSU6+eoe3tv+YP3v0ef3C+ngKvHZ1ndJhsWLIqOX7oDG9Lsnb07Bn2n3idky2NHKzyYPMe4HBbHQdOHaeq+RSvym5U3Ssfcrz1GEfrS6jZV01+y36qVFI31c1gbwddXR30Dk6zGM/m+IkGHEUnOHL8JGff/jaNR96j1A2axt49HJUyUS6nuUxC0MyQdYymymyZCFdQVN7MsUYJUJoe9/UsJqmP6/NTk5fnxyQTabvTJM+SXKw2rNnAeoA3ztVR1fYKNXXNnCg3YbHncPhb59j3+lkaSkuoKKyk5PBrnC700vr2h5w7+xrvnN7P4dYWWcA4zKlGHbfdQ92RQ5z97qscPbWfLFkA0Sve5HRzEaeO1lDR0Ei+JPj177yPzbW9+67yOOkustMoH9QPZHUaruJKqluOc+bYST544wD73v1QbL3NH7x5irOHi7HKLjj55zhU5SCn4TT7m5o5e6icomNvczpPo+XoIYprTnJg/wneevMIzW37KS0+xVuHy6ivb6awtI62liy8h9/iXGseLv8EI+0ddLR30t0zyWykjAOviPy+UrJtFplQZnPgdCPZVgfZIlu37wSvHj/Gm+cPUnD8O7x+vJUzByspLfCgrb4PT/E8JTgqTDf+G8En54imaWi6xjMLHON4ERFQY39SLQ6qwWI3fx1jl8GSNEMGsV1Waqh7AIGkJPgJWQRU5QONj1ih70DOYDUQMBB4yRDQzVYK97/L2Te/wwcffIe3zh6nrcL+kqFghPu0EFATabVC/LTs7aYdSQEwy+6Oza5lVrhZc1g58GorrUcayFpTv3JhloSzlGM/+oAmtxMXj3MoT4qoP3GON773Hb7zvQ94750TNGbp2E3LenV3HeWNr/H909nYrfkcefsU+/ZV4Vlufj7eZeKrEjo1CZZNzufDJ8MLA4HHQECTrqnGCDXO8RyvGKj+liGM40kiYLFomM36rprYXW276pqhbO8isMc8l4E2JdvfavKwxzw33N2DCGhq1JVnbg+6brj8GAiYbCZMVtPGGnQzJosdpwXUBtHGTLtXa7KIL+LPikaTZHuqbuX6uSg1MMukR30NUt8Etiflp9oZVLuE6qvAT8qGoddA4HlGQNZUjN26p3CD1NhmlnF/t0zpu6XI0GMgsGcRkNFLraDpT2M2tWdBekKOv2xqZaL6soW8o3jTadTfpe1IZo8wa5rcfHlt7K40SLb/1IagjDl5u+uMpsm5vO5ePjdFxq2MX5m3p+eXmJNHUZ7Fp2fSsPQSICBzjVRccqWUnGwQbmR+lLGhfvrHfUQSwkeCWDiE+v9jg6EI0bjIpeMEJ/sZGp1hWv1ybiJJVP1KaypBUvSmZIstJavUy1/pE34ChINJYlHkeU6RjCc3sLy2SvU7XWUH0g/Wtuz0Kk48HmRmVnx7uNmNlSejJMJ+FiLivwpnY661tYIBsVl8SzFCEvfaxse7Ugs9ccFbIH48RXelFda7uWmrbttd1UZhIPDyIqA6lqKXF4GXI3K1Av9yRLqHo9ykI+7hiAzX9xgCmsyy1GMoefYe89xw93lHQOUlasFgo88i3/g4s5ODTE0Ncf2zrxkODdPeNc3URIBYPEHU72fm6md0zIXxR1Okw5NMT/XzTfssqZEv+WbAz8T0CKOjg9zoD0gWJBnk9FW+6hihfyZMyOdjordX0jxp2gIolbBkFteUs+v5JGFKJaKEI2GhFMmkUEKSt2gc9eeCij0VjxKPJUgkg4TD03R3BYnHUyi55XrFJcqTMSLRhOhIk04mSEjmGRM+kov0dg8xOblIPCK6gn78MfE5lSQhduKSmKoENimYJGNhYgnRLeqU1gypX6MJ9DI8FWLOn5JENr6sWxJLxZZKxIiHw6I7RiojsIM3GRjkJSPEDmQ2YU0KYIlEGglrE46dVxtJ3c4xMyReNAQ0CC0lmRmJMDUY3lPkm5IBTwb3xZkY03vQ/6eK91A4g1E4kGRpPnH/Pg88nXuu7hHyiaI+0FX5onWj3YonIR/qs+NRxvrCjPU+HRrtedDO6Crb6lzRVv6M90cy44gaS+YmYvd830i30vMwfYrnYaR0r6bV/Eq/otV1T+tc+aRsqVKROt8pTQ5GiARTGUxnRuV5WHU/HqILFbcixbdSqvPtknr+IrK7sVvPtKHHQCCDgMw1MjtgKxeZ8v7b0kJIEpAYdtMS8+1fcn16mKtXuui4NcLUnI/F8Bxdlzvwm7LJyvbg1eeYnxrgsiR1oe4v+fz2IP297XR13uFC94wkS0kW+7pp7+hgaG6eOd8Ck/19LInJlNCmr7ufUw8mnmnC/iUm+/qZmemgY3SJkeFxZiZHmZiaZbh/nIivX3YaZxgZGJFkdIiRxXlGh4IkFwYZHp9heHCUqbFBRhZmGegeZW52jqVIiEDAz4IktRM9fUwEZ7nZPsjY+ALhRT/+yTGmolEm+gaZmhwWPVP09wwz1XOd/tkZBvonWfCHkZztbkhyFhllWrb3JgdHmBjooH96moGeCUKBCcYmphnpGWB+ZIiQsEq4d+UeXqiEzmzR0HYhe0pJUpdUSd2WN+PhPq3m2AW3Vqszzg0E9iYCcxNRui4t0vHVwo7pzhcLtF9Y2LFcxpbI3f58ng4pM7RD+8MdAZn0JBjpDNL9jY+Mzq10KDtbtO80lvYvF9bGflf/nS/nUfRQf5Qvd2Xu8a6/VjwrpNoUrVxvVgrPnfW+CW/f1UWW5uJMS4KXsSd8Cn91/xRl6oTvoaXIZe6XKrfDLzxjPWrlNIUsdO7NTvIUvFYrxMHFJN3Xlrj6ex+Xf7PwxOnSRwtcEjuqXLGXuZa6e9e/Fh5FwrtSt75U/s5NxJibjNF9NZDxW+nM6Fonl6kT/apcr2e71yu6vxa/vv7VPJc+ms/YXJHfiW7Fq2hFdnWp6hWtrtvq/JLEusKfOVfX4uOKjGpTtHK9Uankbny2iG82jsK089ISSkbRRvwb1Sne1bQRz2Z13VeWMnZlA+IpPPWGiWeHwNO3rJlAN2lo2ga2dStWRyGV5SW8ciDJwBSSePTSe6ebrqFRZs0hOpIHOFqSS2WeE4fNgqgjkYCZKZ3wdBcqiRkfn8IfGWdJdszu9GdRujQA8SnGZeNuA6sPVOlmMEnioj/wffA0c2NTXP/d50wO/Y7ftw/z2ScXuX3tMu0DfVz4+DILHT+T+gluXb1M951rXJ0X9ak4yf6PuCD8165ep+/ar/ld53V+/mtJDqfG8IdmmJyaoP/qTdo/+iVfz0XwxTURTJPwzTLX10l3YIYLv/ySvoFbXLvdyaf//Am3P/pPfDYzx9efXWdkdJqISKx/zdy5wM2Lv+aLoUku/+qi7IR+w8Xb/SJzjZEbV/AJdutltryWDDCVSpNZnN2S8eGNmuCbIRXqw9m3xaFvi8tgMhB4gRFIJVMUVVg5+lY2J97P3Rm9l8vhN7I59k7OzuTu2jku8kffzEGVJz7YxLbwnFB0V2a1j43HPDi8Zsob7Rk/VrdteL6Zjbu6j6hY3s7ZdizH383lhKK78isxHH0rR/Dcpp71Pq2/XtEt5bF372Il5xvGt1IvOo6JD8dX3xfBsO21LHJLrFQ0OzIxKtzV/VMxnBSZLXWu6Fal4l0hdb0NqjvkznwQ6OpTeBcH8Reqa8oHptVhovagl4Ov5nDofO4Tp9bXcmkTUuWKvVax2ya0cr3/lWz2n93anwPSnpVvwZNrpfqAO+O30rlet9K5ol+V6vpRaEX3AfFt32nx75W1/in/t6tf8SnayA9Vr2ijto3qVvxSbQcFw5Yz4ptgo64VKV2K1PlmpHSomLy5FnIKbdS3eVEyijaTWV2v+FbiXylXtz/svKbVQ06xDbUi/0L1LyOYPYFAPK4T9FsoLtAoauxRwK0AABAASURBVHubt77/bb51roUydKzESZBe87XBRMrEmD+Ls945BslmMeHmvLmPvuBVvuoLkfBPMDHup2ec7R2yc6QWH2U43oA/RVqStHhE+qZ7gtHxEEO9caxps8xDqgkP+CkqK6DpVCnFJR6SMwh/mjmpzynMofFkGWUFMaJdXUy3vkZhQxsV3jjByUE6uydJOzVCKSdWmwuXw0ZOjouCIqdEPEx3vIa8wldok6S2wh4irlfS2LKfmmJNEtzEqp26VW4nsvB6amhorKEqLwSmFKlYUnjtpG1eLKZVvFud3m1TCV1oKUVC/X3j3bpHLUxmDfVDUCbTo2p4UE5/sMqoMRB4uRDQZdXM5TGTW2glr3iHVGKlpNpOYZlt57JiK7/USrHIqzJPrjcksZGnaIN2b44Zm00jr0TZV7RD/9fpVL4Ulm9fT0GZlXyh9X4XVdpRtL7+ca8LSm1sidWqeAorbRSsuy85co9tDh11v5UvSldprYONYlDtu0kemaDqu/zzxS9aT1Wr2Fa7jlue6yy5V1lFVp4HyiuzkyfPXvZW/hRYUb5b1fOVbXlqfueX2ymsdKB8fB6wWu1DrvTHAvEvV7BbXb+dc48kyCbZLTBZpb+q52Er7He5zSX3z2rT0XWMw0Bg9xCQLCklO0PJRCqT6DygONBL5zc/5e9/8Sk/8x/iWIEJfegzPv+Xv+cff3mJmyNwqvQOP/3lJ/zs7/+Fb252M5qMENcWGbJU0dCUy4HKJhryysmK++i8OEDOu2/Q9sfvUWw1kbxzidn+j/mH//Xf89Pf3mR8JvCAC5kKHTRFrD80dFOURHKem9cTWC2l7Ksyk50bYSYJcXsWRYdqCff1c+2TUUam0hQWpIiP95BqKmFpdIxbnwzRN+2m/EAN+Td/Scfnv+NaeweDS1EWdRvBwDTBJROWxRHGJsYZkF07TXOgaw20ZQ0yPPArvpmYZ8ZchRvxRzqprpE50pl39SYVNifzo5MszS9KQqj6spAmHGYL1tAwM0uL9MfdkiQr/u2TLsYcLn1XFnzU39IlJTlUCTS7dOi7pMdQ8+gIGJLPGAFNBgZNQwYrsMgEYqekJnIWmQDsVG6FPyP/CHaVvPo/TtQgs2xfeyT/lZ4Vyviyk1g24VUTIkUrenet3MTeRvoz9tfxqzpdX3uvMzE/Iv4b2d2sziyrcuo5ywzg8tnyjB/759K8pmlk7o8kvyaLLh+czwdl+pc8S2Z5Tsyb+GWyaugmHZPcZ5NFe2q+Z3yTRFiVm/n2zOoFL+WXokfxQZMJlG6Gp/0smOT5U7blowHjMBB4WggU7jvOoTPv8MrRo5w8cZAyZwMnzx/n1PljHGioo76ilMqj5zl6sJHmAw2UVbfSXH2ID89UcexcG4U1JzncXEPb0SbKj7zO0eZTvNpSQnnlAQ4dbOCVV1tpOfdtXmltZV9tER6XdcPQtC0efJszi+Kqehr3FxL2pShrlOTz7Ctiq5aW2nwc1Wc5drBefDhMU9MRWquqOfVOIwUNr3DkQCNHjrXSeOgsh+sP8/a5Ruobaykp2c/BA4d5/T3heevbnC3P4/jJgzQ0VJBTXIq7ppWTeTkcExxa9rXRtr+R4+fbaH7zLepNJuoPHsCV8jF67Uu+/PxLLly8wrVZtTtXzNF3jtFw+Aj1bhd1J0+S5ymVncQa6iudlLuXln8dcyefxxpoModgFw6lR5dNBU107oK6jIpdci2jy3gzENi7CEinktdz7v+D7qVlDUp9HSARk7OdDEwPqnopajRtL97ll+LWvBBBqg/pLeZDL0SMTzMI1V0VPU2bypb6gYgVUtcGGQjsCgLy8aPGCE0WK9jgwc6qaKGx9SwnWg9yuLEAh6mI+rZW2k4e42BTDdXF2TgqDktSU0+zJGllFQ1UFVRzpKFQEqhS7FnVFBd4KaksILv2IM0N+2nwmnGasygtK6axrYWq1nOcaDu8nNQ5N07qNo9Vw+XNpbqlTewfoL4km7LaOqrqmqgvK6Qs34Xurqa+vpKWQ41UVdZSll1Aw5EqvNm11NdKvfhdXdtAaXYp+w43UVVfR0lxHXVVNRw81EDdoRO0iJ7axjoqK4rIyc/DXlhBvcdMSWML1TUH2VddTlNLKUX7D1AkOBZVVpCdlY1dEjyT2YTJbMXkqKChvpD6tgaKq6spstkoaqjH7aqiqqaB/ZIY11QVI+thoPFMDvUYqEVM9N0zv4uqds8pQ5OBwNNGQJOeoMmKydO2uxv21B/sJhNGUrcbWD4NHfIZ9OTNGBYMBAwEHh0BWSBTSR1SProSQ9JA4EEE1FxDl9n8Xv0csLud5FdW4fE2c/ZIOcX5Dp6Hw10kieGhU5w6fUp2OY9xqNKN2yYTuzXOSfZmyaO4IIuSuhayq9vIE/eldg3Xwy6e5/u3PuKHxWK0Gwi8RAioROlB2hyA1bzClU6RSiZJJqWUzEtNEtaS4tl61pBOJUgmlA7RLewPvjQ0TcNslXKL3pxOiQ9C9+VFX8an+zWbnaVT4qO8NmvfqP5+nMt/JL0Rz3Ldih/bMKDwFF/E7WXRvfauIfdK8NhGqBjHhghseO+l8v7ztvw8bSj80lcKNhv0n+3BIg9tpv/J8yvjSAbv7QnuSS5NJt26rqPKPRmA4fTzi4DqSjJmPb8OPsQzkxmTw4nX68QqfUR/CPvz2GyyO3G4HDhtpufRvcfyaS/ej8cK2BA2ENguAql4jEhwCZ/PJ7SIz6+uw8TjceIysUkkEsuq5Bq5TsaiRAL3eROxBcb7+ujpGWUqFCUoehaFfEJLAcUbI764RFy0yDiP5H8ZSokuZUOqCYx30N3VRc/YApG75lT9CkmeIBMPMMkuo7ZS+UCZwDe3wPyMj/sqwiwuBAkGYg9wr65QCZ1/xk88prxc3bL1edi3kIk3Gk+wOL0oyW1qE4Ewfl+QwNLD9AtC0UmmZwL4lpKb6DKqX1wE0tLFkoRCcVKJuPSTVOY/uk2nksQiIcKLPvxCi0LBoPTR+w/6iwvJjiJT/S/EgvT5SORhfW0DxakIicgkE7404akZgqHghj8fvoGkUfXiIGBE8pgIqFwuFkkRC6dQP5DxmOoMcQOBBxAwkroHIDEqXjYE0qQzP0+biKqJz+ropSU0yvzoNb7oTqHmQqOffkpX11Wu93Vz8Z+/ZFRG6c5f/Jybg0PcGR5i4PZN5iQpS6bj9Hx+hanFedLZdszJNKlYjLkLX9E3M8tsOsLsQCeX//mX3I5AJN3Hxc+vc/1qL7Pjg1z48ZeMReOMDIwTDk4wMdzBV7/8cs3PGK94mknmMm8rNXdL8S0RDBCJLTLc2Uf3zT5mJblMqNX6WJigZIlqkhwLhQmHZNIm4acTUWJRaQtHCUVipOIhZgMBqZNzlbRGIiK3nFQlIkEifj9h4Y2J7F2rmWJ+dIzJkSEWYsvySUl8k7EI4UhU+EVXVM5l4p2SMih+BEf7mbp1iU+HpF75l9Fy9012CNKxAIGZ21zqHKdvMkxSsAwHxWdhSXR9xc3OQTrm4iTTSdLxMEvBOAnBXJqfn5fkpfLK7NY9P049X56oRYRELE00KPdRnoP73sVYCszyTz/rwjd8gS+/uc2V9jFZbJnk8pU+YrEE/pvXGRkdYUo9L/cFn5sz9cyqvhaVPpBQ/UV24aPS72Ky8JFIJkhEo5lFl7QsFiUlnoT0t2imf8RB+mQ0nkI2/SHDGyEg/SYt50mRj4YTxKNC/nmmPv4tt+f8LK5+/mUsICaLJ+EkkUhSbEWISzIsKtToJ5PMiPTxKMHxEcYuXuBGMCGLSIlMfVTGoWTcT9zXSedokpmOXqbm55kTZxIyRiRk/Egk40RFWUJ8REapVCpOeClMXAJNxJNiLyz6Q6IzSToxzdXLtxgYnJbFogRJiVHFklI+rrtbqkpuJ+LkupYne5kS7BSp5/HJWjK0v0wIaPI5bbHqqB8O0s28wIcR2rNCwEjqnhXyht3nBgEZZ9GlJ2iy27XaKU1GXYspgZkQixEnNpuZyMwUi4sjzMwP0H+rnc6pCfputNM94GNUEpnRjq/45spV+v06cf8o49MLTPrT2K0WrA4HJr+fhEkZW5QJzSgjS0G6OoJE54aZ6eqmr7ebrtE+Oi4PMySreT6ZGKVlqpeQhMg3vrDava3PEyGiC/180jVP/9gi88MjTA920jncw2+/nmBpppPBsTFuXG6n/euv6Z/o5+NP7zDd9SnfdHTzzY0Oxm59wVcDQ3zTPcti/yWu37rNJ990MXrrS+5M3+HL22N0XrxMb28fQ9G17kSDIcKLUyzMj3Cla4bYwOd8dquHi199Q+eVz/m8b4SrH19lauo2fWOzTI7NE5yfZCSQQOZT95Wlllia7+frz7uYHu9nfN6Pb2GBwGwffYM3+ejCOIujw8z6FpkPzeObHeDq10PMjV3idv80kzv+n0Xvm34iZ5msTjSrh04K4/UgApp0D5NZW5f8pojHIwwN+yU3mSIy3cfA0DDXRxeYnQthttkxhUPy7KRI2myoLvag5mdZk2Dkzh16bl+lZ1gWcL5uxzcvO/jy/F9r76PzVjdLo7e4MZNk6s4VRns+4ULnLT69cpuhb37Fl9JXr31zi/H+6wyM9HOra4j5no+5MXCV31+4Q+eNbxga6eL2eISALKbMR2LEVifFqRhJfwcDY376r1+k6/YXXBka4fbFW8x3fCILUj30zgWYn13CPzHOnCRj8aUp5qbbxVa30BSpmJ/FEET8S5mFoonhbtovfELfzE0++u0tGQ8/pXuon+u9UwzeucS4b5wbV7vo+PJX3LlzgasDI7Rf7iIgi0wTU/P4/VNMjA5y45tuFmfnSEqSuOYOqb4ipBI7nnJWl0ykZaEvhWwEr3HJuDAQeBwE1LOckGfLPx+XBeAQNz5b3JKuP6T9YfJr2j/1cUPROp0b2RhsD+KbjjM7EdvSvzX61+ld33Z9A9vreVZfb+TX6vbdOr/+6db3YLWdrstLstCVYqwvTMc3S4+NzcCdIL6ZOMm4DHSP82CtkpWPz1VXe+DUcNFAYPcR0NAloTPJRJJVh2Yyy4qaFbvdhs1qx2EzoesayKQkxRJhC0xeusqi04ZvSSe8IFtP0jfTMnLrJguF9VXkZpkIzc0zPB7GanfgsIoumYCm/dMEliaYzXYxfHmA4PAUujWEz7/ASP8kWk6CUV9aVr+jhENJzM4cShuqEOurPNziVJa3k7Elhvo6aB+cY9YfF+Y4kaif9o5xovFZVHI01DnKcO84wXiU4UtXmBj8htsTswzPLojfPVzqm2d0PEB04pYkhxP0yKQwMdFBx0wv1yRZG+gYYGJymvnlzTuxsfqVICY7fVMTfpLjl7kz5mOwf4hZmQx2LESZuNOOPzrFXObrl0l0k+Arya++WkV4lsBkJ5dG0qiVfLXSGV+YZGboDreGBvjq+rjsKCbQLWb06DQLwzcleZxkanKIyfmQ7CqmVmt75ufKf3k8eMpz1GfnZN0sAAAQAElEQVQe93Yd0KR/maQfmm3yFCiwNhH0uiWJSwSZmRhjOmHCJH3KJn3LKqVZniGTvongM6tOMjUwxtTEDP7AIqPXLjM6eJ2e8W6u9wwzNDohk4VJemSxo6djRBK8awxPjtE1Mkdw4BodQY2x/n5mei7T19/O7aEJ5icHmJ7u4mbfDFPTI7LYNMHgnI6m65gtqrw/WqRJktbnmZ8PM93RyeToABOyaz/d08mSf4zxwQ76R2eYDmmYBDyzRSMy0cnImNI/TM/QPGuPCIvTEwzJQtRieoIr18bkulsWuwYlARziluykTs9NMSpjyVj7TcbHhpkIiu3+XoKiKK2bxQ4kwnNMD3XT3TUqY1JibbdQ7gtpQtsf+ET5LrwyJjNvu6DMUGEgsAoBNT+IRlIszsWZGY9tTWMPad9MXuSmhVbrnxqJMSm0um5G8Qit5/XLB3oklCISTG7t3xb2M7pX2sXG5FCM6dHYg/qkbQ3vKpkN61fad1JuZWO1ns347vLMTydQCz5Bf5K5qfiDsdzlW4PxFnWLc0li8ixk5gSrnpHHOdUfR9iQNRB4jhHYmWtpYVckxUNf/gDYbOgtTdivtOM+UY/JYiEdsOAtaqK1rZUyewRX1REO1TtxRke4cGVuldooMyMLTIxH0bNl927iiiRTi2gNWehON0ykaHzLLpO2hOxKRIgEkrgLimk+d3D7cxuzDZOzgJroLcam55lJePAUVFFdXkKJLYotNx+PJKp2zSq+Z+F05VCuLxLTEmgi68zKwpKbKytIXgptGjZdfMjOpqSsjJI8L5G4zHhCS4TSdtJWF27LqvDkVJPdxaTJStqeR7E9jUlLkpVdSEF+Ifl5eeTmlVOSKzDm5+OWZNdlNqMm47oko6kU9yd34QCpgI9IYQV2ZxYW3UR4dpJJ2XkcCWiymh5Es5rRZSJK0E9YJpJjiQhzwXzyc1x43Wbx5vl4qcmppmlIiM+HQ8+jF/LpJi9SartWnWzio17QRGleHhVMMZ6A5CZ8z1W1JomoNVeedxcFqRkmBm4zNBdhMRwn7XFjKizAPvAZg1SSZXFR4ckiL7+U3NwssnJqKMyxYYouElILQok4QWsNVV4T3sISckqKyXW7sSfMOJxm1EOWFPykK6EOzWTCnFuMx2zBmvLgdpVRWlZIQXYCU0UjrqVp/NPTzMqOu9VuIiX6F4a7GJWdu/mwTGSSUcFYIxYJS9+MEU8kiaWdWD3FFBYX4PHkkl9QRI4rTSrkk0WVBCFfmOzSYtzOErI9Yq+0gHxPjKTFjlVc1DUXWZKcF2f5udk+RjQmN1I5u4qku6DpqkJTb0+N1KKCRRbxTLLA8NSMGoZeeAQ0eYytdh1PjoXSehf1R7K2pIajqt27imf1uWrbhI56WZZV7d6MfG2blzqhNTbv6Vc8ihR/FsW1Djy5FrLyrRnZNTJrfL4vU39k1bnSq+ger5faVg91h72iT9GynYyM4lN0j3e5LeP/vfp1Mut46+9db8Yn9Rnby7rv8Yv+BsFq5bpOYlC0fC0y9/Quy1Xuc2ORBcf8cjvVBzwSi6pfzbf6XLWtptVty+cldc7Ms2C2yIOxS0+/vkt6DDUGAnsaATWJVCswDwahOpt2L5nSNDlfTGNO5OKuP0x1TTkNrWW4NEk+Zm4z3vER/+nf/2/8Lz+5yqVPfs1Xn39Fx/gCyXw3GSUiT3qYgZiXePZb/Ouzp/ir/X1cHYVITi2lrfWUtxTSVp6LNrogMvlUNDTRWFdKtpntH4kYqeAsU95imYgl0aJxNE18R0hKMqW8R+aZG7omO15fctl7mCKT+Dnax62vbnOn00/VoVwsVhOazKw0bVk2c2624vB3MxSMMRez45RJuFqBXCFbco5gYJ7BhWUZ7slqYlRDAzQt844m/7CnJFFcZPxaN2PBBNFEmoyurAL03CLsF3/M9cvtTC76mQ+mCAqPx+pnac5H0B5jdmSUcb+ZaGE9jcEpkF2ctFlHU8keDzueTns6DalUGslLUSFjHA8goBL6eDSFWiFWeK1m0ORCU28CnirdZbXUHjrBYXlk1WeipmnSQoZ4Ho/QJBP9F7nc30GH6yC2OTNZpiBp2fkPhOyQzKZ84bdEaqpJuLNAxbNCoC5loagcT04OlnlZzIhKvA4hNS5ogJBuTmJ2LTJwc4SpuSARATHTj9JIMgas6FMlGpo8j8nREfxeMyHZ4SMSIJWeo/vrPvrG4tIHw+jJRQKyqxfULUz39JPURpnyLTEzm0LTRAdCmVLUU0xBVjEt1REmEwkCaQdpzYJJ8QCapgFW7MFhxmQH/saoT3bUnRRrfnTS8k+an6eX4PY8uWP48mIgYJWFE5U05RZbeTjZVvGsPt9KdjXf8nlhpR1F6+3lldhQlFtsu2fHnW3B5tCxuUz36nI39NW2qn31+TrfxEZxjYP8MsWjaKV99flK3Ublar7V5+t5V7etOhf7uaWrrtfEcr9e4aBoOdb79cvXVrIKLOiy0OPwmDPny/Wr+VafP9w3T44Zi01nNwc+0fZidBIjCgOBx0FAN2lsuCrrrCGv6jTvtIHNAnXf+Q5t3/kLzu4/ygcNXvZ/91vUeg7wnuyivfeXf8Zbf/3/4N/9zV/xf/jBMU6+8T5n3v1r/uRb7/PDEzkyGJjJe+tNWoqP88GxVs6fr0Z355L99r/lj/78j3m3volzjfUcO/eqrL6f5Y/fKeaVb5+nuroaNzs8zA5sBU188Pq3+evvnuNP/tWb4s9JqrPLeP9bbbjdbRw9XkFjWwV51Ud547UP+bs/OiK7H07yKuo59PZ3ePc7P+Dd8iK+9d4hCs78Oa8cPczbR8vwtr7Bt8rLaT5xntf3mcgLXefCxx/xk//+k2X6ootg2QkOn3mftxrKePfD4zhO/B3fPlrN+ddP03LmXd6t8dD2nQ8p8x7n1JEqqTtM5eF3+PM3K7H1/IrPf7ms6xefDTDMYf7s3/4J57//P/Gvv3OcH/zxG7zyfcH1zR/wf/+3b1B99Du89doZ8e0Q+5vP8Ed/+13OvfYmB8pzyLHvEDeD/ZkioOtkPuQcbhOavtoVO9nZpfztX7eR3/guBxrKaSzzkFdQw2vnD2CVrZ+s46eora6hjCd4PI5qVwkl9Wd48/z7/OkfnOHYD/+Wt8//GX/zgw94/5UqTPEkC8kzHKqxk3PwQ463HueDkw2Un/9z3inSOXL+HJUt73Pi2Lv84Adv0nbmNNUVH/CDs/Uc2H+c8upWXjmcR+4rP+LDMzmYB77h63/+CT//55/z0e+u0bd4iCMnyjj5o29x8NSrHMzNY//b36Ls4Hu8fuaH/ODcEV555QDlr3yfPzrTyKs/+AvefuMv+MvvfJsffOt1CorP8ed/2ET9G3/CK4fO8N3zbZz58G1KbW38xZ+0UXHwLRrqGzh3ppmjH/4lH55+hfMHizj63Q85ePw0BwuK2H/+bYrMeRx78wPOnDzHycPHOPvd93n/T7+N1+NE5/k4YuEk0VCSxC7+rcvzEZnhhYGAgcDzgkBmAXOXx5nnZQx9XjA2/HgJEVCLsbKgzYZfi9OtmK0uvA7QNbBlZePMzsPtcJJlM+HIzsJmcuB1C+Xl4s0roTA/j4IcJy5PFm6vTLKyvOTIiheahtnrwW5xkeV04HFb0XQzJm8hObk5eG123HYbTrcbk9lNjteCO8uNzWaVle4d3hiZEetmO1niQ1626MrziD8u8dVCVpZMnnQnTmcO9W37aHvlMGXCp3y2VL/G0f2NnKjLxpstZBV+Cd4syafb6cTrFF+cuWS7q2ipK6G69ST7Wk9x6uA+Dh85vEz1xRQX5UkcXjziu1fZc+VLzFbcHjd2t1diNeHMysJicuESnXa3E6vTS0Guh8LqQ+w7tKzrYHMdtcU55Bbm4skuJD/LRU6OB7fcgxxPDiWFHmzOLLwel/jmwGGX9vxssePBITuMkqtjHHsIAU1T3QRNdTa0VY5rmEwW8vOdmG1euc9W6Uc6ZrNN+pEDTdMwuVzYrDbZB+I5PMzUtu2n5WALJR4vudInnTn5eN255MsYkiXjhzO7gIa33qMx24nbkYXT4STLJfF4cpGhQPqTG6vdi8vlJSfbI9cuSWazyHHbcAivxerA7TRjcueJXCHldS00ST86dEj6k/SjAuHJ8lhw5WbhcLlxmM04vFlYHF7BMEf0iF23A6s7W8Yrm/QxsSu286Sf5mR5MFvc5MoqiU3q3A4X2R4HbhnbLJqT3FwnVtFjV2OY2y59W/ngxuOw4JT4VuzZJXazZsbpyZI43LicLrGThVd8Muk6z8thtuiYrTq6iUc+DEEDAQMBA4GtEDCZNSxqnJFyK76dtD0/o+hOvDZ4DQR2EQFtRde9k5WKF720klWUT0lVIfaVUHMbqJAEqtS9UrFBqZnA7CEvz0tOWS3F5XXUVVZQU1uzTCXZkgRbNhB8eJVKcp0FVZRXLeuqKiukwCP2Hi66dzgyqwh7x92n6qmsrshLFlgUSE/V8q4YU75v/FUaE3nlheQX5WycdEqiY3VlU9pYTbbVjPmxvXHiLSilVHYuq6qrqCgvIsuqsScXOZ7Bo6DLJEtNuPQ9CRjGsbcQMLzdSwjIeKT+VGfDTYAdxqF0qD852M3/OkXfoQ8Gu4HAC4mALPSj6IUMbougdJOOLqvS91h0C2aTCfM2RgaTrMrbbRYs22G+Z8A4kc8EA4SHILCcHO09pJTf6oNaletD1KWf6NLf1tdnrmWhRDNZsJpAwzhWENh7T8CK50ZpILBzBNTfXCtCDSAy209JB0jFE6SSKalKkIwFWJybYzEYI6b+jl1WkFKJKNGAD18gRjyVRMmrMUgERE5kM24kSCaSQnKheMLCP+8jEI6KjBiR6tUv9Xe4Yl6pWF39COcp8SdOOJx6dF3pJKlEjGiCR9dBSvxIoP4vTRXbIwSyLCJQKflU5m/+l6se5z0p9zARF9+S29XycL5tTN0ersTgMBDYywhIP5UOLwNGam9Gocb/DO1N9186rzOLB8bMfeP7LuDIi8wOiTrZmOu5rVUrrmpSJXOt59bHveaYGttkdN5rbhv+GghsjIBMOFRi8OAYkSbgDxEMRCT5ihPz+wipHxuamiawtCRJTYDwwgBdtzsZHB5j2h8mGAoSWhhncmyQ/oklQnG5DsWISBKVjEUJzUwTkiQumZhjwednbjFJKh4mMnKHnt4+Bscm8QdCkvKsdVUlG8lECjWerW1RVyqAlMyZFEnPlA6q4lG80qIYSEtWmc7UR4hGfYyNx0hkEqGUtKWFMmwinBI9d68z/KnltnRCEsEIsViCdDxCIuRjLgLqF30zdhSvqMjYkOxTLh+EU9qVsgyP6EvGQ8zOhkVXgEg0TkzFJ4LLPi+/K5GHkvpc2qXPb5NZI/M1bykfanebDEZSt02gXnS2lzk+1T916QmyWL7nYEjLUKYGrURUBiV57bkADIcNBF4gBEwmDZNFQ5PxBON4LATUctbajgAAEABJREFUuBaPpYlFU8i89LF0GcIGAs8DApJDIBtrQuqZXv+BnaL7crskbX3MzUwy9Nufcjs0w6Vf/zNXb7UzFpqTHbkRBmK1uCd/xsXb/Xzx+2/o+OYCN0zllGepnf5+OrqG6ekLEJycoOPHf09HJEJw7As+v/INv+maJRmKsnirj2ixh+nrF5i6eVUSv7XomCXJMFt09MzfNq9tU50xGQuyKLuDi4Fk5r83SUQjhIMREnd3nJIRSZzCMUmclgiFRrhzy0dcdqSS0aAknJKsxUWnJH5IohWQXce4JFhJASYmSWo4miQdn+CrL6/Q3TNBRPyNhZaQPJV0KkE0KEmpJGVx2b2MR6LEZdcxLMmfXIrSdS9JCCPhCCHZkUxGwyxFUsRu/ZbLHf10TIeIS+KbkN0yyaJFdxp1f9ZpWHupkfkmRebv4Ew89mESnC3yeWHaBV0rzhgfPStIGOVLi0BKVnqGOkN8/pM5Pv6vM9ui3/+XGX7799P87h+mt8W/ovej/zS1Yxll57f/eWM7Nz/3s7SQoOfqkvg/i/Jrxdb6UrX9fof+rtfxu7+f5qP/OLWjmFd0ZOwLbivX60vVrmJdX79r1/84w+c/m2NqJEbfzeCWMTwuThv5fPuCP/NrepkJ6vrP85e2960LXD5VQ0sJOr/2celXM3z9i+3RxZ9PZ3gv/vM0ijaV+/kMX/3TNF9LuZ7n4s+muShtF/95ezbXy1/+1Syz41HmxqJ0fb3I16v13PVvvcxW1xfFxzW+iI6Lm8UnvBvFdE+/tG8W91cqbmnP8Ep5UexkzreJveJdo0PJiR5lT9FFOVc8O6Xrv58nOB9ncSZGx0UfD8grfLfSLW0KLyWX8U/xK9+2QV3y/M3JvUwYv365roMal4+DgCZJgckKandGkwWgtbp0qrx+zOYxri0u0REsoibUAQU2phZNzA6GJBkMsTDez8iwfJakZ5jRnYTMdZwtzyYnx4VNkoPAwNdc/ug/8t9+8Us+7Y8RkR2ykXEX9rkpshP9jJOQvGyeidFBhufi+GMWSd7WeoKkLspXKVh7pJkZGefKr3/DxNA/86sbI3z56Rd03LrArd5OPv6XT5jv/kd+eW2Arz/5hNtXL3B5IU0qIVnc0M/59HoPFz69wJ2v/4nf9t7g5z++zNhQFzNLU0zOTjF84xq3fv7fuTi/xEwwQULkInMTTHZcp2tpXsbUX0rS+hlfXL3Gr3/8a27+y/+Tj4aH+fg33zAwPIVs5i27m4rB3Od8drGDGzeH8E10MDF9g0tdIcLBoOx6JogHBpgcuc7vby4SuflPLC7OI+tHy/Jbvcs9fBCXrQQe0rbL+vSHmDOaDQReeATUJFs369jc5m2T1WHCbDVh91i2L+MyC5YaFod52zLKJ5OsmJms+oYyVvFDlw8Hq9OUabd7ttAt9i07tK3sryaz3YSmb+zLar6Nzu2Cr6KN2lSdikHFahM/1fVuk1X0WgUvk+Bl3gTPFZv2HdzXFZmHlWabTkpWBTWNl+TYeZhq8VbB48k2kZNvJqdgu2TJ8HpyTHiU7CZy2aLT5dXJkvIB3UWWTH12vtjeRP4BmVV8SrfVpqFWXl1ZoqPQnPEpI1O47F/mfJXMVtdZuSYU3eMRHR6JTcV4r26bupRvm8Wt2u7pE59zC3bmq5LP6M6TmO/6o/B1enWy717f07+D66w8GcvsGjbBVMX9gA7xNUfRZjqlLVcwU3JuuR9Zq/xTdVuRW3C2im2jr+68DxsSWyOg6aDJDpimBjpWHxrZpVbS4XHG2vtYymsm2t7OginJ5LwsGI2OETXpWF1OFoLZFHhlfPCYSOkOsuxmGXdM6KLU6i2luOYAzXW1VHiSmJK99IxFiIiOpH+SzildchIrbusCcW8hSWchVtYf6eVdqwcWH9PEImF801ME/XOE4mP09I4z0DNDOBRGMlJCg33EzFZc+RomPcr8nPqWZQr/0AARTcch/dCaGmW8t50eRzX27CK81hBLU8P0yS7j0uIUUxEzaZMNq8WCQ3ay7OYoS4lxOiZMaOYSsrU06blRfLMhzHlFWBKLstkWknSVzJFOJvB3txOwmLEU5OPN9WKzWyAoeOhWrA4bFk8OmpyHRjro7Pdndhx1LSP+1N5kDRPZU+CB778+hgf6Y8gaogYCLwYCmob6j0DLGpxUNLu2Ry1uqva5qWzZJv9dvVX7PVTePd+urUplR2gj/vxyuwxQJnJLbZQ37syXjfQ9rK5Sxb3fvT2M1sepsFK0vv7etcLTTfm9692Pp6zeiVM+DLMLrVvHsKWfj+ZXXqkdlYBrunSbp/zhIRb3xktwsdpNlFTbqdnvou7g9qj+0DJf/SE3da1Cm8kJX33bxu0ZHW2iZyv5zfRKvfLXLcmAohLxv05sbdf/DflULOt1iG/1Qg/wKz5F4scDbapO2jaKu1baHtAnvBvqEN4N64Vf6c5gv8IjdQ2C83K9YLpSv1m5QX1Vs1P6qhlPjoWyOseDz4LY2NCf1bru8tS3ig93zx8qI/IlNXbcWWb0pz3L2xu91PDyURGQJCkpu7/q78I2UmHJL8eWduCcn8Fba6Z72EF2bjV1WWEssVGGY1aceWWUVOZjSsozmgpiSYxy5XYP/bc7mApGSGWVUVrbyv6mBqo9sis3epuAMwtPbQVuSf6mu2dJaS6yC8soLzDjtSVI3v3a5IpPKtFIpSRxEn9X6pZLDU2LkxK7E6Pgsus4zCli0RiRlJwXFGJ3uMXXCJFIknjaglNPk/RL0mexQTxKNBInljbjsoCWDEty6CewOMnMwjyTixFiyQChqE3iChKOhAinNJxOp9i1YLekiEaDxMQ33epGvCcnr4AsF5hNKVb/LIJM60glQkQCS4RiaRIODw6Ez6ETD4vehAuzxU5R7CaX47XEdQeyti8cT++lkjr1LKhyt6zqu6XI0GMgsFcRUDs3DpdJVnMsZOVbt0U5RVbyymzb4l3RmV1gpaTWQW6JbUdyBZK4KVrRs7p0ycRDff/d6THjzdvaf5XI7NT2alvqPE+Sx+Iax478V3LbIYVpQYWdbMFpO/w75cmWe+vJs2CRHTO73O+dyj8uv7pXulnDODZHQJNJtNohcWdbyJHEWz0TO6GCchuFQpvJ5BZbKa6yk1diZSOefOmbecKzUdtD62RXyCrPls1hwpNr3lD/Q3XIuLLCky+r9vkyxqxcq1LFVrCuTtU/jDaLO1fsKSxU+8N0bNaudBRXrsVUYZjB+VGxFL+y8i2osc0qkzDvY+JZJP7ly9i1WQzr611eM2bZIYAHZrWbP7xGy1NBYC8bUU+T+maQ+nvRDeOwV5JXeJCW2iLqKkME8k/SWn+Ktw6WUlPuJqAVUFKUR+uxCszpLLItZvI8Ibp7hxntHWAubMbmceJ2mzHb7bhLKnAs6FTub6HptfPU1dZQGF+S3asycvMP01pioVTko6uzIeWYOKq+NbGRnxb1LReniaWA7ComcqirKaCyNherx4M7O4ecpkN44xECsxpJ8qgqdpHrjGBvbMaVThKeTcuOYzX1zS00RgcIyg7drC9MyplNdoUknrmiw+Sg0A2pdAx/0oLZU0yhrYq2mjTJ+CiLmglrSROFJWV40PCIXbPwBucnmZ6aZGZ+nri02yQpjEyMMzcfkqTNTX6BDVNeLrZEHMJxtFSCfPMMs6UHSFud6GzjuIvNbgwNmphTyaeEIGe789pWDLtjytBiIGAgYCDwbBFQK5BpGZSfmRfP0vYzC/rlMaySUl0+VdWH9csT9ZOJVE0oY7EU0XBKdhKebsdRP84SjYjdxNO1+2SQNLQ+LwioCbzFpqGbZJBgo8NE0b79tL75IfvcLXzv2wcoKHBhrz1Nw/E/4b0DJzm/z4Sj+CxnjzVx5MxZWs7+EX/+vTc5970P2Jd/lBP7KqhvcOEqLmP/j/6Go+f+lHNVxVQ4C6mqPcC7PzhB0Wtv0eR0Ubr/PHn1bXgta31R3yhRixqqXNsCDncBVc0nOPtmLTHZWctvOMXJ8x/yRtt+DtcXYCo8x2uvn+b977/HqROv0VbRwpt/epaSitd57dUzfPD9dzj96ru0lh/hgx99wMnX3+Tg/rc4f/I83/vBu5z7w/+R9+sLefWtNzl+9CBVdfV4G0/xWpGdg299hzNn/5gPzpzgnfePsO87f8Q+k4l9x0/hTfsYufw7Pvnkd3z2xVdcWjzI0TPnefO9V9jXcpS6nGbxqwBnwxu8cuoopxqycWEhlqzl2L5s3A7T+lAfvE6DGpeSMi7sxjxCk8dAYazKB409Wo2ofDRBQ8pAwEDAQGCvIZCZcGvP0Gv1oaBWRaV8hl4Ypg0E9gQCahKsiN1cyubhh82uY3fqmC3GFAnj2DUEVCIQU4sFmZ9q3IsfAhrOLC9l9c2yG3iCD19vprrUs2v4PI6i7KojtJ77Hh9++D0+eP9bnGvOIdtp2kKlCXtRNZVvfJdXckx4zFuwrjTJ3EHTNEyyi7+biRi7eBgj1qOAacgYCBgI7EkEtKc8OXwAJA3kMwHj2AQBmfWorycl4qnMiugmXEb1S4CApmmYrTrqK6266ekGrGma9FMN5IVxGAjsEgLqcVLPtK6rM0W7pHiX1SQTKeKxNKnkg4mnbrZi9WThzcomx2XD8rT/EG2TWHWzDZvdhdMl5HTikLEjA/Mm/EhWZrbZcWW5cJi07X31EjnktmlCcvZcvoyk7rm8LYZTTxOBNOnM13uSsqW+xm4qStA3y8ToJPOhJCk1viXjxKNhQqEwkUgM9ffF6cQiC5MTTM8usiST0WRsuT6ZSqG26mV2Cup7f3eVpyJRkvE4KZnApmUGq/5IWU7vtj6lIh4gHIsTVQE8JZOGmWUE1GO0fGa8r0dAYaP6jKY+jdd8cEofjYWZ6e1jbDrAkjy4qv+on8qOhkLSH0NE4knpxzEi/nlmxsaZlT6r+mJKVsVT0v/SQpnHXfU56cyZPhdPkAxHCIsjYoGUjAHqb0nk8iV7RQmFYwSDahv5+QldlxmKSug0bc3D8MQdTMhzoL6CmZCJ7RM3Zhh4eRCQx/hZPM87BVjTNFTf0zRxmHWH1GkmMxaLGV2dr2veO5camqax6TdhefJHSpLmRDwtnzu7Z0uGzN1TZmgyEHihEFDJ2vwsg0PTzI/e4tbwErODI8zPzjAXiRCR5C4ZH6e/d4zJqTkCMjkMLCwy232b2WSAkd5BZuZ8+ETHbH8PszJjTRJjrrebifFJFiWxigfGGJoBmY8+GnQyM1WTYDU4iPq1OmR2mkgkSIjyVGYSmyYlGWRKEspEcEH8lQmwTF7SMslNxBKSZCrxFEmRSSaSd69VnUG7isADNyqj3XhTCAg28kjLc6pOVMUKJYhGl+i+NcXsWA/dfWOMjI4RXByjfywsyUiYqPSnyZExhvtHWQgECYbjhIbaGZ/3MTM9ydxYPwO+KOnpm/RMhZiTTC46N8Z07y16AikS6TkmJpbw+RIrRt2aeXIAABAASURBVHdernd7lYa09D21mJNY6Vuqf6qk8m7SmZJ+l0mpJPlMqzrhT0hdTPilE5OQPiyvzAKR4o3JanpadKSEN6EWk6RMRcIE+vuZDEWJZJjvOiCgKhmVCKflPC1tKbGTiscyetPpBWZnfExNRkinEoi6TKkWplKKL5kgpirvqnvRi2WMQJUveqxGfAYC6xHQZefKZJakx8gQ1kOzq9dp9XkhiV1KxuPdUmzcst1C0tCzZxGQoQvT3UFsTRBxH0FJiBZiVkxTX/KbrwfpvXSJ/sEuBpYCMmkMkp6/xJc3fARNLrJz3KRmphj87DcMJie49umXdHQP0NvTSfunn3A7kiKemGXgxkVud8qOw8I04fmbXB5Ads3WWN7RhRoYkpKcyYbjfbl0gmQswPjkAguzUzJRXWJh3o9/aox5fxC/+OmT3cal4BJLC7NSFyAQSRBYnGfJN8/8gvAuhu7rM852BQFZGNwVPS+yEvUBp3ZJ1HN9P05JKhJReqezccVG6L56gxtXLzM2fosLt+aZWogQDw3T1d5H52AYR3ExWaY0wVu/587IBF09t0TmUz7vniN45x/5zc1JBufDLIx3cOfyZ1zpD0nfHKSza0YSu3v/he198zs5kw/qB9nTLM3OMT85xdz8AlMzfmKRgPS9GabmFpkXiizOMhtJy5gwy9L8BJOyeDQ6OSvJ6Bgzi4tMTfkILvkIBPzMzcpi0ewEC/5ZxifmmZucYdHnY3ZWdH/yGXfml1iUycKKH2m1cDM/zoIkuks+P6GlRenvYfxzs0yNz8nO5yST03NMDs8R808y4k8T908wu7jA5JyfhZl50T+HX+1+7uIEZMW/rcoN4dxKYBfa1I9EWO0aFqsxRdoFOA0VqxGQlZtELEV4KUFgIf7EaWk+LuOJ0A5sRYIJ4tEUcZmzrPdxSfQonevrV1+rdkWr67Y6V7yKFM+KflWq64eRktuM96Ftgs1q/Rn+dXWqfaU+tJggLeNqVMbBoJyrto1I+aNkNmpbXRcTfNX4pmna6ifksc6NEeux4DOEX3QE1Pe0nYU1lB37kKaFTtLRbjrvfMbnn3/FtcEQ3Bkk+2gz+bU15LpdOG0KEbXSP05UdhFGxwboHxlhbCLA6EiSxNxtokUOZkN2ZvtEXrE/DslgoOsy+bDpyOl9Tckg4flO/uFnPXRe+TFfXL3Cr3/7Fbd++f/l4+Egwzcu0z89zZ1b17nx+W+4LruJvZM+bnz6Kzq6vuHKrZt8/cWN+/qMs11BIDOA66Jq98ZwUfbivNQzrCbULo8J9VyvjkzTTZid2eQ2vM+xrBR56WE6Fybp/uwn/Pj3PYz3XCOeV4ij+SQVWR6yPJZ7OvyxIGPTE4x2DtEzNsbs0JAkL134pN+MUgdX+0jLrtlqe490romUIinWvmLc+t1nfP3Jb/i6/Sr/8A+fMTHSQf/wZ/z84yt8/tHXLLR/yi8H4nT/5hfc/uo/8J+++IT//88+485P/mf+fWc/v/jH39F58VdcunWNX395h6mL/yu/uPRL/uf//BmfffQzbtz5io8G08RjMdYs8ChHogG4/TO+6F/g8mdX6b52gS7/CB2dPfzu//djbo5OsqD4FnqZu/kz/v3NNIs3f8zHV3/Df/7tDT7/7RWmhn7JZ7f9ktjJrFTxPiXaEM4nbDsZT6Mo9ZQT2F0Py1D4XCGgFqrU36rNT0TpuLjIV/8088Tpwk+muPDTKb766TTbtdf5zSIzoxGmZIHsQRmlR/Rt4fuFnygeRduL74L4pihj66czfPlj0S9l5noLO6r9S4nv4qY802wWt7L3pdhVOlZI+a1o5XqlXOad4trv54kEkgzdCXDtN/OstD9QKr2KNvVrGZcuwdk3HSMt/3brQdV3S5Ghx0BgryKgJtpJmackZQVm4xjipNLzzJsLsel1HDr6Pu9/+C7nG9xYLMiHv8yhMn+sc1c6KRcz43CwGXyL6LIbZj7WQmpwgfEvbzEeDjLhG5NBsw+Zat0VegKFrmMpKKb4QBtOk4WkH5wlrRxpyqehogCXfYqxsIm51H7OVBXRUjbM0HCUKSGnzUlhdRnGYSDwNBFQk56ETKiDS0k2n1Av4dfcoGVRmV/Owff/FX/9/eM0luVi05AOKf1PivsvP0vpYrR0Afu0r/jc/n1q9CjOgWuMDo4zIh/SkaGv6ZJkKKAGAx7tUKJqdTumfoJf7ZyvV2PJxZ3fTF1ROfujnXR3XuDGeFR251LoBR4s1UXoHV/SEaygyOSgOSefsrJaSovyKSjeT2WRHWbHmB8fYF5Lseg+wP4sMwWV1RTVVlGck4UrasWlfihAElqT+f7Hu2a3YTnWSqL/S8ZlHEgJfjlT3ZIgzmKOp4iLr4qkWPua62VqcZiOhJXFSCVVJXZs1vt61zK/OFfqq2eKdFkwe3GiMiJ51ghoMj5ZrBruHBMVjXaaT7ifLB1303BYbBz30HLCs7Et4Wk+7ma1L6U1djzZZrILLQ/ItGR0eR+oXy1ff8RF41H3ljyr+ZVvijJ+iD/7T3vF323IK95TXjJyG2DZeNhF0yZ+7DvpYb/Qaj+aJbYMrdPVKBg2trmpO+jCYjdRUGqj7pBr0/hULC3rda/TqeyW1zvw5Jgxm+XB2KWH88UfnXcJKEPNi42A6lJqwF0fZWCqj84v/oXf/uoWjqZa7N4EMyPtXP/yay7dHGaq4RCpW5/Q+82v+fzaHW4MLIJKDifCmEqaZVAso7Qsl4JaL9Hxa1yfrqSm/CRv1dkoso9xVWZYo5d+wu9+/RN6h0Z29YdL0qkEoZkehjv6CSV1bAWF6BanJHNmmZipXYw8sq0JbIlubvR0cmfITY5LJsTmqEyCTaRt7vVwGNePi0BaFgCEdnFh7nE9eu7kdemI6o/XpVjjW0p2m3x3fs1vf/pPqCRDK67CGfQxfvsLLn7+EVcW8onKYkqg/Rf88uIVPvp8QHaV4qTTM8R1G253DW3lWTgqTlKhLTI2HCGsl/HGq7W8ejDI7YEkY7e/4fKn/8ynFy4x5tswzVnj04MXGmrLXN1i1h8RH3Pj3XRPjDJqKyU9HkJPBImFlwgmJGEz51I8+VsWSqrRnF4cZjNWqyRjFrMsHjmwWXScRVnY7BbSvpAsJjlwuDTMKmFTZDJjlgfL4grKruU08/4Isme37IVuRfPspyY2h7fYAdkONPVVa10nGF7EH9YJLywSjgQIuNyY+29ys32Q+YQHl9mGJ+wjKsm21W6+t/u5rPjFfNc0DU3XQF4Yh4HAbiIgs26nx0xhhZ2qZueTpRYntZKIVO9zUSXnG9pT9YpW+VJYaZPE04xKOB6QUbyKVvGv56k74KJmv9jcgme1TPU+J4oyPsp5pnyIjYy84lmhDWzViB/Vm/mxgVz1fvFDKKN7lb4awVDhWFprR9bH8eZZKJHz9Xz3rjfQfa9tld6CCisOt4ndHGd0nvhhGDAQeL4R0MQ9Td40Td7k/N7Lkku+7HQ1VuWTnVfDwaZCCltaKC2totzrwZOVjaXwAE3l+RRly+THYSenqJDSY2cpzTsoO1/lNB/YR11LK/UlFRxqLqC89RgN1U0caG6iseUgRfmNHGrIIj9XJmtWy272bdGloZvtWB0V1FSVse9gBUU1dbg0Hb2ogbLccg7WVNDYXC6JnhunrZiWI6007W+hqryYwhwXL9qRlknvM41JPWIbzvifqVfPjXHVBXVZtbTY5KNJYXXPMzM2exaHjpVQUFxMdX0lZTWN5OfXc6gxi1y1S5VVTVVlGXXl2XidDjweO57mE9QWV3OguoSG1hbKG09yoq6QxtZGyvYfpa5hH4dbamg6cZw6bxX7W8qorM6X3S4nFtMaB+55stmJ4pa8CpP4r28kq5sxWxxkFxZTf1LsHXiFw02tnG2ro7mqQBI8K6awiaL6XOy1R6iuqORgXQG5zcfZ79WoaqqjqOk4TS1tnBCfK2tqyCvcz1HZeS8rqyQnv5SGGifulgNUeVOEh/voviHJ2Y073GkfYSqSQ0XTIfa1VFBcVkZ26T7OnGjmwGvHqMmrkZ3OQiqaa/CWtXG23kFuwxkO7n+F1w8f5ExrLZWVFeS5TJjl1mAcBgIGAjtGIC1jfzySQv0NvNWu45bdsCdNXklAPDnmHdlyus1YZAy2yK78o/j3KDZX7Hh2ERNPriWTmK7oflipcFK0ns+ba84kcs67fxZgd8m985pYz7fTa/XftaiHKCVr6arcDdJ3Q4mhw0BgVxB4hkrUZFLRGhes+VQ0tPLGe29w9vyrtBTYyG88zqETb/POq6c5fqSRfL2AA2fOcejoGY4019F6qIaKs29SUXOcA3lu6uoqKCpvpNxTxclTRzhzuoacHIckgw0UN5zjROMx3nr/Dc6df4OKkmKspjUePPqFZsZsz6Vx336ZzJ7lYEMV+2WCWFrfiEcC1UtbqMrLlUlgLXWHXqGtvoV9lV6qW0/Ssu+wTIJLKc+38cId8qH6zGLSyCTa8oZxbIKAejblU8kkmYO2BigLTm8Rr/7he7z+wfucPVBFVWEp+dLP3vv2G7zxxhu0VRfTfPAgh06f45VDkrAcraDoyGuSrBziSG0pdfsrsJUdoLVQp+LYEdrOnWBffZksZmRjKT/LK3X1nH/vHK998DbHWvdTKKvp7PBQyZzZDGqTZ62oTnZFjfhwlGMHDnHuZAN1Z1+jdf8Z3jrVxpGWAqxmG/aq1zhU7iC7qo36mlqONhaTd+AMbdkatfubyC9vpaH+IKdP76OmuZ7C/FZOtxRJwlVDXmElzbVuSepOc6wpj6xkAP/kFFOT08zM+mQ3MI13/0nqy8soyy8lr/4Erx9v4fSHb3KotIHWfbU0HjlAcfEh3jjbxOE3/4hXW49x/mgLR84cpl7wyXfqyK3hZTjUL1+mUy9DpEaMTxMBldApShl/r/k0Yd81W7ImjtmiocrHVZqS8SWVTJPexWdBPj4f1y1D3kBg7yOg5vpqFW3vR3I3ApMTW1Yt7x/PpyDLcrfyxSkeNRJN0x5V9PHl5CGT4ZuMC8/QjccP5ElqEIQEJzXhkeJJGnrKui00n9xHy8FqPBtaNuPKL6b1u29Q53Tg3JBnu5WaMOZT3XaSM+++zdvvvs5r59qo9ejI4ru07Z2XSqoU8Qx22NXquZp87x20DE+fdwTU2G93m3DKgpHaBXve/TX8e7IIqOTQIoOy+nbHblkykrrdQtLQs3cR0ED90lk8JssmezeKdZ5raLoJhw3U3yetazQuDQSeSwTUBD4eTRFaSu7W6uVzE6fJZsK02Va8bsFkseOU9RdNe25cfqaOqNXrSCiF+tGcROzpp/hqoqUmXc8UBMO4gYCBwAuLgPqveyKhJLs5vukvLFpGYAYC20VA5gvqA9xi2YPdQbYX1X8onJCEVE4fiNiYHz4AiVHxnCOgmzRMZuCle3i1ly9kNj80XcPm0HG4TJgs2uaMu9aygaJnZHYDT4yqFx6BNLFGlPlkAAAQAElEQVRYknhcFpfVh3kiQUJO40tB4tEYyWSI8MIQnVeu0TnswxdJkpJ/8dA8c4Od3B5cZCkazcgnE7K3nRRd4TBx0ZUmSCQcIxyS+niE2EQnd653MjDpY0nZe2LYxiSmAJNTCfFfJlqPYicRIRHyMReSxfdHVPEoZp+GjNqttdn1XR3f9KfhuGHDQOB5R0Ctjmt7sTfIpEP5rssEyJgRPu9PmeHfwxDIPMuS1FlsOur8YfxG+wuOgBrfdNDkH8ZhIPC8IPCofkhSkpRdZ7UIq/6Waq2aNIPtQwz2juFfmGfimwv0hhdp//ICXT2DTId9RBaH6Z51kBz9nOs949y42sngrRu0R2zYtTSaNs7g4DQjI2HCc3MM/v53DMYkmZu5xdX2Di72+0mGIyzd6WbenGDs9g1munuIpNd6suVVOklKEsNgOEgwnCKRFIrHiUXiyGlGNBkLE4vGpS1IKDRBZ/uSJJvpjJyqj0vSiSSbJCOEIwnhk7ZkXJLXCFG1QJ2Y586tXoljnlgkSizoZ0lkUipRjUiiKAoSqbTscImNSJBoIkXygRiSGdl4LE5oapLJazfoCCeJit1UTHQKLvFEgMhSD19fHGPOFxMdKZISS1QS4JVYMgE9oTc159Rk7rabn3UyXD4hbw21BgJ7BAH19zv+uTjjvSFGu4Lbp85l3hEpM7QT2bu8Ix0BhtoD27d5V27Fz9nRKDEZWH0zMSZ6w4+sR+kb7liOR51n4ll1rerWk+JZX6euVb0ida5oeIv4VvMp3q1I+TeyLv6t+B9o6w4y0R/KfLVvcSZ+D6uRu3Eq3YoekNvApvJb0XZ4V3jmxiOkEmnUVwyfwZ8I7ZHeCHH5UJ8djzHUEWLgTnBb1H97Hd/667t6HuC7W5+xs4FM/611elfzrz5XskKBhQRLQpNDkXt+b6hDeDM2V+vY4jzjt8goXZnzLXi3o1fp6bsRoPd6gAHRu6WMalf0EJsZv1b4VKlotYxcK7tb2lrhF96RbtVXl/Ec6wuzIpuxo/iE56G+C1/fzeDDYxS+1X6p+xf0J6SvPjBT3DP9yHB07yGQnhtlfnaIbknIujrGSQYHGZ8YoGtwjompRWKhOcbnU4RGbjM8NcadgRnGJsI4cwopzrVjM/kY7b7D9a++4dI3V7j4+S0mJKmZHp1mrKeb8elRfJK0RCbGmE+EGO0fZnZ8BsmXtglWmsD8IkN32pmevM61gQV6u/uZGOljeHyCrjv9hCSBvDM4RV9nLyNDPfQv+pmaCJGcaad7aIKezj7G+tvpmh3nzrVBZiYnWQwt4fcvMjs0xPDNWwwuzdMhye30jF92J334RocYlV3HodsdjI320D0wSvv1LkZvfsGd6Sk67gwxOxe4H4dKEEdu0Dc2wtB8kIXJeeZ6+hiJJknEgyzOzzDcNUB/VxfToVHu3JllKRhjbmKE8WHxW3zquDNMPP74P0u5TWB3jc1I6nYNSkPRXkUgKUs8i5IUqcn3sCQg26Y7SyjegRt+FA3dWr5WdduhIZEfFJm+q36Gbi8xKKTK7ciu8EwPh4mGksyORiRJCTygQ9lY4d2qHLoToO/ash/Dcj5400+/xLWVzLD4v1G7klOxqDYVT/910Ss61fV6GhIdKqldX7/RtdKr9GXaRN+QrP4Nr9wvuR5WtHK9STnaHSS0mGBhKpq5d0Mi0ydxDik/doC/4h8WmXv2N7G3un1mOCKrgHeTur3aWZ6w37KISiSYYrQnTPe1AF1XHk6dlwN0XlpClYpflR1Sp85XU+elAB3fLNG1QZuq67y8lNHRKTYzJPztF/2ZutV6NjrvEPvtXy/hk8UC32ycke4wik/ZvHNR9Iouda1I+adsqfPtkOJXfquY7nztR9nZjtxWPErfrQt+bn25+ND4lP3t+Kt0KhwUv/J19T1Rvqj69XWqfj0t8yzRJwl1yJ/MJMmDHSE61P0RHNvlHipdK7bWy6++VnwKL1Wurn/Y+Yg8fyo5zyzAPOFn3lD/EiGggcmqYbbq6CZtXeA6lUVxzLLbdmtshgFTDUVTd4jnWZn0JZgZ8BGXZCWyNMfIpIbdHiTudBKzVnCkyIXbY8di0kksTsjiZTvtPQMMLaZJJvz0jVqxzs3iiQ3TJ4vAaSKSnI0yFbMR0r2s/3azWuhWz74aj9c6mcY3NUvHl5eYHvuKb/pH+OrLa7TfuEnf8DA3ZefQ1/kbLg3O09/bwUh/J3fmREMqQbz/M64PTNHT18tY12dc6LjJb76ZYdG/QCQ6x9TUOP3X7tB74VOuy66ZP6nLziOkgz78YwMMhqb5+pObjI5LDP2DXPn4Il1f/IIbgRDtVzuYnJ6TqMSWvNJiLzF6g+7uW9wenWNySS3OpDGZpTEyJjuAQ9z86ibtV+4wrkMqbUbXggzduS2J5g36R0e4eb2fWGz76a5o3vFLPQFa5m3HopsKSDibthkNzzUChnO7hoD096wCCzUHndS3ubZPR9wZ3qp9TqpanNTuUL7hsJsG0aHk61pd1B4QOrgD++JraY0Nm1OnuMpGzQEndSJfe+i+DmVjOzHVHXJS2ewgI3vYRY3oUX5tJat836g9g4X4otqUvoyeVmcGK1W3mhol/gaJY3XdRucKnyrln2BUL1ip64Y2932d4nO9oq10iVxVkw13lk5+qTUjWyd+Kb11glkGf6V/Kx132zJ+i+8b+bpZXXG1LfMhpRmj7qZdV00idLNGXrmd0noXZQ0Pp/JGFxXNblS5zO+krF5onWxpg3NZp/Av863SLXXlTcs6ykVOkeIvqnFSJnJlUrcVlUp7QZUD9ct2Do+ZvDK7yLkobXRSXOvIlCvyyk9la+V6O2VJrSsTX2mdE0XbkdmKp0TwUbGViN9l4uNWvOVNYluw2YpHtSm/FA5lGbyclK+5J0qHi4qWZYzLlN1NSOlQ975YsLe7zbiyLRkMK0VfqdItGJTJ/aqQa+XbVroU1pVis0xi2IpvfVt+mR2H2JaZ3qbPqtFgILDbCDiqskgtzrB4uROqmxi92M9MIsmcT3bWZMcuYLGSVVZGLF1CRY6L8ixJVNJRgrIbp75mmEylcVUf58S7f8qPvvMur1fFsUSv0TXpxx/wE/YtcKtPQyObsqIotvJydG8xVtYeyXiaeDRFSvStbVFXUp+Oy+KbmWzXDFPTIUYG45jlX2l9JbGxEPlFOdS0FZJf6CY1nyYlMcyPBsnK9VLTWkhRbpz4QD/zzSfJqWym2BUlMDlEd/8MKRuEkg6sFjsOmwWv10l+gZM0EwwmK8jOPcy+gmxKbFGSejl1jc1UFWrYrQlW9tU0swXH/uPkz46yODImu5VmnC7ZybTpEOiju2+Myakguq4Ttrlw2N3YzaOMT/oYHohjSmiU76vFbDHzJA+ZeqI+8yS4XTMjEe6aLkORgcCeRMAiK2d5RVYqZXKjEpKdUtNRD03HPNQdcmeSu53I10gSsf+UF1VmEguVTEmCuF0dhZV27E6TTCJtVDQ5qRX5WtG5Rn4b+pR95ceKrEqYmiWmnepR/EquvnUZC6Wv5YSX6v2uHWOjdK1QtSTOSo/CSCWJ1fudj6jPnZkk5hRaM/I14pfSq+JXuhWt2NztsrDCjsWuo+nSTTQh4/UAAvIZm/lhjPxSmyRgTsqkT+6U1ES+otn1gGyFTOwr9z1Yv5l+xV/b6skkU5vxrNRXir26Ng+eXAvuHDP5kpSqtgpJPmoPeVClun4UKhcMqqRPq7L6gIeqA+4HYtup3qr9bhqPemk47N1WfNvRXyk6FQ7lErPCbjsyG/EoWXX/imsc2F0mnB4TBSt4qnsodsobtvlsCF9Fs5Nt8wvWyieVlDvErq5hHAYCTw8B1z5yvftpzk1T0zLAV9HTnD30Pn97zEVV9hRfz1uxuUt5/S0vE2NmUjPT2MOX+f/8h1/xq//wE65NLbCQuu9uOp4kdLGLnCOtHPyz79BQV0b6huz+aVbsJa/zSs40VXoPsjF2X0jOzDInsspnlW5a3wE0dFOERHKO61fiknhVcLDWSn5+hOkERK1ZFB9pINTdw6VfDzE4nqS4OE1irJP0/nIWZTfv6kf9kmR6qGqrp+DyT7n9+19y6dYdBgJxFk12gkuTBJbMWBaHGB4bpXcmDDhkfaWZY9m9DPT9jC9kJ3PKXINHWjZ8JZPEh4aZzzIRkBQ2HVoikZrl9heDTA5PEZW4Inoc31JQkl2N+NRFesdzyc9yUFQYYSqRJoRLcq318W9o7ZEr1besQgHxNarSu0dWs0ZQX3NlXBgIvIwIaBq6GdRAZrHq7JTU4KdI/bjDTmUVf0ZW2bWJbUXqfJtkMi8POuqrEmY5z/iwQx3KB0UZP1Zkpcxcb9MPJb9CGTmRz1xLmbl+BD0Z+VVyGT2ib339Tq91Hflg4t59zuhVdpRuRer8CZDZoiGPGs/z8cx9E4DkhcmsY7Y8Ism9MytaLy916lnZtl7FL8/Dhro20i28ukwWNMkEVL/M2NmJjvU6V66VDiHlR6Z/q/OVtkcsFQ4ZXeKz0pvx9RF1rcgqnRldyj9Fj6pPySoSefUsaDqYVp4Hqb9nR9pXbG9aCv89n7bDf5dHA9T/U5fOLKPLhfEyEHgaCOgOSva3cuztdziUW8O73zpMZVkBRftOsO/Ed3it+SjnD9rIqz3NKUmKDp84xr4z7/DhG0c5+sZpanMOcmxfGfUNLlwlxez74Z/Rdvw7nG+soL64moamg6LzAIWvvUazN18WgU9SVN+MS+Y/q8PTNOkBy6/V1ZlzuyuXivoDHDtTRmA2SnHTUU6/8TavtjbR1lCAreIc58608tq75zhy+BWOVjfw+h8doaTuPK+ePMwb75zl6Om3OFp3lG9/7zRtJ47SUH+K08dO850fvMnZP/gL3qvN59XXT9PW2kBJdTXexuO8Vujh2DtvcOzEW7x+vJXX3z/C/m9/hxaTiZZjR/Ek5xm4+Bt+89Fv+O0nX3IpWk/joff44PR+Thyvp/TEG7y7v5iixjc5f/YVvvvH7/DG++9yIreBN797hqZqwevkGU699Q7n2lo4Uu/FInOqTNBP6E2NwTa7jknmBrtlQt8tRYYeA4G9ioCMXXvV9WW/JQA18UHK5Qrj/XlFQN0ilYDLEuDz6qLhl4HAdhB4oXkyc1rVWV/oKI3gnjYCao0gEYPMVxuTG+3OaDhzc8ivqCTXkk1tTS4OhwWTt4jsojqqcgspy9UwO4spLcymUBK3nNJammpLKa2tINeeT1Gum6xs2elyushtbKKwrJ5SjxO32YHHm0NlXQHO8jKyzWZcuSXYs/KQtY9tQqHhysqhquUQNQ2HaKsvoKK6kqKySsoLcijItqM5SigrK6KqroLiolLy3dmUNxbj9JRSVqrqyykuLZf6fKol2SwWX/JyyygrLqG2rpzSuhaqZMestKJMds1y8WR5seYUUqa+kVRRRUlJLdUlhVRW5ZNbU0uudNbcokKy84vJyy2ksFBRc+/chAAAEABJREFUEfll5VSUVlNTnEtRUTauogpqCt24cyspLymlrqFKfK+mxJ4tSWoFedkOcoqKJZYqiSWXwiwLJlmg2yYwj8RmMsm9lIRONz2S+IZC+oa1RqWBgIHAnkBAk0xOl0HNZFZne8Jlw8mNPssNVAwEDASeGwQ0mWzpQpquPTc+7V1HDM9XI5BOpUlJdiev1dV75tzmcpJbWoE3q56j+0ooyLE/F7478yqoaGylta2VQ4f201jixLn9bPW5iGE3nDCSut1A0dDxYiIgWyqJWJRwKEIskV7eXJE69X+lJJNJksnU3bo4sUiEqPp/WWTATqeW69d8dWfVCJ5Wcnd5kHp5PRZ+Sj6t7D6gRbKHZJRILEF8w1VBJSBxiS+JxKov4kt1WsUXj7Pyh8dS9WgvcS6t9Kjy0TTsqpREu6v6dqpM7giaSaSMuaKAsMOXPEPL/U71vSQpeW7T0h+lmkw/yqgThKVCXgiD9NH7vKmk9INIiEg8nalPqWf8HolcQnSKoJwta5LzuyeZIpWMyQp7iLD0c+lumbrn5S2VSJAUWtuLnxfvDD8MBAwEFAKajPsWu4bNbkItxKq6PUe6Cd1ux+22Y5FFDwlp90J4yTTJR9jy17x3ceDWXzIMjXANBLaPQDLI3NgQnTd7GPZJgqNmcpLkRQJL+Hx+lgIR4qItHZ1mpLOb3oFpZsJJ4uEwcZkQxtUkK9NrpcfKubBmXslAkHgkmvmPLtOpBJLzqDlppm2nb2oCKvNaYtH0gzrUH4Us9NE5PM3kYnQT1XFJRoPMz4TXyEcX/fjGJ/GLlHgv74/2SkejxCbG8cvkWWH1aFp2T0pBorQ90w+izE1TXhi0bQTkIU/Goywu+u5SgJDqR9If1X9CSzxBUvqaopTc5IQ8b+lokIB/UfgDhOQ5DAVmmOq5QedElMDSEsGlu7r8S9KXY6R8iwRFj+opKdGVWOmzqpTrqG+c8f5b3OqbJBBNsek6ybaD2j3GyPw8i7OzBHZPpaHJQMBAwEDAQOAJIhCNpAgHkiTk82S3zLwsSd1u4WXoeZkQiM7gi8QZ86VIXP/3/L9/PcL1jy7SPzTImOCQTgVIB77kH/9pgNmYhZw8F/HhEe78t3/gTnyCT37yO67f7qer/Q5X//lnXJGkMCZpUvuv/oVvLt1kcGmCwPgFProJSxFR+AgvlZxo0outNg21CnhPRTpBJDTPL3/diy4MbrtZks2oUIS4bL/Fg0uEJbZ4NEZMEky/JIVk/g+cMH5/kKmuLvq/+pyekJ+leIpktIvb12/x9aVJwol7VmQ3JClJaRJRI0lhWpLVOOlYWHY3o6I/SSIQZOHGLYZiMYkxSUp0pWRXMHFXSSLjh/ggPq3S+sROZZExo1vlVZmTp/2mITg9baN7x15a+kg8liIaTKDO13qu0q12Ln0zzuREhPDIbQYv/5rPJ0NMfPG/8HnnGIPdF+i59Sn/dNXPzGe/ozscYkmUpMZvM9l7g0vpanIcCcx6GpZuMzLUyfUhSMZCDH38/+KrjgGGlwJM9tzmwj/9nmFJ5u7803/ler8sjsz48E2OYjJP8Ov/7b8zOTVLQnRv/5UkHo0QCUakD6blPE5mAUjtpEv/iAUDhGXlQ9aDSIaDRGX3PxYPE/AN8i+/uMD0bBCVrCai0YwO6UYZ04lwhIlb1+ltv8lkpub+WyoeISYYRGISryxBzX7xCXd6+hmKPqUOd9+VHZ+lBYiE7KrGZWxKyXOxYwWPIZCUZzAhlEwo3B5DkSFqIGAgYCCwCQI2u47DbcJsk0ncJjw7rd49TTu1bPAbCDyXCKxyShKjtGbGlFVKQW0jjuFuAtN36Lhzka+u3KZjNATd3cRLinGXlZGb5cKWjhKamyaUnmBmqJf+wQF6+gcZ6BqjbyJF3NeDzxRmeDbO1OCSTCaX8ImaZGqV3R2eqmROW/81iFRcJoYL9I7PEAwlmW3/hjtff8qVgVmGL/2aaxMT3PjqOl03v6Z7qpcbHQsMffJruke/5pPrvVy7NSgr/7109g3x6W+uMzY9zrw/ILsecdbMr7RFxoaG6Lh2i+DCLT67EWRieIzpgS+5dvsqX3YGSARlgppepOObW/T19jE8NsylX35J18VfcXV8nBsXbzLe2b/DCfIOQbrLrqHdPXs2hWbMEbcGXm5P5pcOrTqanN9jlgvdbMLtTpFMWjFb7FgkSYkHJNGSpGhqRhYh+ocZHOhleKiHMVlcifnauf71J1ztnWAmlpTFCz9j7YNEdAu6zYVdFkLMJo2kpmOzjjOUzmK230dsZoywf4jxvh66J0YY6u5jYCTAzEJSkqoEusVEeCGEWpy4599DT9JMdVynu/0G3fOLjEzMM/jxf+RG7wg9Xbfo677KDek3Hb/7nBH/GCMz47RfusatK9cZj4eYmVkiJonfRI/wdl2he6ifrz6+xMilf+GKnHePzeObDwoiqx2JEPTPSsy36Pr8Y274kyzMzhEIhZA8aTXjc3muoaHL/TGZ5UzjqR7Kbob0p2rWMPaSIBDyJ5gcDDNwO/jUqP9mkD6h7dicGpGxw5fAPx/f0L/+W6LrRgBVbkffap6eqwG6ryw9oLdP5g691wMP1K+W3excyW03ttU6lEzPtQD927gPCr/hznBmV21uIsZw9+b3T8Wi9K62tdH59EhUFt+TaLs4zuyiqpekNxphvnAIpGWinZIl99RGq7K6CbPThau4CHs8jimlY3d6ycrJwmszYZr3Y8nPxe71YrdakPkeSDIoW3Ak8pz4p6YkOZollJvL4kCQhdu3mbOkmPQHJfGZQO09PB6gadSKdlJWtCWM+6o0DZn5YnHl4Laaifv9BJYWiCYX6bt0neHxSWbmAwRlJT+airI4HcLX287U/DDDM4vMLSbRTVasdgehiWFCiRhJsw2z1Fn0+2bQzOjBBYKy43Gra5g5S5qpYZlYD3fQOzbO4JjaglSehZkenmB2dpaFxVkGbnXS/vU1hsYmmBY/Qnd37lZpfv5PH8FDhYTMVR9B8uUQ0TQNXZ4vk3rI5Jx7h4YmfdGq+pjFRqY06wJlUhYZIkzFynD4e5kLxJkNu8gJThLTbDizcsjyunDmlZNX1kBzns78zRvMR+OkLFYsVivmZARt5g6DehkBeWb9Ez349DBRl535S5cJ5XkJRExEF4KZnbVgyELN0UO4PS70e/4tn6idHUXpBxZpIgwMB5meS+J0iE0thU/GhrgWYnZ8SBLHHibnF/AthokFBoV3mP6OQabHJlkwmTGZrFjMswz399PbOcy8b475xTn62kdk5zyN2WZGQbbsxd335AKzkpQOdPRJ3+tjMKiR0EwSs9Kn3WUyio0Q0CSZ1IU03cBpI3yMukdDQJMBo6Tagc2p45+Ly8JR+KnRWF+Ysd4QI92hNTYz9dI2voqCktDpspiiolxdv/p8rFd87xdaJbe6fbPzUfFhtGetnNI1JvXKl83ktqofU77s2I8woz0hwSTMcNdyuaUN0T87HsWdbSYaSTE7Gl2D42pZFcd2fAosxDP6iirtCupdIXnEdkWPocRAYE8joL7ek3pgIgbx4CLzo30M9A0TzS/HYcslL6eIgtwsPFqMSH4+yclR5seGGJmaY1r9L57qe1ETc+hNzdgx47WCu62CxOCg7IwFwJ5Lji1AammQoWCMpYlehmSHYWFxCSW6EyDTwqz8TkhCqpJTuVx+6WZ0u5f8/DIKvHYcnny8eUWU5cnEbilMZN5P2isJX3EpeW6JhTS6OcHSXBDdZMIhdTZ7IRWVFVRkJbHYrOh6Gi0ZzfxozLIR9e6lKMdKtiPOzW4z9Y26JLGTzMgEWP3dUTQcRjNFWAqY0NNxYmEfc+rvoiJxwoEwYeWHJwtTds4DE2Sl/UUkTc0TFb2IwT1mTGqBQj3PSdUR1jzQmymOSlK3wIJ+jDqHD6u3iJS9hurUND7NTXZJBbk2HZNmxZZbTE2lg5ELl5hZCtxdUElJEhVgunMSc3YJBY5Z6QMjjCYdmBuacPUNknWkDrNZJ+0LkEpq6CYPLa+24pFkUWfVkQaVzKWTUsr5qhYgQVB2GFMpCy5J6NTiCO4aSorcuM1JYrLIE4smMJeW4wmOMTM1z4JfVoVlCz+MFaceIRJfYEn67tJiTHYMwVtaSCxqljFGw24GzcTaIzrN3OwUY7NLJLQIobBJkj8T6WSchOxurmV+/q4UhOoRUM+DDE9P1cGkjKfJRErut/LiqZo2jL3ACOiySFDe4KCi0UFuiU0WncxPjdxZJlxesecxrbXplWtFWdJ2l/LLbVQ2OylvdK7lvdvuUrokuXGtk3Pebd+q9OSY8eTet5XhFT0ukXWLzsy1nO+kdItO5dNOZJyCg8JDyTrdD2KwXpc720ROoYX6wx6Kq+148y0bYqPkFG9G70PiyCuzUSU4l9U52K1D3y1Fhh4Dgb2KgKaB2aplaE0MsgsVmR9h4Ovf87vfDFJypBZ3aZrx3qt8+YuP+f2lEaYOnMTZfYGhy7/j82ud3BwNYXV6sC7Y8BY3UtbYRF1LNVVVLizBbnr0Ixxpfp0/OVpAU3GEW9Nx5m/9go8/+gW9Q2Oyk8bOD/FfxbBeUNN0HLIrYDJpmGRHwmL14HHlcbg1l7TFQSKz62HBabLgcJmweW0sjCyQkF0Ma5b463JiRcPqcGCWiawlsUgkMMLobJhwMEhIKBiMQL4HW1MdVnM5B2xhNN0rE1cXblOapC2EJSfM9JQDryNBJDhC78g0flsBh9rykCVLEhaxItsMGi/RYcwVN7zZKilKxFOS/KdQE/q1TOoJsWKzm+R51NDMNiw2Cw6TJHNZ1dRWNNFQ00JlYQF51iV8tlnaL/yOT3/zFTdv3WJg9BZXevqYclRiM4msbsUsq9Eyf6ffV8frZ47wrbeK8drt+Pz55NYepLq+ltrmCnJscWxiL6e0kabmGtGvI6KsOTQyY4jZpqGbWHe4qcv1YYq3801XJ3eGw5hsDkx6NuVluRSXeYlgI203yzgRx+VxYvFYkRySVEwnOzXB8FwOedLXikvNhMxOTPYiDlQEGR/rpXcqRCBuRYuFCYWkbyryLxLXLODNJq3F0GNg9aQIzC+yNKl+Ammdi8/ZpaaByQRmCUHTtafqXTySJBpKkVQPx1O1jGHtJUCg9qCbw69lP116I4ejb+Vw7O3cNXaPvJ6Doh35IzJH38zhsJQ7kpOYlf3j76zz4a5vGZ3Cs1OdSu6I6NiJnJI59rbgIZiceDeXh8pLrEdUzNvwT+k6Jnq340/pLiZ0quvo6s0gAwEDgQ0QcFZx+NwH/J/+r3/H3/ybv+TtOic157/Pt//03/J//td/wo9+8ArV5hre/6u/4tt/9Kf84I0TfPfDYxz+23/D4VPf5/3qXM6cOUhT61kOFbbx53/5bf7qr45TUeHFXn+alvP/ij87/z3+3f/t7/gf/83fcXhfA07LBn5sUaVJ0qXLhMciuxFqEnSf1YzNlh3PJJ8AABAASURBVMPb7x7MTATL9++jsa2VAm8BRW//a/747XN8eKaZurIWykuaefPdUjw1rZw5/yrl5gTeojwavvsHHLZaOPz2W1QUtHH85Ku8+VYTRfF2Pv7xT/mZ0E9//Alfd6Vw1x3lR3/YgtVSyJlvf8jr3/8bfvjhh/z194+TL3H+YF8+r6r6b/0P/NUPfsD/9H/5Hi1v/x0/fPs8H74iflTkSiT3vX+Rz9RXfV/k+B4nNl1HEjVddopNPDiRt4nqNk6fLqO0zI6j+jC1r/wF71Yc48N3Kshre4PmujpOHa+n+Q//Fa++9+/4t3/2P/J3/8O3Of/qOQ42vcZ33/kWf/tv3qWxMAu79xBVNYd5+0wV5/7obUocNqwV73D89R/xw/PHeKs2i+b3v0W1+wBvnD7I6989R+OR4+QAGjs9NCqPvcErb/+Q94+f4LUjhRx65z3KcnPJbzjL4dd+wB++epgzh+vIOfiHvP3a2/zwL/+ID77zIa8WlvPqH/8pp/bVcvjce6LjB7x3rJXTB0oofvNf863X3+NHf/1D3ni1Bfet3/Lzn/90me7YcVae4I//9Hu89cP/I99rMFNx4n3OnD5Jm4xNO43gZeK3ySKXw2PCYtVfprCNWPcUAoazBgIPImCMWA9iYtQYCCwjoJlkldiKw+nA4bBjNWmYLDZsdgdOubbbLJjkn9VulwRKSBIgm82MWe1sWWzCr2OxmDHJUrNZN2O324TM6JKEaSYLJosdu/A5M/odmM2mR5gskpHRtOWSVYemaVity/Z0sxmTkK7p6FYHNvHVajFh0k3oQnaXjfz6/RQUNnDiVCtHj9Thtdkwiw6z1So8ZonFgtWVjae4kRNvvcnrQm++dZxD9aXkmszYbSZAR31V02qzY7NZpc6CLnHazHfrrRKz6HU4bZju+mHL+KHxshwC98sS6s7jlOct8yRI+aCwajHLc6ijZ/qQGZM8W1Z59qxWE7rZislkknYTJnn+LFYnDumrDul3FosFs8mKTZ5lh9q9VvKaWfjNshAhMjYrurKpWzGLTrvwW00aJuE3CZ/VYsZqs2BSfYhHO3SzFYs8/1bRbZH+YBbduiaxmCxi04ZNbFjMJjSzDau0qfHCarNh0XUsKh5pM1usWKw2rBleHT3Th6wyrthw5JVS1HCa8+ffXKYjLdSX5mCT+K2Cg80EupK3iD2TjnFsjoCmaWiaBvLCOAwEDAQMBPYIAhuO7HvEd8NNAwEDgV1CQNNNWLPy8WblUSS7dLnZLklXefDQzJjtXvJLiikSKi7JI9tjx/ogp1GzGQJqoqhos3aj3kDgERDQzHZs3nzpv9I3i4RyPLhkkekRVBkiBgIGAgYCBgJ7EAEjqduDN+05ctlw5YVBQLIM3YLVZsFi1lGL1C9MaEYgeweBNJm/pXvw/6jbOyEYnhoIGAgYCBgIGAg8CwT0Z2HUsGkgYCDwsiFgxGsgsE0E7iZ2mexumyIGm4GAgYCBgIGAgcDLjoCR1L3sT4ARvyCQJpUk80tn6v97exgl4mkUPYxvpV3xKlLXK6U6X02qfjWpNnWtyi0pmc7MfVMJ8UloPa/SoWh9/Xauldx62o7cRjwrenbatp5/Rc9KudK+/nqlXpUrbeq/fVCkflVR/Uy6atspKV07lbnHf/deyQNnvDZFIA3yqaR2itU9Sglme4Xu/VcGKilNIWNK2qDHvH+ZxySD59PFcnmnWBnOeGC8GQgYCBgI7AkE5ONzT/hpOGkg8MQQUP+R5FBHiIv/Ms8X/zTzUPrsxzMo2g6v4vlc+D/9bzN8LrqV3Oc/fdDGx/91OqNT8X7236dRPJ/81xk++8mDvErnCrVfXMQ/H6f9az8XfzG3xnel4/f/ILrE/gr/TsrPxfbH/2UapUPRZ/99a1820638UHpUbBvxfPKP03z636bX+L4Rn6pTOCnez348zcf/ZeqezKfi22b+qThUu5L/SjCaHokyeCd4T1bVb4dUHMqGKrfDv56n/atFIgFZPXhiT/LeV5xKpQkvJZgcCDN4e4n+m0+YbizRJ7QbdgbvLKH+M9mAL8FIZ5DOrxefvP87wKf3qn+tPxJ3z/q6Hehbj1nX5UUeRV/f9aVlrMSf1ToVhiF/UjBNMN4XWuv7XT9X868+Vzp7ry3tSGa1/ER/mKAvmVkw2/u9yojAQMBA4GVBwEjqXpY7bcS5JQKarmGy6kKmh5NFRzfrD+ezLuvSRa9u1jDLtUX9H1u25XqTXK+QzWVGtemiWzPpGd2aSfn0IO+KjCp18UPTwSI6zUKqbjUhcSn7q+u2e678sYpfiB9Kt1l8367saj4la3Ob2Uxek3gVrZbZ7FzhZHWaBX8TSOArfFaHCYvQyvWa0mISfp1l/HV0iUfRGp5V92KzehWHsqHKzXi2qtflXqFhHFsgkF1gzfxnrPFIgsWpKAsTkSdK80r/+OY25rdoW++bbyqC063jcOnExP+Fyc31rsjOjoSZHwtvK8a50YjwRljYgU/zYxHmhJTMvPLnrqyqnxV9K348rFQ4KPub8c2NiF9jUTZrX12f0XPXj+V6iV98UzaUn8t1EZbmoniyTRlMo4E4c6NhFF4r7ZuVikfxrm5X8Wb0q/u9DYqH4xRVWak54NziaTWa9hAChqsGAi8FAvpLEaURpIHAFgiYZLLtzbdQUuukrMH1UCpvcqFoO7yKp7zRTUWLO6O3vHFj/RVKp7SVN93llfPKfW4241d6FeWV2bFKspVXaqOkbp3/oqNqv9KxbFvx75Qqml1U7fewHV+20r0S30Y8lYLNCj4bta+uW9GjykqJrfTu/VI4KVrNe+9csFVxKN5iucdOjxlvvjVzP+7x3NXzsOtNbWxDXt0rsyT4WzyKL32TN9dM7UEXDW1uqvc5qW55wqRs7N/Chmrfpg81+1zsO+ll/ykvzcc81B1yPdT/mv3CI3LbibNG+an8UbRNnxSGNYpfqDZjy7nsk1wrfbUHxP42dK3o2NRP8a1W4t2OPmVX+XVPl/iVwUp0rK5Xuvaf9rJP8Kw75KZG+Gq2gVWGT+KqUfpWYlPxCt2zuVK/SVnf6s48fzlF1pe+TxoAGAi8XAjs7Wj1ve2+4b2BwOMjYJKdG5fXTG6xDTXxfhgVVDgorHRsi1fpKqiwb5t/hTdfkrWiagf55fYt7XjzrFgkUXDnWB7wX+lQiarSqfx4FMroqFHx2h/qy6PoVzIqzqKq7eOpZAoEfxWb8k9db0UFgqG6X/mldnKL7FgdOq4sM1vJPIk2r9wrs0WDNMskhfFai4DFpstzbKVOJtVPg9TkXdFmtrZq21RGEtLGIx4UbcazUt9w2E298K9cb1UqPkVb8axvU/yKVP1KuXK+E9tKRvGrciNSbY1HthfLaj+ULoVxo+ClSnW9GSm5BrGxWftKvfJFkeJfqVt9vlL3sDJfFsrUZ8PaJ9S4MhAwEDAQeH4R0J9f1148z4yIDAQMBF5iBCSfU1+/VD/U8hKjYIRuIGAgYCBgIGAgYCDwBBAwkronAKqh0kDgMREwxF9EBGSHTiV0mhp1VYL3IsZoxGQgYCBgIGAgYCBgIPBMEFDTi2di2DBqIGAgYCDw0iGgEruURC2lvO/Cy1BhIGAgYCBgIGAgYCBgIABGUmc8BQYCgkDm/8RKrZ1pp5JxYpEQwWBAKEgwpK6jJJIJErLlkkwmRVJeqpTrVCJGLLzCmyAZX2J+Ypzx8RkWojEiGT2qPUA4IryRBIlgiISoUJaXfYC06FrRHZ4fYmx0mPHZALG75oT9/ksJylVaJQpSPp2XMprANzMvcUR5qqafToBPzIqmPTHVhmIDga0RMFoNBAwEDAQMBF5oBIyk7oW+vUZw20YgM9nOvN0XSSVJhKbwTffSMRolGEkx13GHyYkBRmYm6L/ZxYIkYJM3rzI2O8P43DTTw32SwEWJxONMd3cxLXxLkhzG40ni4TC+znbG5+fwxSMsTo4xeFVkJauLp6fp7xliZGiKJd8MvVe78CWSzIwMMj87zNjYIL23ezK/sXHfQTm76/LGyYIkX6k4sZgkj5J4piWepPIjmiSdTpKIxUnIdUpiUG1xSTSTktimU/PMz4wzOOhDmkmL/8s6RJ94kFY6wwv03+5jZt5PTNxY/UoloqI3QVKS3FBgjq7OISKSwIqZ1Wwv7/nde/byAmBEbiBgIPA8I2D4ZiBgILA3ETCSur153wyvdxkBXSba+vreoOmYkj6i/kF6pixowjDfcUMSrHb6xrq59dk39AeX6Pn8EzoGJ+gbGWK44xL9kxP4oimme9qZ8vkIm6zYRNak60R7u5mT5C5EkMBcD523btI5FSMa7qP72k3a27sYGevl2u+uMSKJ0PTMAqnkEgHfOD1X2yWl2iRw8X9tS1J2CoNMDk8yPzcvCekCC/MzjPRNsxCOSqI6KtdTTE3PMjM5K7uI88I3zODEAn7/KFMTg3R0TBGJzjE1Nsv87BjTomdySvRI26Rvkp72IWZ9QeL3DKukL07Yv8D82BgzU2OMzk1w7VoPwXACyRfvcb6sJwohTd0rRS8rCEbcBgIGAgYCBgIvAgJGDM8ZAuunsc+Ze4Y7BgJPHoG0pEpqsr3ekm6WZMzhwO124XB4cDstmEzSZVKLkjBNSfIzS19PBxO+AOOTCfwz8/jGb3P10kX6/Ra8uSkW/UsMjwdJYcbh8YoOF06PB1tqlrQ+w2JBAcOXZomOTcLiFDOzQ3TJrtzcQoTRUJpoIkVSZE1Wse/2su0jFSEWGOa3v+9kTHb7FkP9dHbe4tN/uc6U+H/j89/S3XeL67c7uPb1NWYnbtM78gW/+KSTgVGf7OSlScUCxH2X+fiTXoa6v+Rm9x0+/6qD2599Sk8wyLwkrvE1372Ui/QC0yPD9H3xMTevXaE9lJIdOz3jtpHHZGBYfksvF8a7gYCBgIGAgYCBgIGAgcBuILA829oNTbutw9BnIPC0EJAJdiqZlh0xOdmOzcAiOM3QVA8ffYrlWBO63QnRAkpb3uf7P/xTztVYqTz9J7z7aiUlqSE++t3IGs2+gQlGe4eZMMUZv/M1vuFZzM1OEikL0Y4wNR+YmZnWiC35mJ/wYc4qYv/7r6Cv0bLFRTRMan6cuabT5NQfpiwvj6LiAkpaGmj0DNLTG2d2NIpHEsy8PBvBnqvcnrUTTsTAYsJs9+CUVNQ6eIXORJDRcCHZ3hTOnBQjiQOcrS6j0m3GrnP/SCcgOkRX+yAzviXiZjMxJCF2OrFbNWSjEuOAlMBk4GAgYCBgIGAgYCBgIGAgsJsIrJ6S7aZeQ5eBwFND4LENacsa0unl8qHv/gR6IhtHbSvl+blUHSzHTojkTCczA1/y0S9+xk9/d5M7Vy/QfvMqfVOzhJz2+2pTowyHnUScr/CDo0f4Xk0Xt0aTRHOqKWiuobAql/2V2STHFkilsyksr6W6upQ8l/W+joedWe1o3jyyey8wfPlz2gfHmYrq6GYXFr2OprJp1pdmAAAGsklEQVQkaWuUxbROMG5hcTYqiZefcMBHMAqxiI9AYIxhZwul4QUs0QCYcsl1WMlPXOP312/SuxAllFzlSEoulsbxY2UpESEcChAPJLAt9TA44ycYlfZV7C/rqWZ6WSM34jYQMBAwEDAQMBAwEHhSCBhJ3ZNC1tC7ZxDQxFNd19BN6oy1h60IT34TByvBIpPxosMnJIl7TZKiZo7WltJw9iw1RU0cbirj4Ik26o68xsHaeuor8sgrKiO/9DAHmw9wojkLTCbcBw5RmlVGY1U9TQf2U11SSdOp8zQdeYV95Q20NtbTcvQwxYWtnGxw0Xj4MJXVteRJUmjR1rq25ZVux+qt4lRbJVWyq5bnraSiqJTGpmw0PZd9p89ysLWNlppy6uprqDj6NqdaTvHuK8qnGopLqtl3pIW8imOcf6WNg+JrVXEFdVXVHDhxjMrCOk6/fpg8fZ6xOxe5fOkiV67fpn2hisaDBzly/nUOHTzC0fICDhxrJS/LiXkjfLcMYtcbnwuFmrqPip4LbwwnDAQMBAwEDAQMBAwEXgQE9BchCCMGA4HHQ0BDTbQVPaDHkoMjq5K6IiQpgZzGFoobJdEqKKM+10ZBUzM51iLqKoupa22jtu0NTh4+ytGWMsqqm6ioO8r+hkb2lznQdB1nTR357nLqS4upqspBszqx155mnyRCdbkFVOblUVpZjc0lSVWth4qGGrKzc7A94NhDKjQzZlsuTa3N1DQ2UZpfRUV+PpWV4oe05de3UlfbJH4UUFFZQumB4zRVHOJ0WwNlBaXkF0rMLU0U5VXQ3NZCTX0DJXk5FBYVUbb/BPsrmzlxopnSPBcm9V88JBIkUhoJRwONjTW0HD5GY8M+mktkJ1MS2eIcFzaz/hCnjWYDgecFAcMPAwEDAQMBAwEDgb2FgDHL2lv3y/D2CSCQFp2KpDBeO0TAXdxEw6GznDp9lpPHj3OowoXTagwrO4TRYDcQMBDYqwgYfhsIGAgYCDwnCBizr+fkRhhuPFsEVFKn6Nl6YVg3EDAQMBAwEDAQMBB4EREwYjIQeNIIGEndk0bY0L8nEFAdQdsTnhpOGggYCBgIGAgYCBgIGAgYCLygCDxyWGou+8jChqCBwIuAgJHMvQh30YjBQMBAwEDAQMBAwEDAQODlRcBI6l62e2/E+wACyWSK0FIS30yMhcnotmh+IsrsWJTp4TDqfLty6/mU7NTQo+sILMRJxFIszsSZHokwNxbZlv/r/Vh/PTceZXY0siu6lO7p4QiK5gQzdb0bpLCbHAijfN2WvqkovtkosUgqc783k5kVDMd7Q491XzfSre5VMm58yfeBDmhUGAgYCBgIGAgYCBgIPDYCRlL32BAaCvY6AmaLRngpwURvmNGe0PaoK8hwR0AoyGi30Hbl1vOJnqE7AUal3LZtpaMrJHZDmaRL/f96s5KEjXQGGdmpHqVrPXWHGO0MovTtyCelR8kqUucrJPgM3VliuD2wO/7d1atiHbi1xJbYKZwUKRnxa7I/RFyS4KAvwWaxqbj7bzxEr9K3Q1qQpNJk2uu9xfDfQMBAwEDAQMBAwEDgeUTASOqex7ti+PRUEcgvteH2mogE4oT92yRJAiNC8XASVW5bbr3+QIJ4JElYyp3oCC7GCC3GM/8VQ36pHbMZUokU0WBi+zGs92XVdSQYJxpKPJqupfUYJsSvJDHBarf8U1hFxI7Cbqv7pnBSpPjDwh8NpcjOs2J36pvGpnxMxVM7vicZG6swXH+t65BfZsvcs6f6gD95Y4YFAwEDAQMBAwEDAQOBZ4yATDOesQeGeQOBZ4xA4xEP536Qz1t/Wsgbf1ywLXrzTwp4588LefvPROaHBduS2Uj3myL77l8UocqN2jere+tHhSgfFL3zFwV862+KeVfp+ZPCR/blni3x6U3Ro2zcq9smLm+I7AMyUvfeXxZl8FL+PtC+Xd3r+JSPH/yrYsFh85hVDIpWbL79owK5ZwW8JeVK3fryLcH2A8Fzp/dkvZ6Nrk+8l4PJhpHYYRwvJwJG1AYCBgIGAgYCTwoBI6l7UsgaevcMApr0At2ksZfJtMf938vY78h3XcM4DAQMBAwEDAQegoDRbCBgILBjBGQ6u2MZQ8BAwEDAQMBAwEDAQMBAwEDAQMBAwEDgmSJgGL+PgJHU3cfCODMQMBAwEDAQMBAwEDAQMBAwEDAQMBDYcwgYSd2Wt8xoNBAwEDAQMBAwEDAQMBAwEDAQMBAwEHi+ETCSuuf7/hje7RUEDD8NBAwEDAQMBAwEDAQMBAwEDASeEQL/OwAAAP//2KmprwAAAAZJREFUAwAegHC+5He3PwAAAABJRU5ErkJggg=="/>
          <p:cNvSpPr>
            <a:spLocks noChangeAspect="1" noChangeArrowheads="1"/>
          </p:cNvSpPr>
          <p:nvPr/>
        </p:nvSpPr>
        <p:spPr bwMode="auto">
          <a:xfrm>
            <a:off x="155575" y="-2201863"/>
            <a:ext cx="5619750" cy="459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3637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Diseño de Documentos Derivados (</a:t>
            </a:r>
            <a:r>
              <a:rPr lang="es-MX" dirty="0" err="1"/>
              <a:t>Read</a:t>
            </a:r>
            <a:r>
              <a:rPr lang="es-MX" dirty="0"/>
              <a:t> </a:t>
            </a:r>
            <a:r>
              <a:rPr lang="es-MX" dirty="0" err="1"/>
              <a:t>Models</a:t>
            </a:r>
            <a:r>
              <a:rPr lang="es-MX" dirty="0"/>
              <a:t>)</a:t>
            </a:r>
            <a:endParaRPr lang="es-MX" sz="31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3" y="1930400"/>
            <a:ext cx="9237375" cy="2328091"/>
          </a:xfrm>
        </p:spPr>
        <p:txBody>
          <a:bodyPr>
            <a:normAutofit lnSpcReduction="10000"/>
          </a:bodyPr>
          <a:lstStyle/>
          <a:p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No usamos JSONB en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Postgres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para esto: Pasamos la carga cognitiva a BSON en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MongoDB</a:t>
            </a:r>
            <a:r>
              <a:rPr lang="es-MX" altLang="es-MX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Colección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products_catalog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: Atributos técnicos variables (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specs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) encapsulados en objetos dinámicos</a:t>
            </a:r>
            <a:r>
              <a:rPr lang="es-MX" altLang="es-MX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Colección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orders_full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: Vista 360°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denormalizada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(Cliente + Ítems + Pagos en un solo JSON) para reducir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JOINs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y latencia en el panel del cliente</a:t>
            </a:r>
            <a:r>
              <a:rPr lang="es-MX" altLang="es-MX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Colección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order_reviews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: Manejo eficiente de textos libres sin esquema estricto.</a:t>
            </a:r>
          </a:p>
          <a:p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/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/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AutoShape 2" descr="data:image/png;base64,iVBORw0KGgoAAAANSUhEUgAAA3UAAALTCAYAAACxPCtnAAAQAElEQVR4Aez993clyZXnCX7dn1bQWmsEEBEIrVMrJjVZVWSRRbK7uqpnuqf7zMzO2d0/YH+fX3b3pz1nZkd311QVi6LISpJJpo7IzNAKWmvxBJ7W/t7c6wAiEQggAlpexzOYu4lr1z7+nrldM3dzNSubEBACQkAICAEhIASEgBAQAkJACBxYAipkEwLrIiCJhIAQEAJCQAgIASEgBISAENiPBMSo249nRXQSAgeZgOguBISAEBACQkAICAEhsKsExKjbVdxSmBAQAkJACCwREF8ICAEhIASEgBDYHgJi1G0PR5EiBISAEBACQkAI7AwBkSoEhIAQEAIvICBG3QsASbQQEAJCQAgIASEgBITAQSAgOgqBo0tAjLqje+6l5kJACAgBISAEhIAQEAJC4OgROIQ1FqPuEJ5UqZIQEAJCQAgIASEgBISAEBACR4eAGHU7c65FqhAQAkJACAgBISAEhIAQEAJCYFcIiFG3K5ilECGwFgEJFwJCQAgIASEgBISAEBACWyMgRt3W+EluISAEhMDuEJBShIAQEAJCQAgIASGwBgEx6tYAI8FCQAgIASEgBA4iAdFZCAgBISAEjh4BMeqO3jmXGgsBISAEhIAQEAJCQAgIASFwiAiIUXeITqZURQgIASEgBISAEBACQkAIbC8BkXYQCIhRdxDOkugoBISAEBACQkAICAEhIASEgBBYg8C+MOrW0E2ChYAQEAJCQAjoBDJaFiF/GuEtuNB8GgFPCuxvRc7yvEFfCgFvalN6BSlfyLe1Oi3pwnUKriKLmXHcUrr94LM+S241nbeiIzPlc7IVGevNy2zjEQ1aOqt/R+WfEBACQmAvCYhRt5f0peyNEpD0QkAIHEECWeozxyIZ9N4Oof9eGP33N+nuhfDw0wD67pKczcqgfH3LdOi5FcLjG4FN6fT48yC6bwU3lXclA65Tz+1VZJGuPcyN9F6ZZ6+OWR9mqOtM/LZTj84viOnNrZ3f9erTdzeMycE4okHtCP4qpcpCQAjsNwJi1O23MyL6CAEhsA0ERMRhIpCMZ+CbTmCsO4pwOItkStmUSyQVpFIA+5uV8SQfyVraT21Sn6X82+Wnlum0JPNJXVeJW0qzms/52K0Wty1hyaXzgE2dy23RYQvnjdkEfBqGHkfgmabKHKYfnNRFCAiBA0lAjLoDedpEaSEgBITAESJAM3U8W2e2G1Baa0NFk2NTrrLFiYYzuahqdX6VfxOyKpupfHaUt6bNibqOnE3Jqz/pAuffbH2W5+O6VZMuy8N4v6rFgepjVN9FfTlsPY7ryG49aTeahvVhffk8bFf9l3SoO0FM26m+dG6WwnbEb7SjsNIKi80AVTlCv0WpqhAQAvuWgLpvNRPFhIAQEAJCQAgsElCo42w0KbA6jbDnbM45co1wFZjA/mZlrMznyDPBlW/alE5Oysf5V8rczDHXaS1ZHLcZmTuVh/V54ojfdpbDTJ3bLHNJv5W+1WGA0axAUSGbEBACQmDPCUhTtOenQBQQAkJACAgBISAEhIAQOCQEpBpCYE8IiFG3J9ilUCEgBISAEBACQkAICAEhIASOLoHtrbkYddvLU6QJASEgBISAENhBAllks+SeU8Lz4ynvC/KvKprzkHsqjo6zTwXIgRAQAkJACOwVATHq9or8LpQrRQgBISAEhMAhIqBFEZwdw/jgAKaCKWTiKaQzWWSyGtJpDfFECtnELIYf92B8zgdfJIJI0I/goovEEgjNjmJydAhDM2GkFtGk00Amwy5Dcjg0hXg4iBDlC0fiiATm4R2+jQedw5jzJ5DUNMTmpzA92IX+2RRSmph2iyjFEwJCQAjsGQEx6vYMvRQsBPYNAVFECAiB/U4gG0HPvR70D85CczhhTCYQuH8TE6EAgrFhTIw9xgdfjqPvkxsIWcjIMhqgaBnEPXNw37+NoVQK872fom96DlNhL6Kz9/DBXS8SqX7c/vwRBgdGMTcxhIeffA53dgD3H8zA445BI2svGgpjdmQYiiuO3i++wMAXv0fv5DB6kjmwGlJQlP0OT/QTAkJACBx+AmLUHf5zLDUUAkJACGwTARGzZwQSPszFTAibSpCfnw+XCUjOTiGYiJNh5kcw4MbYTAApTw9GfAkkNAUWswXGbBaZeQ8i1ixmJ+Yo3AhXUT7sxjQ8PT00GzeA8e4eDI/1Y2h8EH0PhjCZ8mHo8X103e/H+FwA4XQcIe8UwtFpDI+7Me8n53NjfDIImIx7hkQKFgJCQAgIga8IqF/typ4QEAJCQAgIASGwLwkkg8jklcFSVIs8qxVWC83EPTVDpsJM4eVNlTAkQ3DPBhGKZWGx2GAj485sNSMYNcFhs6OkrAyunCLY5scQn5uFYgzD65nF9NQskpY0JgNZJONRRCMxxFMasoYssqkYEu4hhO1FMJW1oCQ3H3nxecyPT0DTNDyzSYAQEAJCQAjsKgEx6nYVtxQmBISAEBACQmATBAwWGFJRaJF5BCNRhKMJwJBGPBpDJBxHKp2BJbcIuSe+gzePhTA5PI7+ocBiQXypd8FlSSKVCiMQnEckGkJMzYc6k4TrRD60JMkPaKi+bMbceBbW8vPouNCB1uoC2DQjjJZ8VDozyKsogqXwGOpbTuNsSy6m3v8dkrEYsosliScENkpA0gsBIbA9BLil3x5JIkUICAEhIASEgBDYGQL2ChR6v8Dcvf8DP//wY/z2424YCmZx//oNfPDre5iaDaOkEpj68le4/vk9zKQ1ZBy2p3Rp7XBhdrgff/pPv8TdW7cQ67iEiNeJwopmFLc3oLKpGC2FOUiN0gzc/V/ij7/+H/GP73+Gu+MJqNYSMv5+hGPBh4gN/wE3Hn2CDx92oj9dBg2Gp8qRAyEgBITADhAQkS8gIEbdCwBJtBAQAkJACAiBPSegWFF/4U28+u5f4BtXL+OtV04g9+Rf4rvvvINvf/8v8NK1V3CxKg+lZ76O8y//NX7w6imcrrXDXFKKkisvo01V4ah4GVdfeRvf+d4P8NrXfojvnMpB9evvoK2kAZfbWtF+9hqKy17Bd199Cd//9/8af/aTf41vvHwRV0/VofXaaygyudD68ts4fvZNnG+7hndffws/+MlrcDqsUCCbEBACQkAI7CUBMeqW6IsvBISAEBACQmDfElBhyytCQXE5SgvyUVzogtFJ+8XFKC0rR35+AXKtJlhyS5BXUIWyAhdybAao/DxdXgGcigLVko/8giI9fSHJKXEaYC0sgsNsQ67DAUdOPsyWApJfgLKaapRXVaO0MA/5OTY4SIZZUeEoKIYrtwh5rgIUFxWhvKIARoMK2YSAEBACQmBvCUhLvLf8pfQDSEBUFgJCQAgIASEgBISAEBAC+4mAGHX76WyILkJACBwmAlIXISAEhIAQEAJCQAjsCgEx6nYFsxQiBISAEBACQmAtAhIuBISAEBACQmBrBMSo2xo/yS0EhIAQEAJCQAgIgd0hIKUIASEgBNYgIEbdGmAkWAgIASEgBPYPgXQqi9mxBO78wYMbv5pdv/sFpf3FDG6w/8vFffbZrUcOpbtO+a+Tf4Md7d9Y7jhsFTnXqbzP/onK5Xjav0771zkfp6UwfZ+PaX9BLunGccsdxV2nvDfY0b5eb/b5eHk6Or7Oshadvs/plqdZ2qe0urylY/J13Ug/XQ865nKuU7rrJI+dnn4teYvpOY+en/Lp/lI452O3dEy+Xt5iugX5i5woTpfDPudZTKPL42N2pJN+THGc9zr5T/JQPj5mp6eh9NeX0lPc8nRP7S+mW1faRTmf/3oOjz72YaIvimhI2z8/FNFECCwSEO/oERCj7uidc6mxEBACQuBAEdDSWcTCGqKBNOZGo5geiKzbTVHaqYEo2J9e2u9ff37OM035F/wIyWFZX7ml8NX9qK7nFJfbH9XzfpXuq2M9ntJ8FRd5kk8PG6RjdpRmtbRTetySvCjlZUd5KL2ef5nPadk9FT5I6cmx7OXhU3q9KY7yr4ybprBVna7L6mU/SU9lTVO6BZnRFVy+yrsQ/9XxQv4olufl/YXwlekWjqf0Oizu03mf7IuA3TTtTy/WYaGc6Jp6LKV7yif9vZNxhLwppBKZA/V7EmWFgBA4nAQ2adQdThhSKyEgBISAENh/BDQti1QyA7vLgNpWOxo7nOt2TaecWHKcb/k+H7/QLeVfLHMp/5K/Vn49/jTpSfmrW2yw5xhQUGJa0JvC9HjyOX8TyeZj3l/unoQvpuO4J2GUh4/ZLYXpMiit7i+L5zRLTk+7Io7T625ZOB83L8lif1nckqw1fUr/JI732S3Lz7KX9ND3OZ7dsjScn+PYb+Q4dhy/6HOc7jhsmdPDFtNwXq4D++zKaqyw2Q1w5hhRf9yxcC4or64L5VmeltM/1510oLLJRt9JIxRV3tK3/1oN0UgIHD0CYtQdvXO+uzWW0oSAEBAC20DAYFRQVGnGlW8V4s0flazf/ZjSruXWK2et/Evhq8mhuLfIsa6Xv16AsloLGjocX+nNcSvdSjlL8cvDnxe2FLfkL8+3tL9a3FIY+yvTcdiSW4pby99ouqX07K+UyWFLbilu+fHSPvtL8ezz8WqO4k69kouSajMqGq145c+L1z4XlJbP2/Pc639Zggtv5+vyTGYx6rbhJy4ihIAQ2CIBMeq2CFCyCwEhsD0ERIoQEAJCQAgIASEgBITA5giIUbc5bpJLCAgBISAE9oaAlCoEhIAQEAJCQAisICBG3QogcigEhIAQEAJCQAgcBgJSByEgBITA0SEgRt3ROddSUyEgBITA4SSQ1pDJZpHNZpDRMkilskCKw6CH6QutpDLQUgloiCEwNYnZWT8CMUpzOIlsolYacUsiGkk9yZsMhZGMRkE0n4Qd1p1MOomYZxQTMz4EoinwiqtZ+i7x9wqpJLKZ7KocjgKbw3rOn6qXHAiBQ0BAjLpDcBKlCkJACAiBw0wgSwZbJsMG2rO1zGoaEhNT8McTiKX8mJ/3YHAsjPj4BHzpFJJJL9weLwaHvPAO9MKbncNQ/ySmRkYwSmmGp0LPCt3lkCxVLpNOI011zCwaqBkOo7plyFBNJ9Pg44TXi4BvHn6NTYksMlQ/NlgzbHDo6TNIk/GazaShh+vJsmSQpJHicDrOUtoMy2VHx0+qmkkiEYvBH0zpQayHb2iIDOAZpPWQw/0vnYhhru8hJmcnMTw0jsmBUfjcM3CnAhgdnEMsngJ9DVeFsBzjqgkkUAgIgUNDYD9XRIy6/Xx2RDchIASEgBAA2TVIJzPkP9t9ziSTmL/5JUYCfvijQxgZeow/XJ+E9/MbGIrFEQ51o6u3F3/8Uy/6//Bb9Gtj6PFYoAWnMNVzBx9+3A+ypfaMciYZRzwchD8YQjCaRsTtRjSRQDQcRsQ3h1DEB7cviHA8Cd+DRxh43IOBaAKZRAi+eT/8Xj/VMYBAKATvXAhhjxvzgRDmvbQfjiCWjCI8H4Cf+AQjSYT9AYTJMAxHEkgTTvosCPgoRwAAEABJREFU1D0VRSwShjeUghYJIkgyRu4+wAwZdgtm3kKyw/o/SXwn+iZgsQfQffMWvvztn9D18Avcn+vGHz4dw3woAaxY5JLsaBppeCYYsgkBISAE9oKAGHV7QX3NMiVCCAgBISAEdpqA0epCbu1LOF5agbOZHsSpwCfGDe3v5ifSfweP7nyG34/6MdznRdd//js8HhvD47t38PDv///44vrf4RcDQ+iaScAfIYOLZvIQmUa06x/wv1yfw53f/hKf3/gH/KePPsb/8n98iOlP/3v8fz4YwO/+7g+4f+s9XB++h9/982N4R36Bf/58HJ/88uf44sPf4eZsGsllPQAtOozpiS7cvjOJ2d//z/jdwDD6ZhOIRXeTxh6XxUabyQ6ryQm7akRsfBq9v7+Jwm+ega3AiWW4wLN20ZCGZCJLs6h7rLcULwSEgBAgAsvbKDqUjxAQAgeCgCgpBI4QAZWuVCazCkXlXvc2VFxRoKgpJKnjHlHyYNwGkZsVMUmzhqlUIc43l6OpngyHbBoaTQFpmoasMwfmmiYU3f8Ug3NhRGCB3WGBktXgH5tHUUM5Gs/kw2EzIpWwwlpciqoCSpNbgdLCXOREZ+Ed78GDhIa5YBkqS5xwFdWgsLwGzVUO2EhphRx/VFcubC47DLEw7o660FJZgcYKGyiIow+/I+6IeTA1EkbluRNoOVMIp9WPeG4phm/MIBFMPsWAudkcKvgdddv1tYRsQkAICIEtEFC3kFeyCgEhIASEwD4ncBjUy1Il+Lk68p75qGoWjsIA+h504/ang3D7YihrtMFeMI9Hnz/E7evDCCfSKKiwP8kbHrmNOx/+HvcmfQjXHtONOu6kP0mwiztOWwKZpAf9A2PoJUPNmq9ifnYI/YPTmHBnkEkkEbcl4fcnkMnGEYsE4Z6LIVOcj+T4OIaHokimssjJNcJotcFqNpGhYYXNYobJlQ+zzQlXdB6xhAKbg8LsTpitdjhtBhiW1VMxmmAw2WBXDSixz2N8bBTjcxFityzRYd5VjIC5ACXlFaipLUNhfhFy8uvRfLIDpxN3EYuHEdWWAaAvjMGogAccVt6WCdmEgBAQAntAQN2DMqVIISAEhIAQEALbQkAxGmBvakKx3Q6HpRglJVU42ZIHR0szSs1mWG0VqCovw8kT5SjrOIsytRyNtTnIzbUhr6QYlU1VT91Wty1KbUBIUVURymuKYKU8qsGAko5TKM/PR1lVNcqaj6PCVY66sxfRXuFEaV058ouLUezIhavpDJpyjLC7alBa3oqOxkocbyqCWnEepyqsKG+sQEF9B5rrOvDSiUpUVVeiNN+CsuoyFJbkQYm4MdHdjV5y3d2DZMBloNpL0dJWhpazzci1mlHU1ITcqioYSbfD8FkYHAD41smV9TGRoVt+4iIaaipRSLOhDprRLG26gDN19TjXnk9G8GGhsLLmciwEhMBhIaAelopIPYSAEBACQuBwElAUBapBAXl4ZjNYYKh9FW++fAlvvvMGzp49hbbiXJgb38a3Xr+AV995G2dPtOJkUzkaX/8aGtUmvPLNr+HdH34fb109g45S8zMitzuAjQh2q8m1VrSiqeMK3jjdgvNkeJaefxPn6Pjdb7yG1777FtoaL+CVM6/j9Y4S1HacRBPNHJ1rqkF+yVm8/vJxXH37JRw/cQ3nmlrx8rkqGJq+iTeaHGg800zG4gmcqGrHtbcvU5pTqC+0o761HhW15TDF5jEzOIRhckOD45jxWmDPr0THpUrkXfg2Xjt7Gm997w20nDmGnSe0GpkdCCOrjmd8sxnaWSHe4nCg4eIFFNhsMFGcpbICxTQwUGexIe/MGygpyIXdQBHyASAQhIAQ2I8E1P2olOgkBISAEBACQuCwEOB3nmXYkHjWltijKjrgKmrB+W99E++S++a3XsOFtkqUWPdInd0uVtntAqU8IXBECUi1d5WAGHW7ilsKEwJCQAgIgaNGYOHZK7Ek9vq880yvoipQyUE2ISAEhMAhI3CQjbpDdiqkOkJACAgBIbAaAZ7lSiezyGj7ZqprNTXXDNONCbbp2K2ZSiJ2g4Ccgt2gLGUIASGwFwTEqNsL6lLmLhOQ4oSAEDjIBHSjiK5WiiJd8oN8HkV3ISAEhIAQ2DkCdJncOeEiWQgIASFwoAiIsvuSgKIo4IVSUqkM/O4UvNPJzbmpJDyTCXjJ34qMuXGWQe45enA5nG52LI75uRQSsQxiIQ16uVS+eyIB7xS558jQ064nnuR4yK07/ZLMRT1YT9b3SX4Kf7K/lHavfK7XouM6unX2Sayq3wv0DvnSSMQzSEQzmJ9ZQ8Y66+mjdAEPnVeSxzPJkE0ICAEhsMcExKjb4xMgxQsBISAEhMDzCfCKhVoqi0ggjZHOCPrvhjbl+ihfz60Q2N+0jDshdH0RRO/t8HN16L0dQufnQd2NdEXABoVnMqnn4fK7vwyi905YP96sLkv5WJe+F+izlHa5r+tBPLg+zEWPo/pxeD/5+jEx225fl79Oucyol3TpuxsG17Hzi+Ca50+XS2nX0ndyMIbwfBpsjA0+CG+N/b0wxvqiCPvTB/a24Of/6iRWCAiBg0ZAjLqDdsZEXyEgBITAESOgpYF4WAOvIhkOagj6N+dClC8U2FzeJ2VSftbhRXJCgQyi4QxSKSAaYT9Ls0TZJ7qHqB4vkvGkTNL7uftk7AbZvSjdinguP0a6RUhP3tfLoPo95a/Io8dtNWx+/eeAWYeDGej6UR0jNNvJ53FNPZb0X0VHrmuaBgdSySyY/5oyVsm7WtoInUNNfyH5c28LPmK/VqmuEBACe0VAjLq9Ii/lCgEhIASEwLoIGIyALceAnAIzjl3KQ8erBZtzrxXg9BuFOEX+ZmVw3nPvFOHU68/X4fQbBTj79kJZrRdykV9iRlm9TdebZZx9i2RsQY/l+p9+vRDsloetd39BF8r/ZqGuG+fjMPZ3ym1WPtfx7NtF6FiD24vk1p10IrfYjIJyM45fy39S303V85UCNJ/NRU6hCapRjDrItg0ERIQQ2BoBMeq2xk9yCwEhIASEwA4TUBRFf6bOQJ1nq8MAe45x086Ru/m8S+WuV8ZSOqvTAINJgcmiPNF7KW5J5l76rItjC0x3U3fWdbPlWWwL58FoUmFzbe17YKNBBqud5NF3UoFsQkAICIFdJLBGUeoa4RIsBISAEBACQkAICAEhIASEgBAQAgeAgBh1B+Ak7bKKUpwQEAJCQAgIgUNHgN9ymOV/21QzXvVyO+Vtk1oiRggIgSNKQIy6I3ripdpCYOsERIIQ2CcEqGe91FenXbDjfyvDstkMsshASyaRSqWhZbJ0vE/qcBDUyGjIENwlrptVOZOh80By9PzsZ9LI7Na5oPK4LL3srfwjCLxwD8ui3a1IkrxCQAgIgW0hIEbdtmAUIUJACAgBIbAmgZ2MoE46EmndQMuQ0aGlNcQT1M2msDTFZchgSKUoLJ5GKhZBCn5M9zzEQP8kpgNJ6IsXQrYXEuBlHuc9iCTTSBLeF6Z/ToLIfBjJaHIhhZZAdn4UvjDJTS8E7dR/fvZNURSoKu9haxuJMJpVGAwKlK1JktxCQAgIgW0hIEbdtmAUIUJACAgBIbAXBDI06zb/5WcY9s9jPtqP4aH7+P1nY/Dc+AiDsRjC4cfo6u3CH/7Yif7f/xP6tWF0TimIe3ow+OgzvPfx8J7P1mVSSTJyIojxcvukc4oMqFQqhVQyjlQmhVgoilQ6Cf+j+xh4TPWIkylKBms6HiIDNo00GbKZdArJOKWNpJBNxpBMaiBbFshqyNBxiMJ5ZlKjtKl4AqlEAunMsjOmpaCRHokUBaaiiCdJXiKFRIx8kpvNJBHzRxCh/GktSfLjiJAeqWd0TiJNM6JIRBGhvCmN5C0VQzojHUMgGkGc9IWWRiY4g8jg++iciyGYBJaS7pi/jRaYLmqLBu6O1VMECwEhcOQIiFF35E65VFgICAEhcIgIkAGRnPciSkZPSgsjEglgzhtD0udBhIyjdDqIYDiIOXcI4dkphLNRRLMOWHNqUaBkYXf30uwd2T57hCQxPYCxwce4PxvA9FQQ4599hDHPHMaG+jF643fo6/kIX0xMYtyXhH/Oi5Dfj3DUi8TEp/ioy4OB2zfQ2/MZPut8hI8+eQjP45/jvccTuPvZXQz330bv7ADu3x7C/MwN3Olzo+vmdfQ/uoUBXwopskqe2CTzPZgefYgvR4PIjv4OX/R8iX/59CHu37qJsdH7uDkewsjtbniCA+ju7UXvvVuk4w384a4XQx99gDGvm+rRi7G7H2Jw+jE+7fJhpucT9IzNYCK0CDdLU3HREfSMzmFuuh9Toz24+XAcPvcAgmwALrP/FnPsX4/ApZIZ/cXjbKvuX0UPrWZSMSEgBFYQEKNuBRA5FAJCQAgIgf1FIEu95oyWRWabOv2q0UJGXTnyHbnIR2THZ+oy6Sy4DiAjaiVZ75QbczM+JE0mGMhA9fV0kuEUgIcMUPdIL+Yis5jqpRk6dwzhlAqDUYWSCiE0fA8jMZVm+MbhIcO0c2QK/WNeGHx38HguDffYNAITDzE4/hhf9s3C656COxCHZ2oGfjKCk0YjnroLMTJBxtUo+t1RZN330DvZh/ujPsx6ZhGPTGNkNos4GW4xzyMMz/kw7Q8hGRrDg6EQZh4/gicUhGd6EnNdtzEyeAd3xuYwOzuNeZplJHttodpkRENNIhiIIjg+CPfMOCaTBpiMFK2Q2+EP2WFkhAGEeftKYr3ZbZ9EkSQEhMC2Ejg6wtSjU1WpqRAQAkJACBxEAtwJT6cWDaNnKpCF0UKGwrwf3rkQEok0+L1wRnMSfo+PDJUQ0loGFhtbDguZUxEPfLPDmCFrI+SsAsfsZL9cI4OU67BQ+tP/wwkTNM2KYocZdodKeipIxkMIkTEUN7hgKiiHc7obU94I4mQVGgyg+BSiMSDHaYazxAmL2Qyz0Q57YQlK8pxw5ZaguDAXLiWJRMgLdzoBf7QIpYVOOIuqkFdciapiKywAScTCZjDp+5lwAL5ABBpZ0Ka8YuSWlSE/Jwe2tAPFRVaY4vNIkUGYcebDZGAJgNlCOseCCIVj5BJIBLyIxd0Iqmw4u5BvWygCigFwliLPZoYxFqN6p2ApcJDuVipbWUy0cx6fA17YhM/Hli15UtdgUqhK5HZOZZEsBISAEFg3AXXdKSXhqgQkUAgIASEgBHaBgAK9A40Vm2LIIqcihJ5b93Dj/W64fQnUn3DBWe7H/Q+/xPU/DSCazKCiIRcGMn4MMCA2/Ak+/93PcWfcjWRLB4WsELrNhyazCtVAFeCpohWyKwqjMGgj+OzLh7jxaAr2Egv80z3o6Z/C6FQaGZ8XodoiZBIazWhFEQn6aGYvBmNLLcKPHuPu5z7EEkBJiYHiVVAlydhSoJLhpRbXIa+sAc2peSCbgGpRKdpIuqhQsho0fm5Pd2lojgIYDAZkhh7g864ppNMgY0vVw1TVCHqvt78AABAASURBVCPpr5pMUKuOwx6aQfjhDfQMTiNK031F1Q74p0jngWnMKEXIbWqAwx+BKaFAMWWQNaSRWiwnRQauQVXhqi6EQUlg/MvbeDQ2T7OwGTLssLObAijsVADkYytbFsQoszDztxU5klcICAEhsE0EuGnbJlEiRggIgecQkCghIAS2QoA60VkyCFaKUGiGytj2Y/zld7+Nv/zpT/HG62/iQmUxbB1/jb/9wTfwZz/9a7xx5SKunW7EyR/8LU4az+J7f/O3+Nl/+9/hx996Cy9VW1eK3PZjjW+/zFAFVpFsb7iIUy99Dz985QLeutKImjd/hjde/h5+9m/+Cn/+7/41LnZ8A9997af4wUs1aLv2Gk5dfR1vnG5HafXb+MF3X8K3/uovcPnKn+PNjov47pvHYDj1X+GHp/Jw6tVzqD/2Ci43XcO3f/IdXL76Bo6X5+D42VNoPFYL1dOD27/5Jd4j99vfvI9b4y64Wt/Gj3/8Lbz5N/9v/Ou3foj/4q1jOH/6NEqqz+O1szaUvPMujpVcxNuvvYuvf/8NnGytQq7JgqJXfoI3X/4ufvY3P8H3/xXp3Pg1/Osffw1X37yCWmUW07few2+5nPd+h9/eiaLxeBOq219D2/mv4yc//SEu/cX/C28ey0eJfRVA2xjEBp1KxqmB3JbFklFoMhlA9umWRYkAISAEhMB2EFC3Q4jIEAJCQAgIge0iIHJWElDoSmXk2S6VetLPRCpQzDnIcTmRk5MDu90Oq9EAxZKLPApz5eTCbrPBZjHD4sqDBVa4cvOQW1CAHKcDNpOyUuK2H7MhoSirl6OarLDYnXDZrXDYzDA5csl3ITc3B668XFgtToqjfZsJZpsdFnJ2iwUGowMulw3OHBdsNhfsFhulM1O985BDM3IWkmcy22Ez2yiNk9LYYTGqsFgtMJlz4cipQtOFSzhH7vyFU2iqrUAx8cjJccKeV4pcRw7yHGYq3wID6Wi3qjA6HDAbbHDYHXAUNaKi7hK+ca4Aztw8Yuxa0Dk3FzaTA7k5DtjsNkpXh9qWszjP5Zw7h/ONZSjOd8BkscNsdSIn1wWbqwgOswEGFTu6KSR9jdNAMRv/LMljf+O5JYcQEAJCYHsJ7HATur3KijQhIASEgBA4egQURQHPiJCHg7gpfKXdiZ7/pmEYyajKRWFVDSrJVVVVoCjXAathAwINLthzytBSaYHRuHblVFsecvkZPi6nsgpVhQ7duNxASZJUCAgBISAE1kGALzXrSCZJhIAQEAJCQAjsDQFeOZIXuMiufgfj3ii1gVJ5gQ7ouq9t/GxA3P5ISha2Qpa2yYgtP56GA7rxgiv6uT0A+ouKQkAIHH4CYtQd/nMsNRQCQkAIHGgC3HHW0kB2jefS9nvl+FnAg2qQ7ne2e6YfGenp5OJCKbS/Z3pIwUJgewmItANMQIy6A3zyRHUhIASEwFEgoBoUmMwK2McB3FSTAkW/2krv/wCevtVVVgCzzQCDCVBoH7IJASEgBPaYgLqr5R+hwsL+NHwzyW1z3ukkpofj8Ey+WCannR1NwDu1dtq5sQTYbaeOK2WxHjMj8efqsTKPh3TmfCvDN3rsHk/APZHQec0QNx/x24gM1pvzbyTPk7RU1hyVvZF68Op4R+jnIVUVAhsmwDNdsYiGmeEYJnsju+pGH4cx1hletczxnghGu5+NG+uOYORRSM8zN5xANKgh6Enpx8v153Tslodt5/74oh4TxGzkURjDD0MYXaMu6yl3hFl0bQ//MeLG8laWy7oyV/afiSPeXAeu11hXGOxWplnr2DO5cB7C/hSm+qP6uWAW7NbKs2Z4XxTusTgiwTS0dGbD32fJIASEgBDYbgJi1G030UV5U4Nx9N4Oo+9eBAMPo1t2gw8jGH4cweCjyAtlcdqhF6QdfEH8wDbpzHoMrEPnpfIGqZ7sBrZYPnNackOdxH8DOnDZQ4+jxDr6Qtac9hlHZellU12eiVtWr/4HEfTeDaP7VgjxqHQKFn864gmBZwho6SziZNClExl4J+OYGYntqpsbj9Eg2Oplzo7G4Ca3UqfZkShmRxd0dU/F6DeeRoiMiZXp5kajYLcyfLuOZ0m+ezyOWWLmnohRPWh/FX3XW557jGVEt4X/HPFheSvLZl1nSUf2V8bNUPgcOY5nn90zaaiuq4X5ZxNIRDXEwhr4nHKaOb0+sQ3Xh3XzTsWRinPbLVN1z/xoJUAICIFdJyBG3Q4h55m6aCQD1WyA2WHcunOaYMs1w0L+C+VRGmuOmco0kVu9bKvLBGvO2vEvLGO1OtlXlmWCjfSwONZfzkL91p9+LT0tVD/dEQvmZt6ADmaqmy3XBGbE+xt3lNf5fP4s02Q1IpNVwDN6moz0YpObZDsCBPj2Nn63mNmmorjSjLI6y666inoryhusq5ZZTrqUU/xKnThPZeNCnqIKM6wOA1x5xmdkcF52K/Nv1zHLrmhc4FVBdWCdWLfNymcZLHOz+ZfnK6+3gOUtD1vaZ65L+8t9Duc6sM96sFse/7z9/FJqmx0q7C4DSqsXmdC52xSPWgsKy82w2Q1Q1SPwI5QqCgEhsO8JSFO0Q6dIMQCuQhMqm+yoPubcFldz3IXqtvXJqmmndM9JW9PuArvt0k2Xs7I8Ot6Izk9kUD59fwvcuG41bQu8apjFBmXVEJ/1sl5N1xou8wX1qGx1oqTGDoNRAf/t0FdRxAqBA09ANSiw2FVwZ7zhpANtF1ybcFvIc3ETeSlP+6WFfI3H7cgtMKK4yry7ej/hlPOkXNaJ3aYZUr02nfeJPgtcdDmbkNd+merD+ZbcanJXCatqssGZa0QOXZtbzjoXmGxQhq4zyT52wYl6Oq/OPAP4+3ngf2RSASEgBA48AfXA10AqIASEgBAQAkJACAiBFxDQV1FNZaGls1h4xcQaGdYZzM95kqR1ppZkQkAICIGdJSBG3c7yFelCQAgIASEgBITAPiDAd9AYzQqMJgWgD7aykTWnP+dJRiIbd1sRJXkPLgHRXAjsJwJi1O2nsyG6CAEhIASEwKEjoGlZZDJkBRy6mh2sCukzdWmAz8d2aM7PeOq3z2/VQNwOZUSGEBAC+5nArugmRt2uYN5KIRloyTDCc6MYnwsjmtKQRRLpVALxaAbpRASxWATRKLkYhcUpjsIWjlNIc2ciFUXEP4fxCQ/CyQy0rIZU2APf3DSm52PQSGI27YdvehSTk7PwBBPQUkloGb5DRUM6zY4OllUjk8lQJ4XCaIgyq2mLaYFMgvImk6AYPTVFgZLoaTMZjfwUEqRrjFw8uZBPT0g60KUWyXgMHMf6x+IRxONBeIYHMDE9j0A0Bb1fxIpFoojTAUnEgi6gcrKkt0a+htj8NDxzc/CENIDKXdJjoaw05YmBVECayos/4RdHLJ5GmutAV/+sFkHYN4PpiVn4UySGuGWoTKo6suRrxGVBnvwXAkJgzwhwA0PtoUbtAruM/gMlAyqdhpZMUDsZRSQSIRdFLJbcGzVJHb2JY39vNNh4qXTdiSZSoCZx43lX5tBiSMSC8Pg18OlaGb3Z43TEC793DlO+FKL+KLXrS1ee1SXygju8qInKOyuSZKnN5+tplC4MkUiMrgUppHgBK1JYo2sCf6+eOn1kyPHiPSr5K0TJoRAQAkJgTwiIUbcn2NdfaGJ+Bp7RHgwHYoiQ0aYbadFJzEwP4cFoEJlkDMn5PkzMeDE3n0LY74d7tB9+MlZiyTRS/nG4yVgbngkgFvEjHM8iPjuE6ZkJTHhm4JsdwOORCJLBYUzPejEzMYq5ift4NDqEzvEYIjMDmPH4MBd9Wmf/SCemZybhCwWR9IxjmOJTmSS8g72YHB/HfCaBZGIGnQ8nEI4E4ZkgnSeGMR+dxVC/jzpYMaTIQKV+2DLBGtLJOMKTY3CTbE8iRBdWSt/ngX9uECPj0xibiyEdC8DX/TEG5mMIp+cxS7JH+t2IpVKYIwMwNNVJ6WYx4Y/rRqEWGaZjDU/6cwkfGck9+Lw/gEiU9AiOYm5uGhPuBGLhKNyP7mAuMo0RkjtJZc775jDe3Ym5xBR6u8eJfRDhcBC+ifEnxuuySsiuEBACu0ggq6UQG7yPcV8IYyNDmBzux3Q4gezMIEbno/BF3ZiensEotZcJMlKoj76L2i0UpVDPn91at/xladSJB9KoSYSWSuvGSYbCMloa+iAc6a3R4FRsehqemTm4U2S8UEUyZMymyfDI0CBTloxZjfZTNHDHTDRqXOkDkLGSJUYJCqdkdJhFhgxe3S23Ukg+6xCPJ5CgwcFUZB5hajRjlE9LppCi64mef6FKT/9PUzwpr1GC7KIcqgZIRYCO0zE36T2CB0PUfusDjUl9sJB2n5aTofqSrCRlTlJdODJDlcjQcUbnkQEb6inKmE17MT0+hbHReUTJ6PLOB+l6mNTZZSktTcfpdjTLWHJsy6kGgN1S2JKfjscx29sFbyhE18kk/LOk8/gg/KFxPBoIIhKnAcKlxOILASEgBPYhATHq9uFJ+UqlDPxk4Iz0DMBrq0Bpjg0Wo4KUZxQjPfdxa3AcceosqNEujM2G4QmrSATdGHt0HcPuGfhpiHV+vIcueqOYTtlQWmhChi6YPso74QkibDLAnBjC51+OIegbhJsMs7BvEoGxz3B9cAwPHw9gqPMeRue88CVVLN/cXTfQ03kfQ6MjCE504mEQiCfdmOi9i+6eQTKo/IgHH+PT9+5gYm4YvfcfouvhfYwEhnHv80EyjPw060idF2W5VIUutkYkJ8bI2JyBz6BRp2AOozMUHujG0Mggusb8SJDBNfTgD3g44EWA9sf7H+Pel700kxnE2MM78A5/jr7ZIGaSZljVABm2D9A5kaILNfQtHXJjrv8OPnrch/k0XagTI3B7ZjHmMyCbiGHikz9gfPYu7g/OYNJvgN2hIXz/j+jyDuDm5/fQ1TmOsfFZTPd36kbd8n6RXsA+/ieqCYGDSCBL1gHZLNQePKs9GzaBhx+gc9pLbdIjdN/6HI+GJxEbuouHNMUezHoxO+PByHACBoMK7tg/K2VnQ3h2aK1ytWgQoXkPZudDmA8lERgdhT8ahX9+Hn4aCPNSmzzupv1oEr6uHoz2DmI0FoMWmaV2yg/35Ay8nmlMu90YG3UjODVIg1h+MnjcJMNLsgI0sEe+b4oG/mLwkmHoJSPXF0ogRY0XffTKZ2mAMOafo7Z5HH1DHvgmJ+GjATm31ws3DdR5ScexSR94sJBMSj0PMilk4l7i64fXG0Q06EUw4MbEtA/zlN8bCWDO7YV3ahjjk4O4zcYRDyb6fZijQcR5XwjxBUkL/6lOHmqLR6c9mJ+Zwmw0i/mpMXhYhs8PPw2wuef9mJtwUznd6Bqco8G+OGyqH0NzQaQibvh885iZnUeQjDz62izIXcf/RCSEkZsfYYCuP25iPUf6jzz8HH0D93F7LI5oMounLldZtlezq34n11GcJBECQkAIbDsBddslisBtJJCEO1PJM+bNAAAQAElEQVSIoLkNr1XlID/frht1bo8dmjuGBvRiwpoLi8sJh90Fh8MOmyGC2Ow9fPb+P+PRtB89k2YYTPk41V4Gl53SqvMY95hgsxagtbkJRWWtKCEDJqzFEaBZwdlJL3yxEpSUn8el5C/x8WwuTLYCtBWtqFZuIc3iUSeh+xHcabq60ZholgyvRIERXjIg3V0eZL1TUHzTGJjtxcjUDKa9SUwH6MLc9wE++uABhvwhxGnUdEGyQp4JVocLTgfVh5zVaYfVqCHtn8DUyCTiNGJrccYRxxyGXReR6p1GNhCGwxlBKjWDmzdn9FsyldICJNzTCI1NIpIxkmYk+skni0DIDPeECWe125g3m5B1OqlM4mencu1GunArwEwnUq48mKo7UFech9MtMQxOZWG0+DE7O4WuHh+4Q/RE7KZ3mN2mM0tGIbBTBPaVXJpsoln8DLI0E/RcxZy5iIcjmP3yC0zSbFbaaIWd2hGXy6n/xl0u23Oz70VkuP8+Ou9/iQ8ngxgf8qHn5/+E7okJdD+4j8e//N9x68tf4Df9g+ieSdAgVppmojRQ44tI9y/wn2968PCPv8Gtm7/E3396A//5Hz7D3Of/X/z/Ph3GH3/+IR7e+T2+GL6HP/xLF7xjv8Xvb03i+m9/gzuf/Ql3PRrSy3oAmZgf/ulOPLj/Cf7uN10Y+vIWBmdGcPPWbXz+3u/RNdGF//PvPqEBwyCSS6CSfiQmPsAvPhzCQPc4AoOf4vHDT/APN8Yx/t7/hA97b+CXf7qHO7cGESHjNZ6IYPTDf8KXw8P44tO7eHTrMSaXZLE/9iGu3/4Sv/r0Eaau/wI/78vg3m/+V3xx7yHuPOhE55fv49OJOdz+x/fJoBvATCiAIA3STc0O4uP7c2RUPsbNO7fwm/cf4O7jKVBjjnVvWgxZ/2N8/qf3cGfQCzfNjnomZ3HzIy9Ov1wKZ675GVHxWAZpuhBsxHh8RogECAEhIAS2icCyJn2bJIqYbSSggOaOyKWRwuKW7KaZsylMzvmB0DRu9wN07VmMJM9cBFf1m/j+T/5LvN5WjnJzHFoqhkg2hHjiAf7pV2Pwz3gpYYJkppHJJhFNOWDIqnAWFAI0I2g2FKCjwYja07VoaexAgauQdKAsT31y0UDyyypMGLxHl2W6qk3f6cFUKIjp0Azc/V2IBhNwvlME/+0kXC4NrhYDgtESlF34K/zFj97Gmcoi5Dwlc5UD1QhTQS1McSfKC50osQYR7u3CcNKF2MRdjEd88NiaUFZUi4s53fiCDK+I8wpee+ctnMyLY+Lj32MUAHWD6D990qNw06xkz0QEruQoHg+lQIPFFLHiY3PxMCzBjekdyXQyCaMZUPLP4ViRGeXGUVAfAlvZuIOqUYdghdW5FZGSVwgcSgIqDf6YLCoUlQZcnltDJyrrynDyXA4efDiCRCz93NT7IXLc64SWKcPL7VVoa86F2aQ+UctQUApH8wlU3v8Yg7NhhBUrGalWqNTe+sfCqGqrwrGr5chz2aFknMitqkFtaR4KismvLEFhwgv/eB8e0dTabKgODZW5KKxsRmltM07UOWGjkhRy/DHklpHhW4lakwOv/fgK2loq4bRZAYML1txG1NYcx4XsEII0rBbkDORSoRh8D4eRf6YB1Wda4VRssCYUNJ6twYlXSmAc6kHYWQpzyymUFbqAlA/d3fOITLphyS9EXmU18knO8o/TmY/yxjqUtZWRkeiGZj+GhsY85BijmO73QQn4YT92HCW1TaipaSK9mlBdUoE6uwGm/EtoTg6h0BlClOr5FcnlJayxb3RCKXoZ3/nRX+MblxrQYAzCmvEipzGDT+9EyXh8chVZEKAANrsKo0mBokA2ISAEhMCeE9hQm7fn2h45BUwodQTh0jrxq99/hi9+/yc8+vIuIrmFqHj9VTS2NyJ2rxOpROIruyAdQsz7GF9++kd8cOMhEk4NscQcbr33ITq7ejBNfZzyJhuCngl8/luSd+c2YsfPwm6xwkozcjWNxSgtVdHf6YOBZrHMJgsM3KN6hr0BZkcFSqqa0djggDk7iE5/HWoqruLdlhxUmyfx5YQVpR3H4SwvQW1dAcocZkRHZuAf+ARfXP8X3OgcweR8Es/bFEWFyV6A6nPHYEpGMXxnChO+Yrz6yhm8fTGLYDiFaa8JlrxSlLUcQ3uBHdbwBCZpVLmbOg5TQSMMqTim7v4aH/7+7/HB+x9jNKih8LXXcfL1S8gOjyE5HwD1efDUVnAC+bFJhPv+Gb+/+wC/66vG8TID8hw2OMprUV1fj8Zc61NZNnVAnYEsnb3spjJLJiFwVAgo4I4zu+fXWIXJVoiiqmM42VGCHLNhlQEp7PqmaVlk1phlLMyJIpuYwK17vbjdPQtbgQLPZA8e08zX0GQS6WAQwQIVoUACyEYQDvgwPRMBakoQ6e7D43t+RBMa8vKpriYTTEbyDYt+fgmseUUoiXqQSKRhtBlhsFrJEDHDQsajuoxExtNJ7f4N/OKLSQxdf4zZVBoJNqKTIQRnB/C4/yH67Y3IM1jhWsxnsJnhrCmCv5vy3nyEKRphjBBz9/1+fHEnCUdNFXKik5jveYjh8QA0gwON1QYkNI2MQwPIgoUdT29R7yxGuwbR3R9GaUMOjHY7JctBKbXtJcTGHc4gZrXAajbDZjLDxM5ohEnRoI18gXF7A5LZHOTP9pP/tOznHtG1RjHa4crNg5PqZXIUIKfmNH2PLqFx/DriPNOYXSaB9pOJLDQtC7Kxl0XI7poEJEIICIEdJaDuqHQRvkUCKnKKylDd3ILyonzkFRXCVUhGVH0TWo+1obLhFM435cCa147qslwU5wA2uoBXHb+EutJylBXkoKS2BTX1rXRciYLik3jlfDVqO86guqYBVcUVKK1swdmOSpqlO446Mr4am2pRVd+MqnwnFNdJ1FfYkW8J0uzeIHof3sWjh/fIDSJdUAZnSS0KSupRe/IsjuU4UH/iFBrqWtDafAwtZ86juuks2opqcPJsG+qaTqG+rB1nmhpw8mIDyisqUGhNIkKdhR5d7gOSOwR3PAm1sgaFpRUogo0u2NVoO1GEsubjqKmuQW1tHRlvZ3Giuhz1py+hqfwYjlUXo6axEI7SBpy7cAJFxCDXWYia5ia0kh7FeSdwuq0CNVVlKCxpRE1tK062N6Gk/hLpU4jC4iYUF5eiuhAw2uyouPoaKova0VpTj4baShSX1KDy+GU059ejrbEAxdWlKK5tQvvxRqh0hhVym/lwB1WlTpMCZTPZJY8QODIEMtRxTsYz1IF+tsqq0QLniZfRUpqP5oZKlNJvMz+vEnWXr+B4sRU5xiKUlpWgtt72bOZdClEUBYqirFpaARk+tS0NqMpzoiDfgdILV9FUVYfjHcfRevES6kuaqc18FRca81F1rAHlNbWoKypGXuMFnKnNR0XdcdTVn8H51npcOFEGQ+1ruFJrR83xOpQ0nMXxhjN4/XIrmqg9rC60obqhmtr9QiihaQzeuYv75O7e6cSgOwVjeQs6Lp5He1UeXLXtqC/KQxkZgkaLEwVFpWi7cgbO0CTGH9/FXcr3aGAKk05qj2uKUV6Si1y6nlQ3tKOjthgFDRfQ0nQOF9tr6ZrQjJqGk3j9TAWar72KjuPtaG8sR4ElBm//giyW1zk5D3/GDHthFcrqO3C5wYbGk60oLChBSWUD8biCMy11aGkoRq6tEtWVRaiqdtGMWT5OdtTAml+KiqYOHG9vpuuNE9S8Yr2b2WZD9akO5FmtMFGm3Mo6ulZeRkNFI862lyPPbgK39xT15KNSgKKsfl6fJJIdISAENkxAMmyOADVJm8souXaHgDGXLm7Nl3Ht3HEcO3cade2X0VRWjnKrHU5XJc5dqKcL4AlUl+agyAXY8qkzc+E7ePnSK7hyqgkVFc2oazyFi9Q5aGy5itdOVaCgog0NLSdxgcLaTr+EcxVGWHNbUVmai+KiEjLUmnC6pQhqzgnUldmRZ0shFY/QCHEAwQC7CJwVNcgvLIbdng9HeTuacipwtqMaBQV2GAtqUdJOcqlTUmN0oKmhGvmlzSgtacW50ydx4Wtv4dKVV3CqvhC5hsQyuVEktQzMldUoLC1DIawwmirR0poDe045qusacepCmz5D6aBRVbXoLFqqWnG6qQSVVQ4YLQ5UtLUgl4y0uup2KusEOs4cR17BKVx55SVcuUplnnsJbQ1NqHeYoBgqcPJUHQor21BCHZaqQsBotaHi8quodBZTJ+Q4Wk9fw7kTZ3H1ShvyzTWor8lHIXWM7LkFKGmoe+Yij41sigKFex0KQB/IJgSEwOoEeCYko1Ec75C3/KPQTI2z/SU0l+ajqa4cpVVVcJjtsNScQEO+BS5TEUpLi1Fba1uebVf3Fzr/qxdpKalDTetpXDpWhxPNxSiiAaTjdPzSKxdx8Y0rNLN1AufbLuFSawEqWlpQ09KK4zUVyClox8VzTThz9SwZbGcprB7njpdBrX0Vl6muNW21KKb2v7m0EWevnqI0rWQ4WlFVX4WSilJY0nFE/AEEdBdCzFKFmo7X8OffeQUvv9SKisYTaC4qQnNdNRo6zqKjpQMvn62B05BENBRYyBfNIGE/hgvn2nH8dDMqa1qpjTyGy5dacfLaJdQVNqCjg9rhyy+Rfx6vdxQgr/0qTrW14lRTOUpyTEiFF2WRHkFjCUprm3Hu7Am0nz2H9lwFdceaUZifDxcZeuVtF3D5WC2O1RfBaa1EZUURqqpcdB3Kwwky6my153CstoIG7apR1lQL4+rIVw3VjbqTJ5Brsej5ckpLUFZXR8c2VJ09i/wcJ8zKsqy0bzSr4BtZFNpfFiO7QkAICIE9IaDuSal7WqgUvmEC5kIU13Xg3Muv49rLr5HrQG2+k+bRNizp6QyWEpQ3n8F5Xe4rJPcEKh1WWJ5OJUdCQAgccQIGowKrQwX7RxzFNlXfDkd+PTrefB2vknv9zcvoaCpD4TONrxPVrS04eekYcqlktl3yG87h9JXX8Trle+XqeZypscJM54eiN/yxFVSi7syCLJZ35ZXv4s0zbbhYsWFR68qQpVQ8LsCOdrf8YWOOmWxZkAgQAkJACGwDAXUbZIgIIXA4CUithIAQEAJHnIBqUmG0bmTOC5vfjFaYTSZYDJsX8dycZNXxs43snptOIoWAEBACB5CAGHUH8KSJykJACOwvAqLNzhLQ0lkkohmwv7MlifRDTYCm1VRVATvIJgSEgBA4ZATEqDtkJ1SqIwSEgBA4bARUulIZTQoU6pAf8LqJ+ntIIJsB+NnMrEZTdnuohxQtBISAENgJAnSp3AmxIjOdzCLiT2N+NgnfVGJbnGciDu9kQpfFvndiYZ/l874eRvGcbslxmB5P4e6xOHzkLx0vxS0cx5/I5uPljtOxWx62fJ/juLwnsqm+3sk4PONxkkluUW/WkcM4r5fCOI93UR8OY+elOq0WznFLjvNwGna8vxS+3OdwPZ7kcbi+f7mbUAAAEABJREFUv1gWx3E5HM5OP6Y49hfSESeqA8ex43Av6cv7azk9zTIZC3IS+rlaK8/8dAIBd1Kfgchs10Me8tMTAoeQABtzqlEBv9sxFtYQCabX7cLUDrPbSB49bSCN0DyVQ75+vFQmHQc8KSzJZD/M6Zbil3xKF2FHx7FIRn9JdSqeXb/elDdMjmWsqgfJfUqvVY45X9CXelIm66nL5LQkm+NZ/ovkrCde50CsWZ4ul8t4gdPzLGPHx5yX/ReWSfpzWcvTcd6VYcvjEzENaZr15ReGR5fpxkzWVeayPNGghniE5KVA38ud+NGJTCEgBITAxgiIUbcxXutOHaeLuJuMmpFHIQzcDW7d3SEZ5AaXy7oTWCaX9pfiyR9YckvpKW3/bZKx7HiAwpZ066f0T8leSsc+p2PH+6s4PR/lX5I1SPssT9eB0uv75A/cXdCR0+lhlI73n3JcDoezr+dZpvPi8eCiz/Kf7C+FLfmcn+UslUl1fyotx6+SVmfE+dgtxnO+NfVdTDPA8shxWtaLnb6/FL+KP3Q/iIneCLijxaPH6/5ySUIhcMQIsDHHHfE4dcqnh+MY74mt2412RzHWE113+iXZY1TGaFcEY71PlzVGskY6KZx8TsvHo4v7fLzkON9S+PRwggwrDX4yBpfiX+SzXN1R+aPdVB75L8qzMp7zjXR9VfcRZkGO07Fsnc0m5HL+lU6XRRy4zmOLZaxMs/J4SYelcJYxSszZXwpby9fLWab7GJ8vKpfD18rjmUzSIJqGKA0MTAzEnnwnxlhvyrtWvtXCx3qjmBlN6LIyNAN4xH6SUt39REB0EQKLBMSoWwSx3V4yriHgSWJuNIaZocjW3XCEZEUxQz7LmyV/dpSOF2XPjkQxO0LlUPgchS85Tqenp3jPRPSr/HQ8NRDByOMQJvvDmKPjJdmcfrlbkE15F8taHqfvL5b5JD8fk7y5sShmh6NgXVgPlsNhnIfD2HE4Hy85rpMeTvmXwp7xl+RTPWdo/5l40lMvi+LZ5zR6uYtpuUwuZykfp2F2s6Srm3XmshfT6mlon3WaIX+iN4zRzhB1BsLQ46gs9hdkRMFpOC073ue4tRzn8U7FabQ3TSO9cjvQdv8GRd7hIcDP0vGsSCKWxQgZKX33IlivG3wYwcCD9ad/Ivd+GIOPoui/F36qrP77UYz2xElmVA/vfxDFwMOF/Sd5F/XjtBw22h2jWT8NnqmknofDXuQGqBx2/SRr6HGM9IisO++SbNZ/uPMr3QaJRf/9BTms25Bev4XjpTyb9QeJwQCzIL253PXI0dmRDktpWQbXlf2lsLV81n95nM6JZDGz5eHL96eG4ggHNAS9KSwvg/MsP16eZ619Lo8NO/5eQpH2+/C0NlITIXBwCbzIqDu4Ndtjza1OA45fycF3/0MFfvT/rN6X7uq3C1FcZcYbPyzBX/y3VftSx/3G7vw7+ahuteHktZwt82Lmb/yoGK4CE1SDssffWCleCOxfAvw8nSPXCFeeCWfeKsTV75dswJVSWnYbyVOCa98v1d1V8q8+p7xrFMduZRoOY8fhp9/M19va2nYH6VKycfe9TeTR9Vqqw0L+a1SXa39WuvHySRbXY7vdNZLLbjNyOR+7jeQ9diUXhRUWlNbacPGbxVvicIXOScerBcgrMUOVZz33b+MhmgmBI0RAPUJ13dWqKtRHN5kV2BwqbGTg7UdntqowkDFhsW2Hjgbsxzput046M6MCI5/bLZ5XNvwtNgMU+RXu6m9TCjuABBQF9IFKvxWTRQX/DnfFUdu4HeWYrAp44MZAbcd2yNu0jG2qz6bLp2vOXuY1mVQ6DyCnbMt3yGRWoaiQTQgIASGwLwhIc7QvToMocRQJ8HNCfFvZkau7VFgIHDECGS2LrCyGtOdnPZOF/lqMbWl3SVYqmYF+bve8ZqKAEBACQoAGrASCEBACe0yAOgd7rIEULwT2JYFDo5T8xvfPqdzOc7GdsvYPIdFECAiBA0pAZup2+8TRaC2P2C5dC3i2BlkNmUwGmsZLI2eQjgURjsSQSFI4J8xmKEkC0VAE8ZQGjYcbWQ7rTj5lpVFgOqCdLAnRwJnSSEbCiETiSKQyegileOZD2UHinwmXgI0TyKQTSMTCCEeTdI7oXBJc/VyTD3J82pZLVVQFfDtWVh6yh2xCYCsEFtpRlkBtH/3W9ON0GhrvQ0M6EUMsEkE0oWHpd5il32syHkM0nqKfZxZ6O6hn5/2lNjMLLU3HHK6lkIpHEA5HkdAyINFc4LqcalCgKMq60u6fRBmquwaNZhn3j05rarKuCGpyYTAp4HYXW93odPKtwCqf263KkvxCQAgIgW0gIEbdNkB8nohnLvzUMdBSKST1joJGRkAKWjqAaDiGcCiLTDIK/9AtPOocxNhsCHonRIsh7h9H790ejHujiETT1ElJI0W9kKyWQDiWQZoNwkgUiWAIAQ6HH5OPH6Onewzj7ihSVB5WbKwbd374FhI2PlZEP+cwCzZCM0u9Iz0l9Xp0f/GfLnxxfzVvRfLVkiyErTvhQvId/s+cuGqrFROfn8Zk/yM8GJiBP5pCOp1EiozwFBnnWiqJJL/PaJXqKFBWEydhQkAIrIMA/yaT4Tg0NrS0NNLcvsbTyHi9CFBYEhEEpocw+KgH/ZN+xPRb5jSk/JOYHhvEwIQbKS1JbXGW2jVAS8SRIGMvhQyNzCQQmE8gycZg2A3fcCcePe7HVIDaWpK9DvUWkmz1J77YbmR54I4cabYgd83husXoZd6iiGUha+8upI0hGIzStSkBLvcQ2XZrV1xijgABqaIQOLwExKjbqXNLPf9kPEMdha8uv3pR88PoGx7G70dCSIU/xz+/P4qpux/io5tf4leP3dR5SGH40Qgs+UkMfPkF7n72L7g9dBf/+VdzyKktRI7VhHhPN8a6OzGUCiA98z7+4eMJjLoT8PZ8inuf/BKfTqWQzY6gb8oMNTyEubH7+OCuVy9+3f/IMASNSociZIykM8gkE0jQzF+UZ/1SM7jx6V10dU3SLCD1e2h2MBUM6AYoJaW0cTIug4hQxyfCHGj2KhZNkFGTQTaTQiqWQpQ6C5GIhlQayFDnKJ2gnWXKZUhQKhZHMhpCJJmlEXfqbFFHKxGNIpbKgqwlpONRhEhuPBpHOpFAbEkEjcpHKTxGxtQykduym0pkkUpkSOdnxfnn/PBNT8BomsZv/oefo7P7t/hyYAKff9qHwY/+gGlSm2zvZzNKiBAQAs8lwIZbhqwK9lcmTFO70P/eP6JnbgaesXsY6b6FPw1OY/D3/z0+HfDBHZ3DbCAODw1uOSKf4X/67TDGr/8drvdPYSBRgPJcDVGtC599PgOfL4m5ezfR88WnGNEiyPg/wy9+ewcDY35EZ30IuX2IFVsw/vP/HdNzc4jSb3qlPps5zqSofYyEEKW2LUltXIrbVBoISlFblswkqb2MUPuZhO/ebfQ+eIheauyy1EanYkHEyIBN0+BRho1ZbltDKWRpcDBBbSq3r8ikqU2OIkjhGjHUKC23ral4HNScP60uGcUatatBGpTKkM+yo+O9mHxwHX8aiiAUJj3YqCT9yIregEn5dDFyJASEgBDY9wQOoIJi1O3YSVOoc6+CV8fC8s3lQDqZRvxxP2K9Q4iU5GDCZ0NmegrW2DAm6aKaDMzAQyPLo7445qdCUOf9UNtbUFRSijyHGcb0NBl1n+G9X/wS//TedfS5w4glp+BFGmN+K6Kdk6CrOsJeD+ZGR6mjMo+kwbRcC32f7wbSbwE00deAD/RQ+pcOI+IZwD9/PI6xgXEE/NOY802j91E3bvzyTxiK+jEbjCJKHYjI7ARG7nyILz3zuP/+DQzc+wNuDTzC+7eGce8372Fs8Ld478EYbn/2BToffIgPervwL//rDQwGRnH3Xg/GKO3EVD8+u+ulgr/6zA/cxcOP/oE6EuP47He3MTMzhhnPJB7feohbv/kXDPb8Cv/j5wO4+bt/xpc3P8Z7NIt563efwDt5Ax89nETvvRsYoVmzvvmvZG7HnpFv3SHHq/CtlJeh6VKNDFTVbEIqmISSiCA+fgsDkzN4rLahmE4B3/6zlC9LM51p7lWR4bsUJr4QEALPEuDmSdV/PM9OeRnULKrK45j1x9BNhkcg4EZOziwGUIFAzxzSgSCSkQD8NOAyNzmOqNGA4SkFdlsO6moKkZdrozY1iOm77+HD3/8cv//sAR5PRHRjKdzjgUMZxlQqhCkytqKhWUzNzGBsLqnfbfGsNs/q/qKQ2HgXhnru4cvpACbH/Bh+/z0MzU5jiNrKgQ/+CZ0P38NH42MY9iYQ9IUQjUQQj7qRGHmf2lY3eq7/CY8e/QF/IIPvX35/E+77/zP+4c4oPn//c/R1f4ZH0z34ggaW5qf/iOudM7j/yfvovPMpurwppKkC2SUFoyOYGHqAj2+Owz9FzvcAfeOzmJ4hftEAAtEItKEP8GDSj97HnZgf6tIH25ayHzmfwEWCaRqIzYKa8iNXfamwEBAC+48A9eb3n1KHQiO6WKoGwGBcURtLAVyZFCyTj/HZYBrVFT5M+zUkPF4Yw5PociuAaoIpOoNMXi6M9lzkkLFgKi2C1WKDhQwwA8VbqEOSX1yE4gInzAYV2dkBuINxTEXMSAx0YopGU9NGE5L+DExZFQVlthWKLBzqnSXSU1k41P/zSG1kbgozZidMTgesmo+MzGE87pyAu28Ec1kFmtEMkzGN6Pw0Bu53Y8rtwTyNBCep0+PxzmBwxo+5sRnM9z2Ch0afs6YIkvFZjM2G4Q6YYbM44Yx6EBjvw/AsGbEmi1720r+4z4/AtBsxmx3xuQnE/AMYIgO1t3MM7oEBMjJ7MBw2IzY/h0gkDG88i+jUMLw9N9E9PoExTxDhaIpmBpckbo+vGhT9NRCr3jFJI+pJ6viFwka0XDuN0lwndb5imPcHkY7GwKyXcwYdKAr94x3IJgSEwFoEaFIKGvec+eeyIpFqMiCvtQqRyS6MzKQQjZpQFBzEkKEW8eFezAf9CCsGaCkDUr40qprykMxYYLNakJdrgclsglFRYXIUIK+gGPkuG+ymBGIxDx4/csNpnsA0tUfTXg0qUjAY5jHvaobZaINpFX2wwc0zE4LXG4PV6YDDoiA8Pgw/tWl+H7WP7mkEsnEEuu9gcC6KsGaAieqrpCIIjXTDq1hhNM0jHJzEyPQ8puYTsMUGMEZtUHQ+gPhMN0bHO3F73EdlhGnwT6O0USSSKRhtZlBz9kTbhHsC/rlJ+C0uuJx2mGwZpHgWMAEqw6ynN7sy8E2PYnjYjbn5NPTm64mEo7djMCpQVUCBbEJACAiBvSdAzdHeK3EoNaBRPJ6AIdvq6eopdhRYNRQ5/bgZqUZNtAdJsxmm0kLYjFmM9QaQMeWjpKgE5flm2PJsSBhMSA12Y2JyBEPTfgQiNjLSWnH2pSt46Vwj8i3A/JAH8ZiRZvPsKDKO4v4cXZBtxcgrLkc+XbUKSzMAABAASURBVKCtWboyY/Vt5QUpq2WQSaWgWrP8VAlSITd87hlMUscjm0ogQh0iI3Vu0mnqWMSpgxCNIUojyCgugdPhgjUWRiIaRNhRCGvGDIeagcFihEr1tJutcNXUo9xZgWMVQDQQweQcUEkdrae0ozIspiKUlpeiyJUCIhOYJcNxjkbjNV2HDFy5JcjPzaVR+ULk5uQjz5FBOhGjsn2ko4PKzAPhe0rsVg/4FjBNy2LN+44yBpjMOWh/+QSKcu1Q7FXIz7GjzjCCKX8Kae6YLiqhKAq4U/D8HgFkEwJHngC3pfqCJSvuZtfBqEag+Bhc/mGoRg1RJQ/psRCcFbWock5hLhKCJ+OCPb8CRQVFcGbiKMjTEPZ7MTY0QjNRk3AnTbBWncPJsy/jbEs1Ki3ziIdG0ZkuQ35ZCVTvPMJzQcCag9KyApQWWcggUrZl0CipKcikATPS0JQMLHYF8bAXXmpTg5oNRmc+rPPDZETFkKQWWQHVMZJCLGuEjdpWWMww0uyjhdpWW14BClx2OJzk57ngMCnUJkYQTsYQjOWiMN9OHMrgyi9BWYGFysST5idDhl5GS0KxZPnOSsBB5ZossNJAIgxAOqkhXXECDm8ngsksfJYKDsaR3RTAajfASIypKT+yGKTiQkAI7B8C6v5R5fBpwp0QjWapVtYst8yF+nMtKKk4DdtYFFUn2nD822+hpbUBubPTsJCxktv8JtoscbhsaXidhXA9fJ9GjW/iRifNoEUBs80Ki2KAYnIi36lhNl6K4orj+M7bLbh2KRcTIxZYHbmovXgMhcU0Mk0jq1jnZrTbYCsuQLrnMUYf9GB80o+U0YqcslwoNpUMPgtyEKYZshSSRhdajxUjRcaqarfAYnXCloqRtTaHQE4u8tvbYKRZyPHuMIIRC2pqLHA5DfroprUC8Gm5ZBDmot0ZRyQYRFB3ESQVI0wuF2x0tbQ5XTCkVDgcDjiLXYDNhIypAHlWA6wUZ7PZ4LSaYC8sROHpUyixWJELE/V1zDBasK1bms4nn9NnjHUqxWin8mta0d5Wh0KzCqPRjurqBly4fAytJwswNxUHG4V4smWR5d7qk2PZEQJbIHDYs/JYyrJBka+qawTUerSV0EBRaw4MNEAWyLbiG6+dxtfeKIERdiRTTpQ2V6PmfBviD0ZQXmVF0DOLzhs30dXThcEgtac2I/1mFZqRssOqZmGNhmC9+gOcuPIXOOUE8hFEOq8OJaVn8GrJADLZGGLaV1o8d490Xyu+rDhDhpMPXd1D6Br2wllVgERwGrOeEOajFhijCWSaamCFAqsdSFH7GglqsDQ3AWPDGOpNIaM4UFluQ47TAlgLkMtto8MGc2kjisub0W5JUnuowkJ1tDrsMJMhqGgJxEJBhHQXBvILYXLaEe1+jIHH/ZiNKlAtJphzLMiqGaSm3PCnquEKDsGSb0C2tBSyCQEhIASEwP4hoO4fVQ6bJs+5iuc0o7z9Hfy7t4tQ+faPcJVGhptcpWhoPoW/+jdXcf4730JlTgFaX3od5668iVfaL+J7/81/wLfe/XP8+I1jOP/uJdR1nESLKQ+mim/gZ++04c9/+hpOnm5GTk498k7+BP/28gV8/+tVqG5sRcOxU7h8rR7r3kw5yKk4g7/92Tt467uv4OTL38Xrr30Hf/uTd/HD//t/iTdLyvHGO+/glVfO4eSp02h6+2f4N29fxDuXm1BRXoeKlgu4eKYd55QZdNpfx6vvvoIf/GuS8eo3cKmyHV/7ehFsNgPigQicJQWoaCiEMv0IH/78F/g1uV/8/CMMmYpR/e3v4DQZbKfffQd1l36Md974Ov7633wXf/5f/9d48+q/x787n4Mzb38TZ85ewBtt5ThB+yXlX8Nf/tnX8O53XkZbaw0KDNjWzWRRYLKoUA3Pii1tacaxixdQQFEKORRcw8ljtTjRWo2c6iu40ubSb5/lKHYZ6hCykcj74oSAEFgHAf2HtXq6kpe/j7MdV/B6RyuufP0lFNGgl6Hhz/H66Tfw56804/S5GrgKz+DPf3QRFSe+ibe//h38+McU/8r38Up1B955swyFhWaUX3oJJ7/973Gx7Tv4qw4gx+rC8TdexZUf/hk6zpxHu82Fktf/BrXlpXCZVtdlZahGv/XVBoI4naPhIk69/D388NULeOtqE2rf/BnepLr87K9/gr/4d3+Niye/ge+99lP84OUatL30Gk5dfQNvnGpHSdXb+MH3Xsa3fvIXuHLlz/FmxyV8741WGE/9V/jLU7noeO086ltJ7+Zr+PZPv4PLlO94uQvHz3Wg8VgNVE83bv3zL/Aeud/88x9wa9yOnNav4Uc/fAuX3rqGxtyzuHKmFs0Xz6Lm1Nv4y9cbUW32IZpuRzldA+pKWXtxQkAICAEhsF8IqPtFkUOnB80wGYwKDKZVeiEUp6gGGA0KFIMBqkI+jcIqigqDUYVqMEBRKExVoaoUT77BaISBwg0qhRlUKORTCkAxwEjHej5VWcxngJHiDSxfUcBpVYrDujfKo6jgW3oMJFtVDWBnNBhgYD0UBarBAFUlXcgpBiOMBhUGKkPJq0BxaQXaaBS5+e1v41qhFfk0a2UwcnpyCqUzKODNWHgJZ0914FpHKRyl7XjpW9/Eu+S++a1ruHC8GkUGSk8JVYMBimqAgXxdJ9ZBpTKpPNVggEo6GBb3FcUATmcwqFAVBQrl386Poiigz6oiFUXRdVGwuCmkg6pAJacovI+nNlUF+NadpwLlQAgIgWcI8G9FH0yh39IzkYsBimqASgkNlEY1qNB/h4qBwgwwcBg5KCoMBpU8A/kLTlUNUPVwBYoCKCRDpTaNww0qHUOBqocZFnw6ViheURTaw7o2gwHg4ldNrKhQSQeDqsJAiRSSbaDjpbZOpX0+NlCcqqqUVqV0KhTFAIOB9g0GCjPAoPK+SgXRtWIxrUJhC3UzUBoVKumsUpiiuuAqaMGZr30Tb5F752uv4wwNPpXYDDCwPIMKRaH0qgJFT2+AQTVAgQ0tb76OtqY6FCur1uZIBWayfLcF8Jwh3IPOQ/QXAkLgABFQD5CuB05VhS566j4mzBciftcczxZt222ARits9hwUFOUjv6wI+WTUkm276rkz2PORm5eDXKcZBrMDecVFKNJdHnIcFphWzbW3gelkBux44YYta0JfEEWhL8mWBYkAIXC4CVDfeeHW5YP6c2G92e2b02SAwWSHq7AIBeQKC/PhsltgUp+jILdVRjtySwoorXVfts/P0V6P4rt3+fZ5fjRCD9jiP0Whk7rw2aIkyS4EDjoB0X8/EHheE74f9Du4OpDFpKUBNpj2bSVIR9aNO0zsb49ToRpNMJlNoMm554pUaVZSUemK+NxU+yuSF0nhW6m2l9n+qqNoIwT2GwH+vfFvb1sGU/Zb5Q6MPtRWq9SuU5tNnwOj9TOKUjWeCdtkAItit8nskk0ICAEhsK0EDoRRt6013kVhvCjGdo0I7qjaclVaN16VejMK/2qE2bqZSUIhsGUC9HtTaVYke0BvdNONUX0QjSqyZRgiYLMEVMJvMCpgB9mEgBAQAoeMAHdPD1mV9kl16OLBi2qYrYSYL+b70REq7mykk9RV2o/6bVynhYcbdjCf0azSLCTNRtJp1fuX21EWZBMCQuB5BHgwxWhWYOBeOWjbjt/dLsrIpLPgW/9I8x1vo7atXdpFPrulM1dJL4tPBB9s0XF2FiVOCAgBIbAfCHDXdD/ocfh0oNae3z2kJYB08vkuFaP4ODlOR+lTvE/+mvk4jh2nZ7c8PYXr8jh8yVFYmtMsHS/6rJ9CnSSjUUUmpSDN6dgtxj8pn8PYrQxfOqa4JzrTvi5nKY7KfRK3FPYcX9ed8jwpe7W0XMaL0nA+SqeXvTwthT2lH6dbchy3PO1S+DI/kwKyGjm+tXZZ+HP1XSOdRuEayQPfW3b4fgH7vEai3kEkwINQ/LvZzO9t3Xm4HWBHv88N5VnZdrCMxTBkaZRv8ZqwWlu87nLW0onLYrdW/FI467OUjny9vSV/1fKXp13Kv1mfy2B5L8rPaTjt8nTLwziOj5fHb2Bfb78zgL7yMMtheRvIv5wTfw/5EQtpvg9iSyI6C4HDSUCMup06r3QBnxyM48a/ePHRP7mf6z75lRsf/9Ktp/n4F258Qvvsr5WP49g9iac8H7Gjcjic5T2JWwxbkr88vOtmEAFPCg+vB/Dpr926Dpx/eRre5zB2vL+qo7L1+EVf36dy9bSLYUv66WFLcav4n/xyTtfjeelY/se/8uDjVfIvz8fpPiGWT5VN+jx1vFzG8+IW0/XdC8E9lcBwd0Q/X8vL2+j+J3TeH3zmJ5uOOnw79T0UuULgEBDg29hjIQ3RUBqPr/tw+/funXN/INnslspYj8/p2S1Py8fsKKzzhh++mQQmByK4/T7J//02Oy6H3Yvk/pHKXUpH/p3lxyvzUvxtdivDN3PMctZT79X04bzsuFz21yOH067i+u8GMD+bgGcijnsfebCl+v3Bg+4v5hHypagNPwQ/MqmCEBACB56AGHU7dQqpn251GZBfYUVh1fpdwWLaJX9deavXL3+5PGeBCUaLipwiMwpYz8rNydFlrqUDh7NbrJee9nn71bZ18rJg3Yw2VP7zGdjzjDBZVdhyTOvU8znyiHdOsRlk/0M2ISAE1iagKADffmm2Kiivt6Cm1br/3LFVdFoMK68zw5FjQF6Rcf/pvRbLRd33nPU26lFcZYbNaYAj14Dq5lXO11os1ggvqzHDalfB30/+9ooTAkJACOwlAXUvCz/sZecWmVB33IHGU67nugaKZ7eUbvn+Uthyn+PZLQ9b2udwdkvH7PMxO95f7kprbbA5DKhotKG+wwVOw255Gt7nMHa8/yLH6di9KN1a8ZyX3VrxHM7xDaQv7z/P6emI7fPSbDSumAwxR44R+aXm557T9chl5hWN9sP+M5D6CYEtE1DpSmUyq7DYDWg44cCxC64D5Wrb7HDlG1FERsWe6n5+n3PbYf0q6Vpnp8FWPhfNZ5xb+g61nneirt0BlidG3ZZ/4kdNgNRXCOwIAbpU7ohcEXpACPAsET+nItNFe3DCsllkn6yesAflS5FC4IAQ4HaK36kJ+s0cEJWfUnPhdQxci6eC5WCXCXB7y7fy8vnY8jWPTie/soifzzugX8tdpi/FCQEhsHECG8shRt3GeB261HyRSyUz1FeiK9Shq932VyidykBLZaEbwlsUn8kA3MHQZQn+LdKU7IeZgKIo+jL0vLATDuBmMilQDQpk21sCBqMCi02Fviq1sjVd2JAL+lJIxjW6HkgDvjWaklsICIHtIKBuhxCRcTAJsNaKqsBkUaEoW7zCsTBxGyLAt5QZqLOnqJRN8BME+QgBISAEDgYBvmTmFppgsRmg0nX0YGgtWgoBIXCYCaiHuXL7sm4ZDRlNg0azNKxfOpWmUb4okokk4jEgk44jPPUYg0PjmJuPIalRqkwSWnQWYz2S8jDDAAAQAElEQVRDmAnEEKOZtUw6A43vH8mkkaCZI10eyUjH4oiChYfhGerDyMg05gKJr96RROKe+tBwo5bmUUZ2T8XIwSoEjCYVTwyxVeI3FES9AkU5ENbchqoliYXArhKgpisdT1M7Sjs07Z2hxlDjhjMYRoSmw9OIITQ7obefQzMRpKhNpZTIhOYwNzmGoal5pKkd5eXqKTsyqRTS5DRuX5FGJJym4ywy0Xn4xwfR3T2K2WgKKbl1eldP874rjJpunvlTuRdF+/tOP1FICAiBI0eAm6MjV+k9rXCUOhIeN3p8cWiJIXR2exAYf4y+oQE8GA8jnUhgpr8bwYQXo71klA08xrhnGLfvTSNGxl1ayyI2PYX5mUl4tCi0YBfu9s3DF0ojOtWD8Z7b6AtQBwdTGB0NIDA7gtmZEfRNRNas9qp2BRl7oF5OIpkmAzSLrJamwwR1iHg/iJHhMczM+pHmDhL1hLREDCkyNLmfo6eNx5GMJZGk3lM6RfnIeOXnGLJZDRr1qpJxiiPjlPpfemeMjdTlCvJtoRp3rJIkh+rM6mTSKdIhiRQdgw1j1o/kcgcsk05TJ2tRAqVLUXiKhS8GfeVlkKG6pBIpqhff/pghfRJIUx5SH6CCtCTVJRYDG9xcn6/yAqpB0d2qzLCxLUtlZbguG8smqYXAPiaw+6ppqSSm79zGlD+AkGcM7olhPJr2Y+bWb/FoJgJ/ch5utxfjI7OIervx0T0PvH230TM6hWFfGkhHEEtPoacngHBYQ2B4CBO9PZjNJJCN9uHzL0cw7Y4g4fHCPzGOqWQYY9dvwOsP6u3bdtQ4S20St/1si2rJJLVN1C7pbVwKGrWZ3JamKU1kdBTTYxOkAw3cUfuht1V8Szi1dVlKnyYB+u2A1DamqUGjYGrTMsjScSyuIUMNWoYCNW7XuX2l9vkr/TN628hts0ZGbrC7G+NzPvioveb2VQ+nxNn0NMaJ3dh4iNriDLJaEvEEteskm6KP1IcufXzJOFJ1lsoKASGwfwmIUbdD54avlTRIDG70nypCC8Pj9aB3cAaJ2QfonIpiengUw31dGJiaRJAutN7xCTJQfBgZHMJI90NMzwzhsduM3LIi5NjMyMwNY7z3Du71PUJ/54e43kOdlJAfXs8g+vt6MDgaQDbrwYw7ibh3GN7ZYQzM0DTgU4osHCiKohspgIInWyaFVGwew6NekulHNBZCJBKAZ3oaY/0jCCTc6CV/enoe8XAIwZlR6lD5MTU8gfm5Ecx4pzE8Noup7j74AgMYmnFjanQcc3OjGPfNYfDROLxBLyanPAj43AiFfZiYCT8pnndi89OYG+nEiNeN0aEZhCNBhEPzmJucwiRxCXh78Xh8DmMDvZigTtzw9CwmhyZIn0lMzFK6qVG4PXNwR1nakssi4nfDMzOGOY8Ho8NTZEDfwzjpPzI5h9mpaUSjMxga92CWOPrm58mQXsq7Az59SahftgOCRaQQOFwEeJAnncqSUfJsvbJaCvGxexh0+6nNHKG2phcjwRn0dd9BJ7WNwZAXfpq180z7kHY/xCfd8xi+/wDj83GkHAUoyTfQGNE4Htx4iM5HXbh34w4ePejDLA0oJca60d3ZiSFPAD4vtUHUHvkQx8j125gPhJF6Vp0Nh6SpLfTNTmHUF4SXBvs8PX3whELwzM7C3d+J6el+9M164A0n4esfwiQNqE1Fw0j7h9E7MY+poSHMTA9hYHISvT2T8I8+QNeEFyN945ijGcq5oBvjw7Pwe4YwOhvB9NAwZsbIBZMgpPp8JCvNM5fzM8MY9vjhj2jwPXhM6T3wxKKIB2dpEG8MXcN+xCKjGB0ax9DQHLXJHowPzsFH16RJdxCBKBmbLGw97qCn0dtv+nfQ6yH6CwEhcGgIiFG3U6eS2voMzWJpK2dicopgpjhzbxfmeudga3RhKpIPs8+LwvQQRmj2Cskg5qcG4MmYkYoa4YomkHe+Hfl5bNQZYTYE4J3uwp1PP8Ent/owT7Ne6cQofAYTZpIlyPYMIkGjpunIPLwTc2SoJGDPW3vpfLLrsNymy6aCCLt78Ye7bsxNuxELTpERNIquh124/ds/Yphm5SIZhQzHLCJkqA3c/CPueHzo/Ow2Rh//EfeHHuLDByN4/Mc/0Ij3r/BR7wy67t/GQPdH+KS/Bx/+8h6m47Po7+rB+MBdjEz14mZvEMu3wNB9dN/4JT4ng/DuR7cwOzuAydlRPLp1H/d//1sMD/wCf3dvAo8+eQ8PHtzAh11DePjhR3CPfICPH4+i7/FNDA12o9u7XGoME32P0HXvC+oADePGR/fw+Hf/M273P8LNrgH03fmS6nkXf7g5hd7PPiZjcRwBOofLJWznPnNXDdspUWQJgcNJgNvRZCyDTDpD7c7TdTSaFDSfyiGjy4+HQxoNAMVQlzeNftdZJLomkJwPIZmIIDQ3h+nxeeRWODERyENpQQHaGvLgdNlhoZn68NCXuPnZn3Cd2o+RQAapWAIz94Koyh3HdCqMsUgCiZgPczT4NqEVQqH21rBsLOxprdZ/FKB2qq/rIe55Y3BPBzH03nsYoAG0ge4u9P3x13jUSW1aXy+6ZxJkNFGDxCNBMTfCPe/ht51BDNz6mIzQ9/Hbm3fxz7+/B/+D/xX/+fY0vvjDTfQ//Ai3Rx7gTx/2wzPxCW50zuHeJx9TG0hxwSwy6ld6pqd7MdF5HTcGRzHoySJOM3RcvUzYg/mJh3g0cBP/+LshmqGMIZNVkE3MYX7yHn73x0HMjHyG+33TmPCkvhJ42PcIjkpfAIX8w17Vva6flC8EhMD6CCxr0teXQVKtkwA19HyvvbryAWolD/mZKKyhh/j7SSfa8h7CTQadz+tFbN6NhyNGwFqMcnMIudWlcJZXwElnKZ2gcskYpP/0KUF1y6v41k9+hp9+5wrKnTYoQ91wT7oxHYwhMnEXvWRMpvMqYNLyUGCxobzKRvnW90mTERn3BFB4sQ1Vx1tRbI0gMDmE3iE/rGT9xY02GG0O2G0JxKMejPT7AO8cbHXNyMvNg5VGzjWaosza8pAcCaKkoghN5ytQUuaCEnehuOMiWgqP42KRhqxvEqPzUTjbK59WTnPCbq1DY0sLagoTMCQHMDQyivGJEEzIIKZoKCprRnlZGUpKa1BaWo1SVwJ+6gj5I1PwmUpgc1Wi3rVc7AgmpjwYGkhDTWZRfaIZDrUKFeUtqK8iTs44jVwT5HgaaWMujGYrTDtodPFMrsZD5ctVlH0hIASeIcDPstpcBhjMKp7pRJNxheZjSPR/iDlvnAaxCuDqfIyBZA5iY/cxSjN1Xls+zNYyOGNWtJ8ugsuRpRkqDdpiSYrJgsJzf4bv//jf4kevd+B0aRih6Cj+8GASGW0SE8NeTE8CdpsFlVUJxKrPw2F2UXu4KGAL3oTXAS1Tjpfbq9HWnAuTSX0izVBQAnvTCVTe+wSDc2FEFCvsTitUMuz842FUt1Wh7Wo58nLsUDQXcquqUVdKbVlxNWoqi1GY8MI/3otHNIE2G6pFQ2UuCqqaUVrbjPZaB2xUkkKOP+bqJuTn5sPZeRv3AwoUsw0OlwUaDepNDfSh02shYy4KWMyw2HLgiIaQHu/Eg6yG6Ug1yoryUJRnZFHihIAQEAJ7QeDIl/nV1ePIo9h+AArRZfe0ZAX5pVbUdlQAOedhpVHh/NZjaPnu11FfXwXtcTfSqgPO5q+jSfPAqMxjxORA+g//Az759Nf49ed9GJyJQlGNMJpMMBlVqIigd8IJZ/4xfO9rzXjpjIbbjzUksi5UnW9FTp4d84/HsN7NSB0XC+Vx3/gEjz7+HD09A/DEYkhRhyoU8SEQM8IQmqDZMz/8KRPqqo2YDWURJgPWaLLCFJxD1D2MqZxSVLY3IDE0jIfXJzA1l0JJJXUWVANUAuOqNZJcJ/wTLpwsUlaop1DnTdXTqUoWmfl5pLU0EoYMghE/AglQp4zTsFMprQKj1YzcEy2w0MylEkzpYaptudhqVBU5UVIUh5tG/OOqCyoMMJAubHwrqkpcM7D5H6E/bkBIs8BENt5yCdu5rygL0nawiIUC5L8QOAQE+Pey+JN5ujYKGRLGYzjpdKC51YRwQQ7GfDX4wXcu4S+/bkYkomGKDJLCxmo0vtSMqfceoLI8iREaAHrvP/0KH3z8Ib6YVZCCCUajidpUA9TgLDT3CMJX/xpn3/4ZOjIBmD3DCNrKUVRxEd9w3UA8GQA1M0/rsomjioIQzXoN4v1P7uHDOxOwFyuYG3uEew+H0TsUQ9IzB0+lA9FgEko2iAANoI1PhKG2VGL+9gN88aEboUgahdSG6m0YgVK4TSMfRVVwllSjNjKLdCoG8ErHRiMUijeoCpRl+mp+P6LxEOYLrEjMRGC0BDE1NIHeLi94sS27KYCg149w2ohEaBzeZBRz1no0hmeQTUZAFysoRnWZRNkVAkJACAiB3SQgLfB6aW8wHV8s+ZrKbmVWY141KtpfwrvnqlHUcBknm+nCWNuC+sbjePlSLZouXiPDo54Gn9vQ1HoS9TXHcenyGTTWtaC1qpDytqCkth4VRicMBZfw2ukKnLx8Fk0trairaUTVyTdwiWafLp4tQxWFVbJsGqFdqQcf82IdGq9+mf3KtFDMTjhLW/HyqQY0NFWjuOYMjrVdxhuvX8TFb76NdmchOk6eQGNTPSprm9B4+R28dII6VdTJKCioQGFpPRqqilFlimCu4CrajzXi5OkzaGo6jxPltThzNgdmMhAzmTjUnHzk5BfAFR7Goy+u4ya5L754gBmaKSs6fwX1ZjPqz5xHcf3LON1xAa+9dQXn3/0W2lu+hXcaHWg4dQkNDa3oqCpE7ZkrKKp5FS9fOIezZ46jpsQO4/wAHpLML8l98cUQ4jk1aL76Mk61NKO9Lg+Nb34N9WUVqK+oIlYnkW8rQ3ljC1pLk7Aoceq4MaWvXDKmIRnL0Oj9V2Gb3ePvhmpUnupYbVaW5BMCh5kAt1MZLfvMrZcLdVYAxYHa86/i7KnjONNWh6YLF3CspACVp17FmcbTuHq8Cu1na1BU14ErpypQ1X4RHR0dOHuiFfW1bajLa8CF8/nIzTOi8PgJNF15B+2VZ/DWxSqayW/C6fPHcerVc6ht60BLTjmaL11Ccb4LFgPWtWmse+arNnZ5ptz6JjR3nMbpunI01hSg4urb6GjtwEuvXsWld99EWzXpf+1dvH6iCPVUv/q2dpysqUJh/TVqo2tw/MIlHDt+jep4DK9eqIah5dt4q8WBpnMtqGi+QPU/j6+9dQ7HT3SgsdiBxrZGVNaVQvGPoevT67hB7vqnd9DjNcBUexEvXXoJr7fZUXLmEtqpjT958iSOX/ka3jx7FT/8xgmUEavmtla0nzuFhmMX8PWvnddZ1pfmwGVWllftUO/zJTMSTCOZyIAXoDnUlZXKCQEhcCAIiFG3F6fJnA9HYQM6au1w1rajIj8HeWYHcvNL6eJchdKGJjjNNuRXEraH6QAAEABJREFU1qK0vA5VhRVoOnMODXXH0FpdiNK6CuQWlyBftUJ1NqK9tgjNbTUoKimAxZwLS9FxnCwvR1OdC67cAuQWlKC8Im/9NVUtMDtLcaK9HrWNJLeyBdXVzThxrAEt586gxu5EdW0DqirLUFRcirxauujXVqCuPB/OwiqUVLXi+LFWtFFeR049Ghtq0HKcZFQ1odxZhLo6O4xGBRlDGWrq63GspZgMKAUGg2HRqWRUVqCkoRklRiNK6hqQU96O2upGHCc5zafPo6biLDpKLSipbUJJSTlqCp0oon27owGtzQ2oo1H5ooJcOA3qokyWbUQOjVpXNbShsaIM1cU2lJ44iZK8fJTkF6CgvAE5jlo0t5Pu7U0oLcyBWcXTmwIo5PCcbd1RJEhVt0vYukuVhELgwBHgDrSmAbxgylrKO2pbUVFaiYayQlQ3V8NOvy+l4BjqqQ09XldAbSD9nu1lOH6yAq7SJjS2NONkB8XXtaIutwRNjU7Y7Qa4qqpQeuwsqoqb0VEGWIxmaotqUE0GYFlFOUpMZjgaTiHP5YBlZfuwlnLPCTfnV6CstgUndKMuH3mNJ9FY24rTZ4+TwdaBqrImtNefwInaXBTX1qKsppbqWARHbj1OtFWjteMYqquPUVgF2hoKoZadxckyK8rqy5FfTHoXVuHYqRZUU74SF9WlogQFxcWwEh+D0YAnzlWEgooWKquZyrLCRTrV1VSgmQYd646dQlvtMVw7V4d8ZzHKq2vo2lCPirIqtJ1uQU1dHYpzbLAZn1PRQxbFLTchpFrxHnnyEQJCQAjsMQF1j8uX4veYgKIodFGnixL52I7NXojcvGJUU8eo4sxltLuMsK/xLTPmtZOh2oDWmjxY8urQfuEyzpG7cOEkmquL4NqqPjST6ShuoI7RZZzX5R5HfVk+HGvJVS0wWotRV+5CXvMVlFEHscD6dGKz1QCTVYVqeDpcjoTAJghIliNCwGBQoOyrARwr7LnVaL1yGZfIXb5yGsdqi5BvPiInZDuqqQB2ur6ZLQpkcA6yCQEhsA8IrNHd3geaiQoHlIABRrMNNocd1hd0EAxmA1Sjuq/qyc+kGB05cNosMO0z3fYVKFFGCOwiAZUMIpNZgWpQcDQ3qbUQEAJCQAgIgecT2F896ufrKrFCQAgIASEgBISAEBACaxGQcCEgBI4sATHqjuypl4oLASEgBA4GAV4ohRd0et4zdQejJqLlXhLgZzP5VTKysMlengUpe78QED0OHwEx6g7fOZUaCQEhIAQOHQFF4Vsv2R26qkmFdovA4tdHURZ3dqtcKUcICAEhsAsEdsio2wXND0ARkUAaM0MxTPZHd9BFNi17fiaBZDwDz0QCUwPRTcvZ2frtL738s0nEwmkEvakt82Lmnon49q2meQB+E6KiENgMAZ5h4Zk6Xj5+YiCG4ceR3XedVCa7TZQ9MRBHOKBhfja1ut4sl90mZG8LCy6b3U6Vz7LZ7ZT8dcqdHU0gFtIQnk9jtDu6+rlYp6yRTro2DcYQi2TA38/NfK8ljxAQAkJgOwmIUbedNJfJsrkMSMUyGO+mjsCDIIaf44aeE/e8fBw3dD+EofvPl8/pltzytP65JHjlLs9EDKOPQ8/VcSn/Wv5yuWul6b3tRefnM3o5nF6v94q6rxa2lry9CA96k1CyQJwMu62Wz8zd43HkFprAq+Mt+/rIrhAQAssI8DvqEtSeRqlD3nc3gkc3Qlt0wY3nv05lstPL3lj+vgcR+N0psFGxqu4sl50um8rZbZ/LZvfccjdW56fqybLZPVf+ynqvv7yH65Q92hNFwJuGjwbnum6uLI+P11/m489DGHgYIWM9LUbdst+q7AoBIbB3BMSo2yH2x8678PL3i/DKnxXhpe8+3137ViGuffv5aVaV8Z0iXKW87K7R/qppVpR99dtU1mLa1/6iGG//pBSv/aAYL39vE+UvySZ5rAOXr8tfoy6tVzQUtc7h2ncKweleonycZ7nTWawSvjzNZvbX4rNW+FplvE6s3vlpGd76cekLz+taMpbCmfmri98PR668I+FFP0WJP7oEjCYV/Btx5Bpx5s0CXP1eyYbdle+W4PK3i/V8l79dAj7eiJwr3yl5kv/q90oX5HynGJfJXX2BPmdez0dxlQU17U4938r0V56S/eK6se6XFuuyUhYfcz05De+vx+npSYe10rKsS8RsrfgXha9Vv7XCF+QtMF7YX5sJ63ZllXPA4Svztl3OQ1GlGWV1Nlz6RvEq56J0lbDVy+YyT71aiBwalIPczXl0GyepuRDYRwTEqNuhk2GxG+DMW59zFRjhzF9f2qdkUp6cQiNdVNafP4fKclE+XQ75etnr1FPPs1paksN6cLwrf21drE7AZMuA07Eeq9VZ14fkcZptdWvIfMJitXqtErZT+vGS7Tv0VRSxQuDQEODfidGswmR5rls13kx5LDaDHsc+H29EjtmqgvOZSM6Ss1gNYGdaFrbaPuvMuhuM1AauknY12avJWQpj3a2LdVkKW+6znpxmedjz9vX0VL+10rCs55W3Vr6l8LXqt1b4Ur71+Kwb678yLcteGWYwKVBUBXwujBYFplXOxXrDjJTXSPL4NRsKZBMCQkAI7D0Bde9VOJwaqESWG/v1OINRATvVoGCjjvPpbp15Oe1SGXzL3/LjpfDN+Ety2GfHMrLIYHZuBtMzU7pze+bg9Xn0/ZnZKcxQeCQafqrOnJf14vzb6bZLpq4fna/t1I1lyUgvZBMCLySgUO95047aZIUdy2CfHe+v13F6dsvT8zG75WGr7VOapd/4qvpT/BPdVsu/MuxF6V8Uv9Py1it/o3qulMvHG5HB3zDKw+dCURQoCkDe5hyAVDKDTDqLLO0v/4yNjSEUCi0Pkn0hIASEwI4ToOZwx8uQAo4ogUwmg0gk8sRFo1HE4/EnxxyXSqWOKB2pthAQAkJACBxkAmwQZhWqweJKKZqmIRgMwu1269e6QCCAubk5SiCfA09AKiAEDgABMeoOwEk6qCoqigKLxfLEmc1msFseZjAYDmr1RG8hIASEwLoIZDTIYhrrIrWzidj24nORyaycW9tEuWTMmcwqzfJlwQOWbMzxQOX09LQujA08j8eDpWM9UP4JASFw6AnsZQXVvSxcyj7cBBRFgdFohMlk0h3vsxHHht1SGB8fbgpSOyEgBLZOgDrh/CG3mqxsJoPMcke99yw5Trvo8S4ZViwgi6/S0z4lyGZSSCZTSNNMy1NySCalINn0n7MuSFm83W4xIJtBVqP88QRSGu0vButJF/9pqYwuY/Fw9zzSLUNWTFpbRand02LflJQhYy5N5yKdIh702apiLEIjtm63ByMjI7oBx7deulwuJBIJ3diTa9xWKUt+ISAE1ktAjLr1ktoX6Q6WEul0Wr/ITU5Ogt3s7Cx45HJiYkI/5jB57uBgnVPRVgjsBQEtDf2dmvxqg5XlZ8nwigUDCAb8CJALhSOIxVPUoU7phhTZaWCXoXTpNN/unUI8EkKI00ZiSMRi0AIj6O4awaybZARDupxAIEB+FAktiUiE8sR4ui1DBlyajD+eedNIbgZaMoKobwQ99x5i1B1DjIyGlTqaLOrevLZECyIW8mDKnQbZrivVOnLHqkHRF0cx0/kAzbRtCQBZdGk616pqQH5+vn4XyuDgIB48eKDfgjkzMwN+vKCwsHBLxUhmISAEhMB6CYhRt15Skm7DBHg2rqWlBW1tbbprbGxETU2Nvn/s2DHdlwvehrGuL4OkEgKHiAD1m/XOuEqd8tWqxQZL8P4djI2PYSY7D6+vG//4T90Ihx/hxse38ehBH2bH+vH5r/+Eaa0LN+9MYXoqRpZZkAaaRvDHPw7BkWeFzWiAkpnBzPQg7tz2kSGUAcL38elnd3GvcwZaeALh7l/g/7gfw9zkLXx5vwu3Hg+S4TSO4WgRMr1/hwd9IxiZp3zLFX2BAZFJJZGMRsggJJUSaWiJOBI0c5hMacgkYwiSUanRLBNZkGTcxhElozWTCGPugz/g0eQs5si4AFm+WiKGUCyNTJYsDi2BRHAUI6M9uN4bWghb0oln8KjMWCiGFKXNpvrR29mJhw/nkF6h+lKWw+DzaVD433ZUhuQYjSoZ64DT6dANOzbuTp06BR5AYANvdHSUvoNh3chbmjnejqJFhhAQAkJgNQJi1K1GRcK2hYCqqnSxcz5xDocDNptNP+bbU5xOpz66uS2FiRAhIAQ2ReAgZFIUBUurQ67UV1EUWOx2mFIpZFUFsKlkGYXJMAsh7R+Df2gAo2TQ9U8OYejxFMbJGBrvuYOHNx+hZyyASDaNrK8Lvd40YqoZVoeid9QTCQscdgvSY14gOAxv0ouh+Rh8Y+PoHuyBe6gHA6NDGPHNIqXFEcuYYUjMIRJPIp4mPbC+LT7Vj7HBx7g3GyCdA/A/+i3u9A9gyDMJz3Q/7t0ahH/mM9zqdZPROgPf5D30932Jz7qDCExOIRiLk/E2hpnxPtzuHMN8z+9xjwy5z2/1oL97AD7/HLyRNBmoX+mTSYQQ9Q5gZOI2/vT5GDw+N810BuH3JxZvLf0qreytTYC+enqkQt87vjOFZ+ba29v158iLi4vBjsP4lsyBgQHw3Sq8WJieSf4JASEgBLaZgLrN8kScEBACQkAICIHdI0A9a6PFArOJF2KywGQ2gSZQFsr3+GFyxBEI+jE77oahRMPUfBZpxQqz1Qar2Ync3BK0tNfAmRrFqCeE+YQKs8UMs9lILoLR/nkY0lMIJ7zomtDgn1dRke5FrzuDRDgAe8aHQDql70ddJ1BamId8m7JQ/jr++6a8mJuZR5r0NykZxCfHSYcEkrEp+CY6cWtgDj7PDLyhONwTY5gafYShqSH0jCTIAFNhMhmQnh/F1NBjdE5SWvc0GXv30T8bhiduhMn4rC7poJuM08fonhrHg94ZhOJpqEYzVNUEsk+wxibBzyHAM3E8kLlkyFVWVqKhoQEFBQX0PTLrz9j5fD5MTU2BF0/h23vZ4ON8zxErUUJACAiBdRMQo27dqCShEBACQkAI7AUB7vjy83TZ7AZKp7TJ2STsLYUwWFwwhYCGy1b4JtMwOKpRWVeG4nwLjIoLJS0XcEx5hAEy/MZ92kIhmTiykW50Beky6XDAEA1hdtgHr5aH1ypCmDTWo4QMsWpjGNMpDalECumSV1FfXoxS54KI9fwPJw3QNDMK7UbwS7SzSiXKy0pR5MwiE/fBk0rAHy0iY9FIM3JzmJ2bRzCtktGXpvQqMloasXAYkbAPkWQMYWMdKtQgGbMWZO25MKrmFWpkEQ94dANxOqIgmYxAU41k0KkwII0s3+a5Ioccrk6AF0nh76SqqHC5XKioqIDRaASvhmmn2eOSkhKUlZWhqakJVVVV+gweG3Ns1PGsHb/6gJ8r59k7jR/8xGHZpB5CQAjsBQG6Wu1FsVKmEBACQkAICIH1EchoQCJORo6WXTODSp1pg6pC/1ONMGn3HIIAABAASURBVJuN8PkdyC1tRPnxRlS2luFYaREMs3HEBj7GzY9+jvc+uY4vuoYx+OVnuNfjR9ZoIkPJDFU1wJiJASN3kTnxNTS98lOcLXahINiH6bx6tLcV43jlcTRQp91kNcKPfJS3nMKx6hw4rQZsZKsojMGQGceNW4/x+cNpxLIKla9CLawh3evRrPmhIEWGaRzRrAVIW+HSUghlwjDlxOEenUPU7IKttBSOcIL0NkNtPAWnfxiBrrsYnfIha8ggnUoilUySERdHKJpFJG5AvjMOLR5FgozKdMKNVGiUZu3WZgzZviJAmBJx5poFG3a5ubngmTmVvoM8O8dGnpG+k5yBw/Ly8vT448eP6wYer47Z09OD3t5e8KIqkQgZ12TY8fN4nEecEDgSBKSS20pAjLptxSnCnkdAURS9s8Kj7pBNCAgBIbBOAgYDYLWrUA3KmjlyL15GQ109qlCA4uLT+Nu/PYPm73wb7eXNuNraglMXX0F+6ev4i7dew1/93/49/tV/+I/4y6+/jTfPtqL97e/i1b/4b/DnlxrQVlRNMy6tuPJ6E9Rjf41vd+ShNs+ButNX8I2f/hDfe/syjEXv4FpHEY5du4LW8z/A145dwRsnSEcTNrw5Gi7h1MvfxQ9fuYC3rzag9u130FpSihJDBSpbXsK3fvIdXLryOo6X1+ClN97Aa9//G7z79g/wH753HKWv/AhvXTmFjuZL6Dj9Nfzwz9/CmZcuob7wDN76xjfxzl/+W3z93W/iR+f8ePS7X+P3v/kFfvObP6Iv6kDl23+L7179Af67v3kTrVUdOHX+FVx87TxyiTNkezEBhc633QCTWQFd2p5K39raqi+c8lTg4oHJZEJhYSE4zeXLl1FKxjjfltnV1YXHjx/rz93xrJ1cJyGbEBACGyRwmI26DaKQ5DtNgC9S7BRF2emiRL4QEAKHiQC1GfR5pvO8vIqqxQoTzbQZYYDBYEFOjgUmhx1mCrOaTDBbrWQU2uDgxZrycuCimRWn3Q6bheJsDtgcuXBaad9ghJHz2EyAyQW7WYVRVWAk+XaXk/JboRjssJoNMJFMk8UJu9kKmxlr6pdJ02zOGrc1KiYLLFYHnDYLbFS+kXQykRVrUAwwmqxwOB2wWm0wG4ywku42hwt2uxO5DjMMViflscBMMswWO5xOG8mywGQgWSTH7syhtAUoyKtC08UrOHfpGi5dOo+Tx+pRUZADh9WJXJcNJqMZZqqflXRQFci2TgJrsTKZTODZudXEKIoCA51fs9kMG51PvkWTV4aura2lc2UH35J59+5d8OqZbOzxc3eQTQgIASGwDgLqOtJIEiGwbQTYqNs2YdsmSAQJASGwnwnw83SpeAaatp+1XFs3RSFLid3aSXYwxgCD0Yn8iiqUV1ahsrIcRfku2Aw7WOQ+Fc12tUYGNrv9oKKiKLDSwEAuDTAUFRWBZ+3Yz8nJARtz/OzdyMiIvrBKOByGXD/3w1kTHYTA/iWg7l/VRDMhIASEwD4jIOrsCQF+Zok75OzviQJbLFQhA4r671uUItm3TiBLhhFJyS468vbLh2f32JgrLy9HfX092Ljj2bx4PA6eseOFVdjxQiv8PJ4YePvlzIkeQmD/EBCjbv+cC9FECAgBISAEViFgIKPIbFVpxmmVyH0a9JRaT4wImrF7KkIOdpOASpa10aTAQA779FQoigI25vjVCM3NzeBbM10uF3iVTJ61m5iYgMfj0Y/ZuOPn7yCbEBACQoAIqOTkIwSEgBAQAkJg3xLIZIBUkv7tWw2frxjf7sd1eH4qiT2iBJ5bbX41Qk1NDTo6OnDs2DEYjUb9ebt79+5heHgYfFumrJj5XIQSKQSODAEx6o7MqZaKCgEhIAQOJgF+pi4ZyyA0n8Kd33vw6T/O7Ev3yd+TXv9AblG/Txb3738wD89kAiOPQ8/qzWnYLebZybot6bOyDA5ntzJ8V46X1X2ndei8TudhIoHp4Sg+/9Xss+diA+fgs5/P4t6fvAh5U7vyo+KFV3jGrq6uDidPntRv0eRZus7OTjx48ABjY2Pg1yLsijJSyB4RkGKFwPMJiFH3fD4SKwSEgBAQAntMwGBUYLGpsFhUVDZZUd9u35eu5pgNdYu61dJ+TYtN17Oq0QpnrgH5pSb9+Cn9j1Nd2C3meypum8NYH9ZrZRkcXkf6rgzfleNlda9rt6GujXg8p95LfOufk2atuJIqC6w2BXaXAbWttmfPxQZlVjRYYabvZJYf+NyF34jBYKDfgAX87B2vmllVVaW/+46P+fbMoaEh9PX1YW5uDslkEvLcHWQTAkeKgLpUW/GFgBAQAkJACOxHAoqqwESdZ4tdRVUzdcZPOFC/D12DrhMZJeTzPjvWs6ppwagrKDHvqd4NJx1Y0on1WnIcvrS/l/5quj2jz/HNn/vSWgscuUbk5JtQ27Z5OaxTHRmjlY02WB0qFGV3fzVs3C2tmllWVqavmllQUAAO41UzvV6vfmsmr54ZDAbBYburoZQmBITAXhBQ96JQKfNAExDlhYAQEAK7ToA7zjxjZ7UbYHPuT+fMM8LuMur62XOMcOYv7FvIGDWYFBgtih5n2yP9df1Ir5XlczgbOyvDd/uY2fEs2vPKfVH88/Lyd4cX3DHTrK91q+fAYYCJzqdKs8g86IA93JxOJ3jVTL41s6KiArzQCq+Sye+84xUzeeZufn4evJKmzN5BNiFwaAmoh7ZmUjEhIAT2mIAULwSEgBDYPwT0RUjp33a9GiOdzCKjAdslb6uk+LUI+fn5+i2Z586dA9+iGYvF9Fk7vi2TjTw+5pk7WVwFsgmBQ0dAjLpDd0qlQkJACAiBA0ZA1BUCu0CAF9xJJTJI80qqZNxtqUgFMC2+ZoNnkbcka5szK4oCvkWztLQUx48f11fO5PfeTU1N4c6dOxgYGADflimGHWQTAoeKgHqoaiOVEQJCQAgIASEgBA4tga1UTFUVGM0qjCbq+pBRhi1uZDvpErZqH+pCduAfr5jJxp3D4UBlZSX4lQgNDQ16SWzYPXr0CJOTk3Jbpk5E/gmBg0+AWraDXwmpgRAQAkJACBxiAtRrzvJr6shfWUt+RigRjSIaiehLukdjccSTaSQSGjiO3w/Hjvc1LU3Z00jGFtJHY0kkE0lokVmMjszC5w8jQrJ4afhIJEry4khl0ojFKA/N8JBA8P12GumShYZMJotMOo54kPL3DWPGn0AivYqSVOrWPxrCgRDCoQiVvDFpmbSGyMwcIqkUmMDGch+e1GyEqdTrUchtZ622wT7cTnWekcWGHS+iwqtk8kvNyxYXV7HZbPD7/ejt7cXo6Cj4uTu+NfMZAQczQLQWAkeOwDY3bUeOn1RYCAgBISAE9pJANotUIgH/4BCmZ2bhSQQRCMzg9u0ZmoGYxWDfBKYmPQj6PBh62I9gZgZDQ1545sJIJsOU1o2eh8MIhiNIxJPkfHC7pzDQzwtLpKDFJ6jTO4HRiSAyCT/iM49wcyKFkH8cIxNkzE3MIOYfRd9oBP7hOxid8cEXXb9hl9U0ZNhRPTJkdGUyGtLpNFJkmGppsh51thmkkyFM9o9hcsyNGKVPJUg3KiareTA7PYepqQjSZGSCTD49jixPEoksWbTJUAgTt25hmgzfqC5v6V8WmVQCKSonoyUQmPdieHiGjgHOu5RK/FUIEPt0KgsebDgorBRF0RdR4efueEEVXlwlNzcXPKPHAxm8oAqvmMmrZ/Kzd6vUWoKEwCEkcHiqpB6eqkhNhIAQEAJC4FASoKkQha9W5D9TP+qoGoxGJAYH4fZ64TdGEQqN4v0/jSAa6MKD6/fx6GEvRkb6cPO9mxhLjeDu7QEM9MxiPhSELziH+zf7kTCZYTSZYDKQUeifI0MuDqNRRcbTh84HD9E5PAt/YA7+7o/wi3tuzA7dxc0H3bjTO4p41IPpVD6U8Q/RPzaLqRD1+JcpSnYV1ur4x3w++FnveJyMwkH4I9MYnSZ5k9Pwuucw7Y0iOD0Ot28a/T2jGBuaIgPUB4+b0s2EEY8MY6h/GD29PsTYuJ2bpBkXH2Zm5uGbnUXAO4uJGS8GbtzCJM3yxZ7olUU2k0LU74VvfBoe7wyGJsdx984QyF7E0zV4kulA73Cd+Dyw246KJOMaGeAklT7bIW83ZfDsncvlQlVVFdrb28EzeGkaTPB4PDRAMEUDG274aRaPjTuNBhF2UzcpSwgIgc0RUDeXTXKtl4CkEwJCQAgIgZ0joCgKbNQ5zXE44STf7rTBaqHyuOfunQO805iaHUbnxCgZOjGM0iyab+Q2bn92B3f7w9CsNtRaBnFzJASvZoTFZYPLRbIcOcjNsSDaHUOpYRoJyzweuAH3VBKBqbuY7h8nY2kC3oQPKTaBaJbMQLIsFjMZhk9fWnlxjoy2es/fff8e+u7dRbfHje7/8z+he/x9/Oqjx/ji+qfofPQB/vGDYdz7p3/Cg/FJjEdTCAV8CEw+wOOBT/C//boX026qA5WtkeUYmZ/Frd/8Er0Tvfj4kzv44jf/gvtffoCPZv3UQc/SjCBxefJJQ0v7MDk4iu73fksGaid6ImSkaMquv3ftiUo7vMOzalqaOJDbjqIUhVhth6A9lsEGHq+UyYuqtLS0wG6364YdP3M3NjZGgyQhMl7TyNB3bI9VleKFgBB4DoGnrzzPSShRQkAI7CgBES4EhMB2EmAbajoKxyknknED0gMx1H/TiKlJBY7mr+Pdv/gm3r3cgqayRpz/y3+Hvyy7jbudo3gwlljUIoFsdhSf9UzAF5qkWS83urqTCMXs+FbRFD5LVoLm5nDcNI/xeAzz02OYKv4znGisQkP+oohFz2xVoRqUxaMXe8a8QhQea0NRWS6Cw49xM9iB9opatBXYYQ1MYnagB4+9FmgZmnczm2Cx5cBhTUBLDuHWfSA0HUNxhR0pexESyXK81FqF6hIFJuOysilvOkwG450RBBIxJA1maKoDDrsVdgugKsvSHpZd+k5kNZBxwjtbrBTx4ffeGU0KlEPUk7KTQVdTU6OvmNnU1KQbcw8ePMDt27fBt2Ymk0n6XRC/LeKT7EJACGw/gUPUFG0/HJEoBISAENh/BI6eRjy7Eo9koKXW35nkiTrPtBGuqloUtdaitDofJ+pykaAZuVDfTdy98Tv88fNbuNk1gdGHj9DdPQp/QkPGYFgAnIggO3gD/oaXUHv1+ziRY4J5sgvD1ipcaHeguvQ4GvPzYDOkMJO2Ib+6FY01FSh0WWimbkHE0n9FAdhhlc2Za0Am5UbP/Ye4PwYk0kDMO4Lxx12Ymo4jv6EZLaYuPOrvQtfMPKZ9KQS8USojjLA/gCjNLqaiswh4vPBGCtFWFUMok0BUzSddVNhSo/jyQS+GPFld9hMV0glkQtPwZGwIJUKIRBLQwmQkBkbxYDKEeHrpeb4nOQ78DhtfBjLC2IHOyZYrpND3cTvkbFmR7ROgqir4fXc2mw2FhYVgA6+5uRkFBQX7Wd8QAAAQAElEQVTgZ+3u37+P4eFhBAIB3eCDbEJACOwbAuq+0UQUEQJCQAgIASGwCgE2iFSytRR17R60vbkRZcXFKIQTuTm1eOutWuSdOIuGymacOd6E9vOnUFV+CpcbmnDxagta2upQXkwzYrkOOIvLUNz8Ei62lKImr4g6sOVobS+A4mzBmdM0m9d8HG3HWnHpYjPaz51Cce1ZXGmrxrFTx1HZfBGtFe24cKIQJXlmMrbW1nGVqsFZ24SalhM4XluDjm+8gXq7DU6LA/a8WtTWtuPa+Uace+UUqsvr0HGuDR2vXEbr6Zdx7fhpvPtSE4rzalBdV43G5goUFVfj/Nsv4Xj7MbTUVaCpvRUNJ4+jqbIM7V9/E0WRSUw9uoM7t+/gXucYhmP1OHv5BMl8BadaWnCmthStJxuRazPCwNBXU/gAh3GV+HukPud7tLHqbexcb0z23qZWFAVmsxkulwslJSXgRVX4XXc5OTmIx+OYmJgA35rJhh7P3kE2ISAE9pyAuucaiAJHjgAvLX7kKi0VFgJCYNMEVIMCs34L49oibPX1KC4qRD4c1BGtwssvV6P0zAlU5BWjqawE1Q2NsOe04Hx7My6/8xKuvvEKLp48hrbaElS2d6D13Gs431CEclc+8vJL0NhWDKX8Ek5V21BoN6Ooph4dV8+SgVgPg7MNTdVOlDXXo6z+DE5U1NMMGcigw4Y3S2ktqlrO4HJHB17+3suoL2zAiZZWtJ85j2PH2nCKZherLr6CjtZTeOnKSVx4lcLPXMGZ5jN45+VWlOZVoLq+CS3ttagoyUf1mWs40dyCNpqZLG9sQlX7RVw72YKL33oFNTYDlEhIf0YqnFCQdrThwtlGqhfLb0ZHQwWaT50kHWxUl8NrsGz4JK2RQSFE9Fkj9mAFP09bo9FIvykX2LDj99zxrJ2iKAiHw/qCKnxbps/n0409ee7ueSQlTgjsLAF1Z8WLdCHwLAFFUZ4NlBAhIASEwFoEslnwIhfkrZXicIQrBiD3LC6dqEZrpXXb65TfcA6nL7+G115/DS9fPksGq1WMt22nfHgFKooCnr0rKyvDsWPHUF1drVeWjTqetXO73fqAAc/ciXGnozmM/6RO+5iAuo91E9WEgBAQAkJACEDLAMlEBmutIHmoEKlGWC0qnlrUBLIJgf1FgJ+9y8/P1427M2fOgG/L5Gfturq69Nsy+b13+0tj0UYIHH4C+8uoO/y8pYZCQAgIASGwQQIGulKZydDh2zA3mHVfJE+nswsrLu4LbUQJIbC9BHj2rqqqCufOndNn76LRKLq7u9HT04P5+XlZUGV7cYs0IbAmAbpUrhknEUJg3xIQxYSAEDhCBBQFCl2tFOVg1pkX5lCUA6r8wUQuWu8iAUVR9NsyHQ4HeDEVNvD4+Tt+fn5kZERfLdPj8SCRWHpdyC4qJ0UJgSNEQD1CdZWqCgEhcPQISI0PAQG+7TIRyyAa0jD0OIKe26Htd7eeldm9Sthzy75JMjjPklvUc6Q7ipAvDc9k8iu9Oc1i/HNlvigNy2H3onQU372kH+3rZa4nH6dht5RnC77O80WyOJ4dl7Pk8/5yx+HsloetY39iIIbQfBoBdwr998LoYRkrmaxDDrPrvR3GSFcUsXDmEPzCtq8KVqsVvJBKWVmZvmom35aZSqUwNzeHyclJLBl3bPBtX6kiSQgIASYgRh1TECcEhIAQEAL7lgAvkJJOZhGPaJgciOudae5Qb6cbeBjB8OPolmQPPiIZnc/KGO+LIxTQMD+XeiJ/mAyC7dCfyxxaWebK48WyVqZdjw6cht1WdWW2gw9X57NcNtdlaB3ngdMMr1HP5fKW78+OJfSBgZA/jbHeGLhegzRIwFyWp1vXPhnqU8NxRMMaMmLXPdN28Lvu+D13jY2NYAOPV9AMBoOYnZ3FzMyM/p47nrmTBVWeQScBQmDTBMSo2zQ6ySgEhIAQEAK7QcBgVGBzGWB1GFF7wonmc7nb687moqHDhaazOU/JbTm/sXIaTi3K4HzsFvWsbrXDmWdEYaX1ifyNyl6rznqZp11P5OrplpWtHy/q0cj6nfmqjuvRgdOwWy5nM/vMlhm3XHg+0ybSr/HMYn3WqEczhbM8dhvRpaLJDke+CblFZjQSM67XQnlfMVmXPJ1nDmrbnDBZ1aOxgM8Wfug8c9fS0oKmpiawsTc6OqrfksmrZfLzd5qmQWbutgBYsgqBRQLqoi+eENhxAqqqgkfrpPGGbEJACGyQgKIA/K66/BILGUfb7Kos4A5/cbV1S7LLG+0ornlWBsu1OQ2wuwworNxe3csb7Cipta1LLutXsop+263TavKYATNeLW55GOtXuo76cDqWuTzvi/ZdhWb9O2SxG1BQvnAeSutsKCP3orzPxFdYkVNsooEGA3jQAbK9kAA/c8czd5cuXUJubi7YuOvs7NRvy+TXILxQwAFMICoLgd0koO5mYVLW0SbAt1nwiJyiKEcbhNReCAiBDRHIZLLg2y/Z5wVTVFXBtjsDyWS3Fdlr5OfXz3Gzx25P9Wb92G2ljpvNy+Wye1F+TsNuPelelGZlPF16+BzobimOy2K3dLxOn2Xw7cDpVEZmmbC+TVEUGAwGfVGViooKtLW1obS0FPzi8vv37+tGXjweF56Q7QgS2JYqi1G3LRhFyHoJyCzdeklJOiEgBJYIUF8QqgFQFOqVQzYhsD8IGE0qfS/5O8luf+h0ELRQFAVWqxX8nruSkhLdsMvLy0M4HMbg4CAmJiYg77mDbEJgwwTEqNswsgOYQVQWAkJACBxgAoqi6J1nVa5YkG3zBHjBHY3fGahlNy9kKSfZcfzuRAPN8tHXcylU/A0QUBQFdrtdN+pqamrAhl0mk9EXUeEFVebm5sDP3Mlg8AagStIjTUAukUf69EvlhcDTBORICOxLAtQbpw/YPaMfBWaTEURplD+aSIH67JQkA2QSiIUjiCfT0Pvw2Qwy6TgiwTDiqQyFZUkeO0quf7LIaBq0dBpp8qlvuRBKx9lMFvxHGfizEM5hVLZ+sJV/WU0vN00qb0WMnpf10ZJIUYVJPT1I/n1FgM9jRgPo9IJO6FcRm9xj3LrbZH7JtkCAn7e32WyorKzUF1Ph5+1CoZA+Y8fGHa+aKStlLrCS/0LgeQTEqHseHYkTAkJACAiB1QjsahgbWOlkhoyfZ2dYspk0UjO96O/qxuCkB/MJNpISSIbGMdzVi7FZPwJJNtYiiPnHMfCwBxPeECLpJNKpNJJxlskuiVgoiKDfj3A4RoYfVzGLpM+PeCIBjcpJU54Y6cEGXjKehLYdlhgZpPFYGP7EQnlsJPDes451XB5KWuhBWWQIkKaRVZhJIRslBjENhGF5YtrPPjFI6eBIflSaVTNZFJjMCkAfbGUj9nz+aaxgy6K2osZhy8vGXXV1NXi1zOLiYv39dl1dXZientZn7fi7ftjqLPURAttFQIy67SIpcoSAEBACQmBHCKgGUEdc1W/BXFlAlgyzQOcQ4nkWTE8NY+TBpxj29OGf/3EASqEN3gefo+feB/h8sA9/+sMonA25mP70fXT1foIvR4Zw776fRNL0DXpw/94ExsaidMwfDdnMPO7/6h9wr38IM8EhjHR/iv/tNwNIpedw514fpqZ8nHBLTkvGkEjEkUhTefEoQrEkUmygrZCajocRpziaeAR4di9JaSNJpBNz6Hz4EHfvDSAW15AK+xFLJhBLZEBoyBDOUJokkIoiEk0iSbOUK0Tv8OHhFZ9OZcmgzmJtQ/zw1n2na8bP3JWXl+PkyZOoqqqCx+NBby8N0oyN6cbdTpcv8oXAQSSgHkSlRWchIASEgBA4SgQWp1UWvadrriGTIGNs4Dr6pubhnU/A4B2Cp+w08gtpxL8sjkyoFz0TcwiWdqCkoAJt5UGEo0GMzCYRj9MMl34vXhLzw3fw4MYt3OuZQlCNAcFOBF0GTE6nMT8dhjHphjrfiz/1ejE9HyWjiY3Bp7XZ6FFsZhIz4114PD2A939zB3OjkwjFEyAzbFEU6xeCb3oSQzc+xqN7H+OLoU588v5DeGaH4AkH4A3GEInEkYoE4X18B8OhSdx90IfR3ruYnb6FD7+8j4/+OISpoY/RNTiEYar3onDxNkuAvosmiwp+nYFC+5sVI/mWEVi2qyiK/goknrnjGTt+FUJRURH4Vkw27ngxFX4Ngjxvtwya7B55AmLUHfmvwO4BUBQFfO88ZBMCQkAIbIDA0rNQq8+IcI/aDldBFSpzMrCkZzBBM1JpWy6sZgfy7RmoiCKc1JCx5cBOYQUO2oeGWOppJUzOYhSWlaO0KAfmRIwMpPvwOk2YnnXDN+NGxupAblEZTDOdmI7QTJn2dP7NHBkzKZpNyyJGsmypEXR1j2KOjLT0krAs7aWmMNw3iumhQcyNPcLw9CD6tCLYHC5YrRaYTGaYjCaYDVlYMjGENQuM4Wn4RgfQP9gPv/8Rvhz3YsoTphk8rvuScPG3QkAWSdkKvfXlVRSFvuNWfaVMNu7YsGNDLxAIYHh4WL89k1+DANmOFAGp7OoExKhbnYuE7hABRVEgI2s7BFfECoFDRCDNC5QsWnEZ8tPpFKjxWKWGi0ZdXhXyzGTAqWmEzIVweR5garoP3VMakoYyVOTaYHE/xMjUALqmVBpgMiFH9cM/3Yu+/l6MeGJIqg44cswwGyPwznrR1ZOBq6gKpSY3ktFpzCg5sJa14UReivJnQBqtos/Ggqw2C6w2J5VpRWl+CtOTs/BH41/JzlIp0TGMzwQwH4siwc/gsdFqNiKVzCCdJYNOIYtQiyFKXm6uC6qhAFVlKggh3B4jakvTiKWDCMVsVJYdTodxY0pK6lUJpNNZZHgiddVYCdxuArxSZllZGXilTKfTqd+Gybdlut1ufcXMVIp+K9tdqMgTAgeIgHqAdN0lVaWYnSLAxpymaVAU7oTtVCkiVwgIgYNMgNsJvq1qfn4ePALPbUYyGUckFgFU5dmqUZDRpSAyN4SJgAkJ5xm0ldWhOXoT/YO38PmkE1nHWVysKkJl6CYe9t3E9elSuOylaLT5EBz/Eje+/BwPxtKIuPsx2nMDNx/cRqc7gHH7K3ip7WV8uyMXxQUq3CkHcnOsKO54DWdrSlBm3wbjyGSBmRfvUBPwpipQlWuGMRtFOOynjqofQZqRCAdiMOSXwJxLxl9eJXJdVaiYuY+JvscY96WQzSSRTQUxFaROrS0HTpMKV0M5bFVNyC9sR3vDGZy2a8i1qrBYDDAa1Wc5SsjGCGQBNqp5Nc0s7W8ss6TeLAFVVfXXILBh19zcDLPZDDbqxsbG4PV69TZDFlPZLF3Jd9AJSMt+0M+g6L93BKRkISAEtp0AG3T8vMzjx4/1zhrfZjU7O4fZ2elVZ+pUix2Fr/8Yb738ffzku++Sfwa1xY24/K/+I7791l/hb372Lbx68Thqazpw7a/+K3z3tR/hv/ibb+Bi2xWcu/ht/PT/8d/gX/3V3+Lbt2WWugAAEABJREFUZ17DD//d3+Jn//E/4kff+gG+c+kifvyj08jNtcLe/jWcuvwzfPvUebzSZoTBVI5LF0+gqrJo6/UvO4aqhvN4s6EZl7/5NXz9p99FTXIUgx/9Er/9zS/x3p8+x6eBV/D6Wy/hWz/7t3j3a3+F712+iu/8q+/iyhtfw+nqaly8cg3XXn8VxxurYOj4Ol4ud6DE2YzTZ87gtVdOwll8QU//8mtvoa2mHIVWyLZVAgpgtRtgNIEGKiHbLhNQFAVOmq1ramoCP29nMBjQ09OD/v5+RCIRmkGVKdRdPiVS3D4goO4DHUQFISAEhMChJiCVWx8BvpWKn5PhW6wqKyv1Z2Zu3bqF2Zk5FBaUgpePX1USjd6rigoexVeps6coChTVsHCsx9GxQm5ZmKLQsUJ5qDO4kI/2Oe2TYwWqqkDfFJU67hSv5+EQhY7Z8f4WnS5Tgcq+SmWQK2i4iLMvfxvvfv3beOfNN3G1yQWX1QhdT4rntLyv0L6isB7kVHK0D4V1BegIiqJApXBAIZ/CVXIUBtm2hYCyLVJEyFYIKMqCcVdfX48TJ07o3/Pu7m4MDQ2B33W3FdmSVwgcNALqQVNY9BUCQkAICIHDS4BvueSZOr6tKhqNwu/3g5+vs1lsh7fSX9VM3zNaXXDmFqKgoBD5+XnItRlgUPUo+ScEhMAKAgYaiOHFU/Lz88GDQbygCrcj4+PjmJycRCKRAN/WvSKbHAqBQ0dALhOH7pRKhYSAEBACB5OA3W6Hy+XSZ+h4xs7hcIDfVWWzWRGNR0CD8gezYqK1ENh2AiJwJQE27vLy8vQ2o6ioCEajEfxs7sjICHw+nz44tDKPHAuBw0RAjLrDdDalLkJACAiBA0zAYrHoiyCEw2GMUEeMn5lpaGhAYWEBorEwxKqDbEJACLyAgNVqxdIt3DxQxAbd7OysvpBKLBYDL770AhGHK1pqc2QIqEemplLRPSegKIp+v7vcBgHZhIAQWEGAV6xjY44XRuHbqGpra8EdMA7nUXeX0wlkskgnM0gl9s4l4wtlL/nr0SWdzCJDume07I7rvppeq4WtR+/labZDxnJ5y/efyF5kuzxuq/tPZNN3Rn8FgUZfo+06D6kM1nzOc8X3Ww53nwDP9HM7cvz4cfr9ZcArZPKt3dzOiGG3++dDStx5Als16nZeQynh0BBgYy6TydBguzxefmhOqlRECGwTATbmuMPFfkdHB65evYqSkhLw4imzc3PIzc1HyJ9G350gHl/3b8g9+nQeDz/xbSjPamU8/GQe9z/06nIefOQjmfP6/mppl4cN3A0i4E5hdjS+kP6zeTz6mPQhf3m6re5zPe/9yYtHy+TqOn/gXSh3g9yW9GG5XN+l4+30WTbr/Jh0fkhMHhHj7ZLPHO5R3bkMljnWFUbIm8L8bBI9Xwa2xKTrhh9DD0meLwUtLe802KZmYNvF8C2ZfEv3sWPHUFVVpT+jywupTE9Pb3tZIlAI7DUBMer2+gwcmfKlokJACAiB1QmwMcfP0PHoeV1dHfi5GL4VkzthvGR5Q3MlalqdqKi3wmJRoCK7IZdNZ5ChWZWN5uP0Ck3FqMjo5SnZLLLUgdeSNN2jZaDQsboOXSxWFWW1VhSUmnU5Sxde1ikd10g3bTE8uyVfIV1AM4IsE6wfDaKxz2Hr0XOtNFxPlpFJaVTnBRZrpV1veDatgZ1CDLOsK/ngjfz1ymB92K2ZnmSBzj2XwWmcuQaU03eotMYCg2GBtUKM2HH8hpwC2B0qqltsyKfzyqqL258EFEXRn68rLCzUX3/Ag0X8TrvOzk7dyEun0/tTcdFKCGyQgLrB9JJcCAgBIbCzBET6kSHAM/c8MzdHM3Fc6YKCArDjBQ4URYHNZkNOTg5cOQ7kFpnQfjkHTaedaOxwbMg1n3Gi5axrQ3mWymg6xWUtlNl8xoFj511oYXnnXGg+zXEvdlw+637swqIOJLOZZHF4y1kHyVmQv1TmZv1mknvsvBOtZ53EyYGmU05wGa2k82Zlcj6uJ8tkf4HHi+vM+Z7nmuk8smsihsdIP9a1ZZHJ8/Itj+P87JaHLd9nmcyc9eZw/g7weWi7lKOz4TBOs9k6NdP3gF1BqYm/vuL2OQFeUZcHjEpLS8G3dLO6/Ozu1NQUeKVdPhYnBA4yATHqDvLZE92FgBAQAgeUAM/K8bMtvOy4qqrgZch5JN1kWr2DbDQp+ixLRYMVS269flWzTZ9RWW/6p9PZnpRX2UhyWm1YklfZ9FXc03lerCPLWpBj1+VtNP+q6XX97KhutYPlVzRaddnVNJu0avr1siS5VSSjqtlOLGzkXly/F5XH7HRHsmuOkVzSdeF4/bKZH7s1yyKZzKKCynhemufGv4BRUaUFVofhgP4Kj57a3NY4HA6wYceOb89cGlji16dwuwTZhMABJSBG3QE9caK2EBACQuCgEuAZOh4Z5+dauCPFnSterY5n5g5qnUTvfU1AlBMCTxHguwF4tq6lpUV/jQobdjxjxytlynvtnkIlBweIgBh1B+hkiapCQAgIgcNAgFe1nJmZ0Vej42fmuHO11gzdYaiv1EEICIH9SYCf3eXneGtqavT32D169Ag82CSG3f48X6LV8wmIUfd8PhIrBISAEBAC20iADbrJyUn9ZcC8Ih3fcsmj5ttYhIgSAkJACGyIQG5uLvidmDzIxANOAwMD4Nm7DQmRxEeLwD6srRh1+/CkHFaVFEUB37/OrzaAbEJACBw5Ajz6zQYdG3a8Ah07NugURTlyLKTCQkAI7B8C/Kyd3W7XX6PS3Nysr5bJq/Lyu+24vdo/moomQmBtAmLUrc1mL2MObdls0CmKcmjrJxUTAkLgWQL8u4/H4+BnVvhZOn5vFD9Hx7c+KYq0B88SkxAhIAR2mwAbdlarFXz3ALdPvM/P/LJhxz4/C7zbOkl5QmAjBMSo2wgtSbslAtyxk0ZxSwhXySxBQmD/E0ilUnC73eB3Q/HKczxDx6Pi+19z0VAICIGjSCA/Px/l5eVwOp3gVXr5lsz5+XlwW3YUeUidDwYBMeoOxnkSLYWAEBACWyOwR7l5iXDuFPGtTEsGHXeU9kgdKVYICAEhsC4C3F7xAiq1tbXgWzD59Sts2PFt5DJAvS6EkmiXCYhRt8vApTghIASEwFEiwIsN8At++ZZLXmWO/aNU/4NYV9FZCAiBBQL8zC/fjnnixAnwK1cGBwcxOjqqG3kLKeS/ENg/BMSo2z/nQjQRAkJACBwqAvzOp7m5OZjNZjQ2NoKfoTtUFZTKCIGjTeBI1F5RFH3hFJ6xq66u1m/H7Ovrg8fjORL1l0oeHAJi1B2cc3UoNFUUBfxs3aGojFRCCAiBNQmEQiG905NOp1FRUaGPcvNCBGtmkAghIASEwD4loCgKeOEUfqcmP2vHA1W88BM7ec5uPSdN0uwGATHqdoOylPEUAUVRnjqWAyEgBA4XAe7k8MICvOIlv/8pLy/vcFVQaiMEhMCRJLDcsON9nq2bnZ0Fr+orA9ZH8iuxryp9KIy6fUVUlHkuAWn0notHIoXAgSfACwjwbZe8BDg/g1JcXAyZoTvwp1UqIASEwCIBk8kEXh2TF1FZMux4dV9eEIoXhlpMJp4Q2HUCYtTtOnIpcA8JSNFCQAjsIAEetOFZOl7pkmfolt71tINFimghIASEwK4TUJSF2zFbWlpQUFAAfnaYV8dkw44HtnZdISlQCBABMeoIgnyEgBAQAk8TkKPNEOClvrljw3l5hk5WumQS4oSAEDjMBCorK8Gzdny7eW9vL/guBR7gOsx1lrrtTwJi1O3P83KAtMqSrut1gKLy83TrTb+UDrIJASGw4wSWfm+b81PpFPj1BTOzM/rCKPyOJ0Xh3/uOK763BUjpQkAIHGkCBoNBn63jlTG53evv7wc/Z8d3LRxpMFL5XScgRt2uIz9MBWaRRYb+UutyFpsBObl2ZJX0utJnkSZY3MEkTz5CQAjsIIEsstDW9bvMYPXfezIVRUqLoag4D3n5LhhNxh3UV0QLgYNHQDQ+vAT4Obu8vDyUlZWB71DgVTH5lkyevTu8tZaa7TcCYtTttzNygPRhcytL3cAsGV/rcSazCofTSp3H9DqdRukyB4iIqCoEDiaBLP3Sshv4La/8vae1BBLJKBQ1g6rqcpgtRigySXcwvwyitRAQApsisGTYVVVV6e/k5AWjvF7vZl5UvqnyJZMQEKNOvgPbR4BG6ePJNOizqsxMOo1UPIFkNoNYKEANXRiReArxJJuHq2aRQCEgBPYTgVQcyWQS0YSGZIRm5rJZMgcBHo3mcO7U8IqXiiIW3X46baKLEBACu0OAb8XkmbrGxkZwe8hGHb/2gJ833h0NpJSjReDp2opR9zQPOdooAe7UZTLIaBlkQ30YnfJjep46ehyWIZ/kZfX9DKLzAbhHx+FORzFw53P0991H9/AcxmbSWEhD6ZfkUV76UG75CAEhsBsE+MF+XrUt8+Q3mIG+T8dPwt1jmJudQfd0AFOPe+HW0kjQ7zsajYGX8rbb7cjQD1eGaXbjjEkZQkAI7EcCirKwMmZTUxO4TeTbMCcnJ8Ft7H7UV3Q6PATEqDs853Lba7IegUnfFMY//yP+4R/vYGBuDJP+OKaHh9D7+Yd47w8PMJ6YR+fnf8JnX36BO0Nz8M7NA+N/xG8/S2Nm3IOUFkY4OIdJkvH3f38b/d4h3PniI3zw0T3cm4ivRwVJIwSEwFYJpCPwTfbjj7/+E74c8uDuZ5/hwz/exM2uIbg93fjoH/4Jf3zgxuyUB8HgNMaD85ig32eq9wb++Iv/E//8yUPcud+H3s8+xC8+HEYgnobcOL3VkyL5hYAQOMgEeNaOF0/hV7v4/X4MDQ1BFk85yGd0/+suRt3+P0f7WMM0fGEjRgMVuHChDqVWBQaasYMGGFJRJIITGPLFMDcZQiJuhqLyczZRZApcKCqrRWW+BebMHCY8AQz5K3DxYj1K7UYYocA/H8Tc9BxkOxAERMmDTiCTQIqssHlzM6p9t9E9OoHO7inMjs1iVskinVUwNTaFaCBIs/Im3anZENTSJpiTWZQV2FFckgslmgAmhuBNp5CEbEJACAiBo0tAURT92bqioiKwYcerA/M7PGOx2NGFIjXfUQLqjkoX4YeeAD9HEwkGkaVOYVwx6s/Keed88PsjcBrC8AQ0qGYzotEswoE4VDWNrN2F/Pw85DmMMBChaDiFSDCArBZHwjeHQAoIUw8zFQrIaD/xkY8Q2HECWQ1ZlX6NznIU2skcy1pgsjjgMmgwBeYxb8xBnH6jCcQQISMuGtRgyNBgzfwYvEkDssYMNC2NeT/gotn5SDpDhuBqWkuYEBACQuBoEbBarWDDjt/dGaT+ktvtpj5R9GhBkNruCgF1V0qRQg4pARVOu4rSwhRCwSji5lK4yFCzWVWoriJUVVfQ7J0NFU3VyM+zw2k1I6ewBDY1HxUVNthyS5CbU4Ha0lyUFaURJMV+ROEAABAASURBVBmxGHUiXXkoLS9BRZFDX4ThkMKTagmB/UPAYIHN5kBNiQGG8mYca25Gx+kmNNSVoiRrhLOsEnWV+XCUlcLucqLYbkZuaRHSngkYCgphs9thMppgLihFRX05nGQgGrL7p3qiyQEkICoLgUNEwGKxoLKyEjk5OeAZO148RWbsDtEJ3idVUfeJHqLGgSSgooAaqTNvv4rTZ1tQU3oG1y604Y2vncO5N99C+8VX8HJdEVpOnMIr147j1ZePofpYB4oMTbhypQgF9adQX9eIKxfqwDLOnGtBbfNlXD17Bl9/9QTOn2rQZ/IOJBpRWggcJALGHOQVluHKMSMZZu04f6UD1y43oq6lBQVNl/HNl9rx7usdqDl+FSdbW/G1C5VovHoVjqrLePfVi3jlFP1ez3Tg6rev4sTbL6Ehx0qDNwcJgOgqBITAQSVwUPRWVRV1dXVwOBzgZ+x4AZV0On1Q1Bc9DwABMeoOwEna3yoqpB5/jV7sNC2LVCoNBS9OCz2NAtmEgBDYTQLr+23ybznOrydJpmAyWWA0mknJ5XnpUD5CQAgIASHwFAFFUVBTU6O/oJxn6/gl5U8lkIOdJHDoZfNV+NBXUiq4MwQU3TwzkPllXpeLR9KY94TWlVaFmaSzM+yM8iJVCAiBJwQU+lWqMNH/9f2Wk/EM5mbmoWTNMCiWVfKZoFAoZBMCQkAICIGnCBiNRn3hlMLCQvBsHRt2sirmU4jkYJME1E3mk2wrCRzZY0XvvCnUgVvLaekMBvoH8fhxJ4aHR/Hll7cQDkWQzeAFeRWAUkA2ISAEdoGAQr82dV0umUhh3udHbk4ejIYFA05Z1gaA9iGbEBACQkAIrErAZrOBjbq8vDyMj4/D6/WCF56DbEJgCwTULeSVrEJgXQRGR0fBKz5x48UPCvN95QMDAwiHw+vKf9gSSX2EwEEmkE6nEY/HoWmafgsRjzof5PqI7kJACAiB3SagKIr+bF1JSQl4dcyZmRnMz8+D29fd1kXKOzwExKg7POdy39akv79f7/xduXIF165dw5kzZ2jGblg39Pat0qKYENh7AvtSAzbo2NntdpjNZiiKsi/1FKWEgBAQAvuZAA9wO51ONDQ06LN0/IwdD4BnMpn9rLboto8JiFG3j0/OYVGNl/I1GJ5+No5vPVgZdljqK/UQAoeZAC/DnUgkkJubKwbdvjnRoogQEAIHkQAbdi6XC42NjfodEDxjx4NmB7EuovPeExCjbu/PwaHXgBuolbcURKNR/fatQ195qaAQOGQE2KDjh/r5fUuKIrN0h+z0SnUOOwGp374kkJ+fj4qKCv32S37Gbl8qKUrtewJi1O37U3TwFaytrcXs7Cw++eQTfP7557rPjRffdnDwayc1EAJHiwAbdfxAP/9+FUWMuqN19qW2QkAI7AQBnrHjhVMKCgr0WzF5LQJ+bnknylqvTEl38AiIUXfwztmB07i6ulp/LwsvqBAKhVBeXo6mpib9IeEDVxlRWAgcYQI8Q8cdDb51mp+nO8IopOpCQAgIgW0lwG0qG3V8azuvhsmO29xtLUSEHWoCe2TUHWqmUrkVBPh+8bq6Ot2Y42fp2traUFxcDJPJtCKlHAoBIbCfCfAsHevHq7UpiszSMQtxQkAICIHtIsALUPGMHfeV+P11PBDOA2nbJV/kHG4CYtQd7vO7b2rHo038bN2Sy2az69NNUgkBIbBvCLBRx79dHlHeN0qJIkJACAiBQ0SAB8349U+89gCviMk+t7uHqIpSlR0iIEbdDoEVsU8T4Iapp6cHjx49wsjICNjIezqFHAmBrRGQ3DtLgDsVkUgEbNjx8x87W5pIFwJCQAgcTQJ8e7vD4dBXxPT5fODbMOU1B0fzu7DRWotRt1Fikn7DBNigc7vd4IUV+Fk6fsHm9PS0vnzvhoVJBiEgBHaVABtzPAjzwQcf4Pr167h37x6GhoZ2VYdtLkzECQEhIAT2NQE27Pg2TH5UJRwO64vN7WuFRbl9QUCMun1xGg6nEtwZ5FXyJicnwQ1UUVER+Pk6XiiF7xUPBALyWoPDeeqlVoeIAM/OsTFXU1ODS5cu4dq1aygtLcWXX34pv99DdJ6lKqsRkDAhsHcEeHE57i/x7e5+vx88IL532kjJB4GAGHUH4SwdUB35dgG+bYAf8uXVnPi9VhaL5ckiKcFgEHyv+AGtnqgtBI4EAZ6l4xfilpSUoKGhQV+5Ni8vDxzGv/EjAUEqKQSEgBB4HoEdiuOFU/gddtzW8mA4D5TzgPkOFSdiDzgBMeoO+Ancz+qn02lwI/R/sfff33ElWZ4n+HmuFbTWigBBrckgQ2ZEZERGpBaVXVnVVS2qZ6anevvMzp6ZPWfO7l+wP+2vszt7Wlb1dFV1VWWlqIzMDC0Y1BKE1hpwBdfa95oTDgIgQAIkSEK8B78we2bXrvjaE3bNnj9XAZ0aBKq3Xarv4qi3OqnfqVMBnXqzk36B2s69qNu21xHQNC230q5pD952qWka6lzWtAdl6JuOgI6AjoCOwJYjoMZQ6ikn9RhmfqJ8y5XoAncFAnpQtyu6cfs5oQI1NcOvHhdQK3QqkFNlarZJDQbVc+Jqxkk92qXKtp8HukUvAAFd5TZEQJ23arVdTcJEo9Hc6rpKVbmibWiybpKOgI6AjsCuQUA9fqm+X6e+wjIxMZF7WZV+7d013buljuhB3ZbCqQvLI6ACOjWrpN7gpB65VN+py9epVK3aqRenqAuTGiyqMp10BHQEth8C6vxtb2/n4sWLuRelfPrpp6g32XZ0dORW8F6MxbpWHQEdAR2BvYOAGkupR+DVJLh69F1NrO0d73VPN4qAHtStg1QskmZqOMrtzxfouhjYNN35YgFFT9I230bpvrNJ/UrnjU/8OXtV/u5XT2Z/3oYnTbsvhRi4EWdhopCB6/GcPeNd4B8roOvrYG5/tt/CxD0DPZfDuf0n1bVeu1uCXR6L9XiepFz1ieqbu18FuPGxH5U+iZynbXPnywX6b4YIeJLrHMV6sY7A0yOgfjOps7OT1157DRXgqdni8+fP09zcnHsE8+k16BJ0BJ4hArpoHYFdgICmaahrsXphlQrq9BfN7YJOfQYu6EHdOqAGvCkJ6mJ4ZpNEwlmikc1ROJR9onbL9URCGcKb1K1sDQczOXtVXtFymc8rH49pGHDgdJSRSppy9hgNTlzOcmKLWJoMhZiNhaST5lz9VtsWERzCgftYbKVshWkk178ZQqIjGt56HRuxN+BNMzceZ2YkRjaLvukIPBMEDAYDapa4tLQ0N6hYnn8mCnWhOgI6AjoCLwCB7a5SvQ1TXYfV9+tUUKdeNrfdbdbte74I6EHdOngnohniMli32I0UVVopqtocldTYKK62bbrdcj3FIqNkkzKUzrJaO8pmlS+uejobltuzmXxJjZ2KhgKqm4pRedW2vN5FTUsJKq+osrGAqqZCyuqcS2WqfKuoRPArrRMsNtl3j9Of6xeRrbAty8l/MRjbi8xkshqhhRToQR369mwRUAMI9ZuT6sdw9Uemny3WunQdAR0BHYHVCGiahvp+XV1dHeorLn6/P/f9utV8+v4zR2DbKjBsW8tesGGaIGO2GXGVWCitsQrZNkXl9TYUlcrg/0mposFOecPm9VY22ymtva+/rG5z7Z/U1idpp2xTpGx9kvaPa1PRaKdKYfEUfbCWDtWvql+U7Uq+Stfie9ZlRRUW7C4jRpMBNPRNR+CZIKC+9xqLxZiens69zVa90XZubg71oqNnolAXqiOgI6AjoCOwJgKapqFemqIexVSTa2rFbk1GvXBPIiCjwT3p9/Z1WrdMR0BHQEdgGyGggjcV0Kk32VZXV6Me/VErdvPz86gv7W8jU3VTdAR0BHQE9gQC6g3iylF1LdavwwoJnRQCelCnUNBJR2AHIqCbrCPwrBFQP2UQDAYZHByktrYW9ZKUmpoaSkpKGBkZyT36o1bynrUdunwdAR0BHQEdgQcIqJ+KUpRKpZidnUW/Dj/AZi/n9KBuL/e+7ruOgI7AXkDgiX1Uj/eoFTr1uI/6gr76or56A6YK6hwOB+otbGol74kV6A11BHQEdAR0BDaNgHqBVXFxMXa7PfdYvJqA27QQvcGuQ0AP6nZdlz4jhzIJ4mEv0yPjuIMJkukYEe8MsxNTzPhipDPqXR1pEsE5PO555gNx0lkpTPpwT04w514gnMjkZpPSybRihkwSdSFKZbJkRF7UPcq0O0AoEiMRjxGNRhYpTjLmw6vkeoOImGfkpC5WR0BHII+AmvlVQZ3f70d9MV99h0PVqcGEegOmWrVTM8R6UKdQ2S2k+6EjoCOwUxBQAZ16HF5dqz0eT+7lKTvFdt3OZ4OAHtQ9G1x3n9R0iGhghoExP77xWwzNjNA3PMPk8Dje+WHuDAUITfQxNTvN9PwEszOjDEwGyYQHmZjyMDM+xMTECD1jC3jGR4ikU6QXhpiZn2V42od/5B5D3gD+oAroEiQTUuafZnjISyTiYXx4RFYF5onEEqQkVtx9AOse6QhsLwTUYz3qBSlq4kWt0hmNxiUD1RvYioqKZNIlmnsEU/EsVeoZHQEdgd2PgO7hC0dAPTmhgjp1LZ6YmMhdi1WA98IN0w14YQjoQd0Lg36HKU6F5IKxwEyyBMP4b7je38XVkSh+t4+s7xq/vjLN2JXPGfEliBoTZBb6+frqGLFgP/PpQpLhGaYGbvLR14MM376KNxEnNXeZgZEeLnaNM3zjKmPWBooLHTgsRgzGIKHQJF1dAcj66bs7hMcfxmS38mBoucMw1M3dUgTUb/OlklmioTSRYDqXqvxmSLULL6SeuP1mdG2EN2dL4Ml82Yj8zfAseKM5XMwGp6yUa5LPSGogEYVYOEsqZkTVKb6gP/5E+G/EHtVHijbC+7Q8So+ip5WzFe2VHbFIhnQqu6XnjS5MR0BHYPcgoJ6gUI/Hq8fkQ6EQqVRq2zmnG/T8EDA8P1W6pt2AgCZOmCxmLBYT2ZgP/9QoU5NzOCoNDMwXUl5cRnvHISrKGiibv4Uvkwari5L2CzRVN1Dn6SYoMh4stvnwyuh8QjvGe03F1JS5sDmd2B1OCgpcOB2lFBS20WSbZNYzQ687hdEkAvTPnkcgLYNd73Scvmsh7n0d4N6lzVPX1wtc/cjH3YsLT9T+SXQ+qs31j/3c/sK/9bY8AT69V8NMdGfxjNhz9tz6zM/sgJXpPiN3vlzg1qdBAuMFMkmTovtyMMfzKN+etO7uVws5fU/aflPt5HjYFP8THHMbli99NnQ7RMCb3PPnug6AjoCOwNoIGI1G1OPw6gVW6jdEw+Hw2ox66Z5AYIcHdXuij7aNk+l4BP/sBLNlP+GlzjoON5ditlThTDrYf6SRYluMNElSJEhnU8SSdsxo8icuZANEyRAyVVAguw8OPCMG4TBKKzV0eXhOWhNuE61v/DFvHXZSGrrJp936RUtA2fOfRCxD/40QnrkkcTl4MnIpuMl4AAAQAElEQVQkbZ6MZDHKkanIIOmLp/QT+bH1dpusdlxFJRQUl3LfJiOl5ZW5fYWzZjRTLPuuwmIMZtszw+6+7q33T/mwmtK5Y+H56Fqte/V+NJpldiLByL0IMu+15893HQAdAR2BtREwm83U19fj9/sJBoPoP3GwNk57odSwF5zUfdwaBIwWO4VVrXLxaKSyyJabHSpuaKB2fwML1/qpbtSYGh3i8gcf09vfR7z9ME6DAW/Pp1z6/acMToco76ylhFEuXb7CJ7dkMJ4u50idgTpbL//w4dd8/eFn9E3O4svkbc5KJo5vaoLJ4SHm3D5imlHKNvnR2XclAul0FkehibJaO5VNjk1TVYuDhk4X1ZI+SfutbqNsqd3n3LQfj7WjefPYVDc7qW0tyFGVYFvX4aShoyi3X9Mm+QMF1O0rpKbVRfUTyH+szaJT8dS0OqkWUvlnTep4qHqGvmzG/pIaGzaHCXWMo286AjoCOgLrIKBpGi6Xi4KCgtz3nFVgtw6rXrzLETDscv9097YKAVMhrtJGjnRWSkBnwWyUtLqKloNNVLYeoq3UTk3HUeqraigvrKCiqomDhxqxFUldUyV1NbXU1dXT2VlPZccxqoqKKK4/QlNdK4caKmls30dJgROnkNVskvnyAlzOatpkgKseLzDb7DjKO6it30d7hWWrvNLl7HAEDCZNBr5GnEUmXCXmTVOBtCmutFBQ+qDtk8jZqjZFcmwXllk27cdW6X+UnKJyyxJOCq9iwe1R/FtVp3QVlj2f/lHHw1bZ/bRynAUmLHYDBoOGvukI6AjoCKyHgKZpqHGSeiNxPB5nYWEBfdubCBj2ptu615tGwFwsA+d6DtSByahaV1JdXUl9Y7mslDRz5lwbhbUnOHLkOGfPv8bRE+c5IasnxsKjnLrwGq+99SanDu+nubKE4oPv8sqJE5y7cIb9zbUSJFZR1vEab549wtGzp2iqLKPQUIiroJb9nQVysbJS1tRB6/HXOHzgCB1lBmWATjoCOgI6Ai8SAV23joCOgI7AtkFA/X6opmmon6JRwd22MUw35LkhoI+OnxvUuiIdAR0BHQEdAR0BHYG9h4DusY7As0fAZrNRWFiY+06demnKs9eoa9huCOhB3XbrEd0eHQEdAR0BHQEdAR0BHQEdgb2HwFN6rH6zTj2K6fF4nlKS3nwnIqAHdTux13SbdQR0BHQEtgSBFDHvONPjI4zMhUlm0iTd/Qx1dzM8OU8gESMZnWfi1nUGJ3z4Y2ky2QxpKY8EFwgKReILuMcGGO4ZZGQ2TCqTJZvyMjU4yNS0h3B6SwzVhegI6AjoCOgIPAYB9cIUu91OIpGQ63MQ/cfIHwPYDq5ey3Q9qFsLFb1MR0BHQEdgDyAQG77G4PQck4F5grN3+OKWD1/3AP5MjNmxfka7vmYgPEPvYIqU+wY3b3bR3dOFTwK/e2MpGTikSGfnmJ4L4J6ZIey+w28vTdD31RW80QBJk9xilt5kuwcA1V3UEdAR0BF4gQioVTqHw4HVasXtdqP/vMEL7IwXoFruuC9A6w5QmUpkCXmTzA5HGLoVZOhmYEM0eCPAEi22UfvrtV+rLl+m0jyp9iqv0kfRoOhUlOdRbfK0okz48vsPp/d9XS4nz6NkLeVFhtpXfAOLfqs6ta/KVT5Pal9Rfl+lal/xqvxqUuW5epG7uu5R+6pNvn5JhtiZL1Op4smRlOd4FlNVtxHKtRG7lmSovMjIt1XlKq/SPKn91ZSXky/P8S6Tky9fL53oCeOdjhNTSyHqlx92wHmlm7i9EJgbmiAQ17AWFWAnxNidfnzTE/gSQWamp3IreL5MRAK0YgocNhJTI8xP3GVsvo/bt3voGfUSTvjwB8MszM0Qmu+neypCYPweUwthQmkNk/7yxu3V6bo1OgI6ArsaARXUOZ1O5ubmSKVSu9pX3bmVCBhW7up7eQRikTTzkzGGbge5+aGbG7/fIP1O+BQJ/02hDbdbzrvY/oZKFS2ve0w+r/O6tFO0noybUr9p21Sb34p/izYoGTl9Un5dynN5qVPlq2WrOkWry3P2SZvV5XnenA9r1K/mX9oXW/L5tezI1+XkKt7ltEE9Obmr2uXK1mqv+JaVK72KlB1rtlnFr/jWo55LfqYGIgR9SbLylz92n2uqK9vRCMz5zTjtLurq6ygsrsblGyIqQVwwMI0nBnFjCSUWA0arC1f1SZrsWZxZP964HHfzY4zPhUlkMmRTUcJevxyLUUobyqhpKSUdj+LzBAlHk+ibjoCOgI6AjsDzQUC9MEUFduotmNFolHRafwb++SD/4rUYXrwJ29OCRCyLjFswWzQsNsOGyeowkCO74UGb5flVsqxr1Kn2OZ2r6tbizfGtkmmRQVg2q6HIaBb7Rc6G2y6TZV2WX9IjslbkZV/xKVpe/pA+4VO/ubTEsyh7RbvFsjyPqlOU399IuoSdkrWoc7UMtZ+jxfqNyF3BI+3y/qlU0QrfpH4Fv7JFyGw1kM3I8Z4FoyxfrGgj9Wu1eVSZWfoZ6edYWGTqHx2BJ0DAYQyTzkSJJCIkklGi2UJMFFNVmsZZU4G1uIEK9R25dIJk3MOC5kIzFlFbUse+l37Ed18/QE2BHauzDIulkgLNTmt7MaVnfsY3T9lxxCbp6fOjNp10BHQEdAR0BJ49AgaDAbvdjvqJA/UWTPX9umevVdewHRAwbAcjtqMNZqtGdbOF898p48f/tp6f/E9PTn/whG3/4P9azx/8z0KSbkb/t/9VDQ0dVur2WXn9JxUoOcvb5/Y3KTPXXtooe3L55T5J+U//b/X8RNKH6pbzrco/1g6Rt6a+VXIepXNN7JfJVfXKDkWPkvNQ3TIZq+uUTFWmZCr7Var2f/jnddS22Wg+7OS1H1fkjql8napXeUUqvxH65j+tZP8ZFzanth1PId2mHYBA+5ECZob7+fAv/57rV64QP/ESDrMDR9l5DpcmqUjf5ctxL/NX/xN/95/+HfeyDgy1rRg9I9z7/f/OX/7F/86HXTPMJxxU7m+h7mA9o7/8mpGvfsGli5cZ8QbIOK07AAndxG2EgG6KjoCOwFMiYLFYKC0txev1ogd1TwnmDmquB3XrdFZWVlQyaVlSkXpnsRFXsWnHkLPQiMlsENKwu4zsJNt3s63OItUvGmZZ/bVvQb8oGWq1TtPQNx2BJ0LAXHeWk6cv8MYb3+TMy9/im8dKqH75FVrKamlpPU7boTc403ySb/2zn/DWd37Mm6cO0NZ4gPqOt/nBj9/jrTff43jjCc4caaD9UDMV9cf4xmud1B88x/7j3+Ol48c52OBA33QEdAR0BLYeAV3iegiYzeZcUBeLxVCPYOrfrVsPqd1Vbthd7mydN2qgbDBoucfk0DcdAR0BHYHdiICtkqrqWpqaW6mpb6VRJq8c1TUUWq04C8opLGuktqiS5sMHaOk4QGNlMUXOIpyljbTvb6e1tZ3qYpFR5qKw2IXVUUpDUzmFFfWUV++jtqKSUqdpNyKn+6QjoCOgI7BtEVCPYFrlOq4ew1RBXTwe37a2PhfD9ogSwx7xc9NuaoKMSVZUzFbJbLq13kBH4NkjoCYe0Ffpnj3QugYdAR0BHQEdAR2BHYaACuzKysrIvzBlh5mvm/sECOgRyxOAppqoxzPvpxmyspPNZiVVJZBVb4OT/YyidJpMIko4EieZyiBF95l21P8sGfEjlUxx/4HUJzA+kyYrlMk3zSRzeIjYfMkeT7Ok4jFi0ThxdZwoNNQLKlSqDhpFKq+TjoCOgI6AjoCOgI6AjsBjEFBBnfpenVqlU6t1GRmbPqaJXr3DEdCDuk13YFaCkyxJWclW4+y0LGknZScp0UlKypS4VDRKMi2D82SSqN9HePwe124PM+2Tsh35Ztk0oYUF5qbmUS8nf6LALhwiHgoRUlGdBMHEZ5ibD7EQ2pGAqG5+AnpUkwTzA/30dw0xMh8npQ6ueJKUBHbpZIKsHGOSfZQAvU5HQEdAR0BHQEdAR0BHIIeApmkUFhaiaVrue3UquMtV6P92LQJ6ULde10rkosbVagVuJUscr9fDx5+4icczjPzuA7ru/p4r04Nc/Nony3RZBv7+7+ga/ozf3u7iH//2HgvdIyTqjPT+9i+5dOUGgy/4FfSpWIxYKJxbFUqlxNFYklQsQjSRkmBVVtAkKA1G86tyKRJRL+M9A9y52Ic7EiEhwCRFRjKZJJ1OkY5GWAgnJL3NlYtd3Loj2KyI1URGOEpYeKLZNNlEkMDMTb68O8nATGwlvHt2L8zovBn/zDj+oQ/5//3NABO//ZA+z21+f/UeV65MkV31qKX62Y2oBMWppPThnsVtlzquu6UjoCOgI6AjoCOwBQiowE6t0oVkYn0LxOkitjECelC3XucsDqAXk2VcGdRbhAIBCXpk6SQhK1iR6AKhZIxgKJXji/m8RGIBFiQA8ntjpONZLCUVNHc4yWRSeOdfZCCTpPvzr+m6eYXr3d18+MGXjF/6P/ltzxSTM31037vHF5/fZubO7/ldX5g7n33Jvb4e+twLjA5MMPTBPzIoAd3gpa8ZvPMR1wfv8MmlSXyTU4TiPjwLYYLBFAJNDov7/+LMDYwx3tfF6FwvH39wl7npUTzBEBE9ILkPEWniSYOsAqfRsgm8oSyJBS8DX15hXi0B15ez+mQ1mjXMVg2jkT25pWVCwjOTYOh2kFsfe7jy6/lN0hyXfzW32Cafri/j8q/nHsmvZOVI8Qk9yh4la3m9aqf2VZqjXPu5DduWa5trk7dftVWU31+ZKh2qzX1SfIpW8jyoy5ev5FE+rJQz/0h87subX/TpCdLH9dVS/aNkr/Thvk35snyq2qv8HMrH+zyqTGhDOoRv8Vh80H5u037f/VxNpoUIepMyWbj+Ka7X6AjoCOgIPAqBoqIi9KDuUQjtnrrV48Td49lTeqKeEFSDxmTiaVdBNDSMMvh2UlVpw2Y1SVCo8WI25UuG2TEPAQlAk5EQ/u67jI5Ps2CSyCA0zLx3nvGEEZPZy8jAEDfv+iRYBYfVDJEwvt5ePKkUnrFRZu7dZHx6nFmjHafDitFiwmiyYjaZMa04skR2LErKO4p3boCuUAEmi0V4VjC9GEi2kdZMPEQ4bsPkaubsQRdm4zx+fxB/KEsibZTjaKWxRiPSTwY0g7ayYo/sqZ8cCXrTuCdiTPaFGbsX3BSNdoUYU5RrJ/lc+ggZileR8Km2o5Ku1CkyVH2eHqpfJlt4Ru4GGbkjJOkKO6RO7Y/eE3kiQ+kak/SxpNot8qk2itZs0yV2LOMdy+m5r2s5/6jwrZSxikfJULSkc5ncZeXLZW42P7ooe2yFLavsWOQZFZ3K5kfpUDyr6x+U3ZerZIzeDZErF5l5/lx5Divxc1Fnvi6fqj4dlf5UvLmyxfY5Weu0yfGtUTc1GMEzFSfsT++RM1p38xkjoIvfowgUFBSgaVruhSkpGb/tURj2hNuGPeHlEzipHrvMyHJTevG3z4UUXQAAEABJREFU6h6IEMjSSbKBESZmx5jJWMkaC3EkE6T8I4zOjDGrFcjqiRVbrlGKdMrP9NAgA0MR0pqZgiJrruaF/cuayHA/qHIZNZJaAw2NZZQ4kIAsi8Fpw2B3YSdIOGmWlSMjNi2LxQhWOzJzPIvHHycUSJAVv00uExhMZE0OTKTJphIkZBXlgX82CgrsuGxpMokICYeTLGYh7QGLnoNMmrSxnKLKdl494pK+iOJqaZNjK0lWVkLjmZUgCbscW1myKlZfWbVn9tQRVFxpobbVRkOHfcNUn+fdb0fl8/RYGcL/SJ416teTXVhikvPJQFGZmYbl7Zbn83ZuNl0lQ9mwZPfqunY79UJL9Xldq/ny5cvTVTx5P1boE/7V+w/pEp71ynJtlR5Fwpfbl3Q5f65M1StaVbecL29fvizXbpF/Ka9kKFosz/OubrtUvshXt8+e60+b00h5nYXV9Zvdr26y4io2ywz7njmddUd1BHQEngECVqsVi0ykp9PpXGD3eBU6x05FwLBTDX/Wdhsk2LFYDdgcxlWqTJhSMWyej/n61ifcMVdjdB2gMSEBzuzHfHL9U+4VteOyV1NnteAsyJJimtu/+w2/vOUgZSxC4ide6BaZZ2b0Dr1eP+7Kw+xz2HFqBgy1nRSZDVh77zBwM4jr0AmO1Hjxuvu5O+sjXlhAZXMB7oG7DM6lSFQ0Yi+w4r92na4rXUyGTKQS8xLsTTHtjRINhwnnKEZSM2Isr8dRWkPJwOcMDswSS6UxmrQXCsX2UW6koLqR5vYW2moLMEnwb7AfoePgBV5r1djnnCKQXGmt+i5dIpohsyKAXsmzm/cMco46Co0cvlDIN35ayXv/ombD9L7wvv8va8iRyi/So2TkeKWN4snlpY3K5ylXJvX5dKlc+JS+/L5KFU/H6QKqm20ceqkgZ0e+XNXlSNrly1T6OFJt8jxK3+r9fJ1K3/+zB1gpPkWqfDk9Vsair/k2SoYitZ9PVV6RkqXSzZJqp0i1y8vM76uyPKkyVa/SfNla6ep6ta/aKV6Vz6eqLE+qTJGqV2Uqvxa980+rqJH+rNtn48w7pblj8X3BSPHmU5XfKL36wwr2HXNisWu7+TTWfdMR0BF4Dgg4HA7MZjOBQOA5aNNVvCgEDM9b8c7XZ6K0oZVv/U//V376/h/xP/z4Zc4caKXh4Dne//N/yx9+85/w53/wEgeaTnDu1Al+9C/fpvWH/zP/93/1r/lf//X7vHy4joIXjXpBPS0HX+U777zNH/7kHHXffp8jLifFlmYOn32N7//zH/HaD3/CtxtsnPvBT/nW+z/jz376Hf7Z/+VHHH7vv+OfvPY+/+P/9i/5zvf/kLdPvcuf/snbvPzey7SXHOSNt9/k9VfqcPpv8uHf/j1/n6PP6XdVUnziG7zcfIE//jc/4/Uf/k/89987wUvtjp1/SGyJByUcP1nBgYPOnDSjzUb5t97hYFmp9NVLVB29QJklV7X0T32fzu4yYDRrS2V6RkdAR2D3IKBpGoY9+ng1+qYjoCOwZQiooM5kMqEHdVsG6bYUZNiWVm0Do9Sjl4l4hngk/ZA1msEos6d2rBYrNqsZk9GIwWjCYs+XmTAaTKgTyGqzYLTYccgg3S55s8nAixuCK81mjr91mkOHWimV5Xir1YRBUpMMHjSMGE1mLDYrZqss18tgwmSRVMhmtWCzWzFZbFjNknfYZDlf6kySlzqzxYxRM6JSs6OMssZDvPTNt3hb6K1vnuJQswR1JjNmoxmryDFb7dgsJtnXWGfbY8WaHC8GjLL6lHNc+kP1i9GgyswYBDvDKqiEBXL/0DcdAR0BHQEdAR0BHQEdgTURUEGdeXGlTn29aE0mvXDHI2DY8R48Iwc0TcsNsI27bhXEQGltKYXFTkw8o81gxuIoory6miqh6mrR57BifkbqdLF7HQHdfx2B3YeAehGQesQ6u+q7tLvPU90jHQEdgWeNgMlkkol4i8wDa6ifNshk9AvLs8b8RcjXg7p1UJeYTlatNEzm3QeRQa0Wrl72WQcHvVhHYDsjoGYcM5m1XhaTRb1IRg2Is3LzyqSSZNSfLLyrF8tk02kyqRRpqUumIB324fN48S5ESQjPdvZ5ybZ4kEg0QXTVdy2X6h/KpEgmksRj4vBiXSIYIhFPsFNcXjT7yZMX1jJNxCvH17wPfyQlR6IYksqQkYMxqw5UOR7Xe9/ReuUiQf/oCOgI6AhsCAFN07Bardjtdvx+P+qlKRtqqDPtKAQMO8ra52ysfjN9zoDr6nQENoGAjIdR52hWvaFW7Sy1VaVxfN44kXCaRDCIf3IMf9bP3FxMgpoMMZ8MrqdG8UbmGZqJExgdYmJ8jKHxSeampglI3JNdkvciMlmyEpGmU2kZ+ENWBa7pjKRCyjAJBDLuAcZn/cwEhVf2UwoHMfUhXinLfTJxwSNKIChRoMjIimxP/wA+wSKeY9D/PTsEEsyMTDHSN8LEzAyjM2Fi03MEJTCf9/pZ8IZYcQiLIQajJpOKGgb9Ls2L2HSdOgK7DQGLxYJ6DHNhYYGMTGjuNv90f0C/Xax3FKhBj6xOZ2SglEllSe8wysoIQT4o+3ea7bvWXjmWVJ/IWH1r+kWWV9QAfr1DeLeXy8QjBvlnlNV0zaAtc1dOXHzcuOlhfCKGf3CA7t/8LfcyPXx6aZa5+QTuu3fo/v3fcGPqS/7yk3lGr44Qlb/5ubvcEd6bviwJJWaZ1OeZzaZTJCMRQgshIokU0UiUWEgCgWiMZDJBIhQiPPQ5N4bGuTcfIxYOsxCUVcZkhnieN5ZALlsPzE5GZWUvTjCWIZ2MEw2GGfziSyYnJog84NJzzwSBCOMeC4G5CQLDn/Gf/2GY6Y8+pm/+Nh/f6OX67Vkyyw9hsUFuQWTlT7L6R0dAR2D7IrBjLFMrdSqo8+srdTumzzZrqB7UrYOYTHwT9KYYuBni6u99XPmd97nTV790c/FX7jX1Xv7Aw9f/6FmqU/kc/6893PzMz/xkAvdUgp4rgSWe1T5ckvaqzeryrdq//FsvX/7CzaXfeLgieSX38gdevvqFR8oEz8UyVb5RUu0v/aO03aL+uPgrD1/8g5uLgttqG5Sui7/05HxYXZfbF/u/VrZImtt/jE3XP/Lhn0vgnozTezWIaqMw+kp0qFTtb4a6vlpgZjgmA3Q1/FvnQNaLN4iACaujlNajbRw+24BvKEA29aKiuhSTPX18+Xd/T/fsJf7yr6/z2X/+//DFF59yQ1YS58c+5j/8YpiByRli0S4G7t3i099eZ3b4l/zXz+f5+m/+HV9+9RV3PGmSy67wqWAPIyMD3Lrcx9hHf8Xfjc4wNp8koS/TbfAYeXo2o8mC2e7EZLWBlqL/g0vE7UaKTrZgZOWmYjwNbWWhvqcjoCOgI/CECKgXpaigTv3UVDKZRE3+P6EovdkTIfDsGy275T97ZTtKg5aV5eksiURWBk5Z4tHnT6kkMiuvrak7JlPrscgDm1ReDc5kEp9ELEs2TY7U/nq2JxKQSq4tf702my2PhhZtFJtybSVNpRCfMk+Gq7RPxBdlbkGf5PGJRTJi0yq5oiumaBnOOR8W9ao6ZYtKl5c/Kp+WflGk2uX4RH5K+jkuaW5/UfZG8kqGwjKzR2M6dUNKy8pUNJSW4/hpQdDQNCMW0lg1OTHsDpBVQF7IlsATMzAeqaet5hB1mluCMzuOkjLKzUliI5MY9jdSXlGKPTLBjHuIO4EUvmAhVWVWDLYKisvKqJa8dZn9xgIXFotGxBdiYMpCZ0MVNWVmbJZlTHr2mSGQCnnxhuwYiw7x/ZcLsZjGSDhtuOfT+MfDaM9Msy5YR0BHQEcANE1DvTDF6XQSjUZlfCmDD/RtNyGgB3Xr9KamaTJzb6S02kpNm4Oafc7nTnUdLura19ZbK+V1HQ/q6iVfv9+Z469qduAoNOEoMFJWa1vX7lrxabmMrfZRyW884ETZmpetypROVaby+fKNpqqNartR/sfxKVsaOp3U73c9hJPSozBt6Hy4TsmtbXPm8Fap2n8cVbc6sTmN2AtMlNXd7xfVVtmg0se1X11f0WDHVWLCYGSPbhqaQcNgUinLNk3yVgzebsYGv+bmnIcZewt12SKs7lsM9H/NbX8Un62GauFU3OBhvO8mX10a5c6kk8YaM0s/LyE8z/cjx4gxg8PgZXxmlJC5AM1WToHLRXGRRQIzCE1PMusOEslYZYVHwxgLEU1aKC6xYnaW4JIArtBhkjqWNk1Wh8xmm8gFm7bA9OQ0nmCSuEyyLDHpmWeGgNHmwlVSR21NHftq7BgMBVTtP0arM0FRcITgqn7IyjxFRs3YSPrMjNIF6wjoCOwpBIxGI4WFheRX6/aU83vAWcMe8PGJXNRkpGexGSiptFLdbH8x1CJ6Fa2hv6bVTq0Em3nbcoFnq4Nq4a9osGFzGXNUWvMI+4VX8edlbHkq8lXAUqPsyvsgZUpnrkzl8+UbTVUbRRvlfxyfyFKB83Isl+OgyuvaBde15Ehb5UuO1qpfVVbVJP0iQZ1D+qa0arFfNiljuW1ldVacRWYMRjlYN36U7xpOdY4q361ynhpXYKDwcMpKVQaLOSSrIS4KOk7Kilc1TZUZ8T9IWla9ivcdp7GgnsNNdoqbKyTQyZCMO0g6W2krB5NBWF/Ix0JluZPOVjOhWBBnfTM1La2UFhfjLCymqKWDmnSItLORmsaTnNnfwcmmMioryigtMMuEQTUFhQVo0SD+6WGGh+7T+BwYbKW0tlfQ2lFBKhLF1tCCq7gE6wvxcy8ptUgf1tO2v5bqUjsmkwV74xn2tx3hbHsZzZUa6z3tq8d0e+k40X3VEXi2CBiNRgoKCohEIvpK3bOF+oVIN7wQrbpSHQEdAR2BZ4aAJpKtHHz7m7zx7vf57qsXeOelVizGMk587we8+dZ3+d7r53jl7FGKa87yk1dlUP3ad3jr/Z/yz3/0Tb712n4KRYR8RM6L+GgU1zdz+M3v8tqJd/nOhQZOvXqC+sYGnJZyChte4ac/OM+57/wZ3zr/Db7/2ineeP9Vjh49xj5Zue04eYS6ujpMIQ+zgze4cf0+3Rux4Cyr4dirndS9/EN+8NIJvvPPv8+hA60UrOmmXrh1CBSwv7OYZpnEQTaD1UrxhfO0FhVR23KEsvZjlFikYtknN2khK9EqXVasZ3UEdAR0BJ4YAYPBkFupU49fptT3N55Ykt5wOyJg2I5G6TbpCOgI6AjoCDwdAs6KJjpe/gE/+NF9eudMC83l5qcTqrfWEVgLAb1MR0BHYEcgkF+p04O6HdFdmzZSD+o2DZneQEdAR2A7IJB/UUosnN6CF6VsB4+22gYNTTOgZmYVaZrsb7UKXZ6OgI6AjsAmENBZXywCmqZhMplQP2+QSCRQ9GIt0rVvJQJ6ULdZNLNZMpkM6uUC6rsO6VSaTDolg8oUURlcKnFp/wSTw0OMzXgIJNNSJJypMN7JEWbnvQSkcTYjA8Frho8AABAASURBVNHFL8anhSeT+0JFSmRHCAeRFOL+SWbGhxid8hJJ8gJ/sSiT+x0sv9fPosnik/55UgTkaFijaYZkPCbHUIhwRI4BOUZSiVTulcOZVJK0ev3wGq32cpEKUQxGuUFZDBiMexkJ3fftgIA6rzPprNwL5B4h6dPalEpmSajfFNwCWU9ri95eR0BHYPcgoGkaTqcT9fhlPL5tf9Nm9wD+HD3Rg7p1wJa4jVQiQzyaXhlMZeOEQgHujERJpnyMDk0xPzXCzPQwN+7MoLgjY8O4A16mJkaZ7LnLWGieriv3mPeHiErwlo56iS6MMjCbFRkRJvtUew/xuJfQzG1+f89LMJZmYWYSz9w4854ZBq51yQmoAsR1DN5EcSaVEt8SpJIpCR5lKKICUwkckukM6XQ6F0DEk+qFEkqolCVDuKcmGekZIyTBRUoC27TISEtgmhGgMtI2JoFpNjXN5PgMM7PhNb70n8kFv0kJVnJjlHRSZohSpGQnG/ETnezjnjtBJJUluxgkJwSrXCib440Rk7ZJGehkxcZkLEFa7MiKzVmxJZlMCH5JwV9aKJsyWeSjHLhPqkzsTIjPyk+JliAtbRLirzBmhdJSl06IDPErKeUZsU2kkc2kSMZUeXblsXBf8hb9j8rx4mN6MkBcbIhFE8wO9BHw9TM8Ocv4bGyL9OwiMRpoBg2TWcMgKfqmI/CiEdDkoBQbFhPJPfknJ0n+yefJhegtdQR0BHQE1kBA/V6dCur0lbo1wNnBRXszqNtAh6lBfkoCCEUr2LMpWUkL0NU1RjTQS+/wLBMjo8wN3eVOzwBzCQhNThNKR5mfnWTs1mVGvf1cvuMjaS+hoMCFPeMhOHeHy9cHGZR2V76+Rf/oHIGgD3ffbS539eCJxfB5PKJrlkBohruXukhK0CEh2ApzNr+TwTM+ztzUONPz84yPThGa6mbU7WUh6MEjZVPj0/jmRhj3J/FOTzDvnmB0bJKBO0PMDPXhlaDLJ+1986PMLcwxOSltfQvEY0MM9I8Lb3BVUJcl6p/HMzvFXCBEIJwkHpI27lGm59zMT88SGrrFtem4BMzzuD1e5mam8bonmQ7EmB8bxzM3wNjsHCMTHtzjo3j805L34Z8cYk5wnp53C6bjTEayBEXPQihEZCkulfVF/1AuOBobn8Tjnscnq2CJoBvv3BCT0nZibJrZkUHmveP09E3jmRpkVlYmZzwLeGfHRZ+HifF5ohJsPW0frD1IizDaN0bv3XHmPSFi2SRTvdcY7L5CnwR1s+LX6nYS00rAKdbIZ/PHwc5vofxPS+AdDaYJeJL45zdHPjlZvTOJXDvfnLRVtGkZco4oGYttlRwlU9Hj7ImF0rmVmIjYr9qty78oe936NWz2zSZQtGYbkfeoOmW7T7BZ3Xa98jyfkql48vtPlYqNStZaduTkSr1f0Tq+q7Y5vjXq1yv3KXmKFtuofc+0HB/LytZrq8oX3DLxI5NhajJI9akqexpSMpQsVp/4O//U1T3QEdAReMEI6EHdC+6AZ6ReD+rWAVaTmX/1kwbOQtPKe6rRjtVgpMZ7Dc/gTRIlRcSiToxuD2VlU1z2ZIimwyx4JpnyRZGYhKLwEOlDb1BeXkeZy4bNaiQhQc341V/w4e8+4NqYG4+sQi2EDLLSZeFE+irzKWmbiBD2TjLrduN21IFmWGkLm93U6D/Jvc++ovvOVe703uXjX/+e4a//Ex8OzjI7e4fue3f4/Ou7eHo/4ANZMbz64Wf0DAwwKStjnpk5Rv7x5wxKwDl48TMGrv+Sa/3X+Pj6LJH5GcKpOLK4STa7ehQSY+LuTbpuXmcoGGDKE8E3ITIHPuDi7ZtcGwiLIynSgnlm6hLXu/q4cesm4z2f88Wwh8sffMloz++42n+bD7+8zbWPPmYi0MOHH92m97Ofc6PrKjdGx4mNXeSL0Sh9X3/J8PQkXuWuSCYtq1xDP+eXl3q49NVlRnpvckv6xjfWzUT/P/DpjRv87jdfcu2jX3Bn+jL/6T9eYuT233N9oIdPr/Ry5+InDEmQ++Wn1/FIkJcXq0RvJcXdgwx33eZO7wxRqwHSbu5enSVrlOOt+eH3E2YloEnLymZGVhm30o6dIkt9py4ZzzA9FKPvWoiui4FN0d0vA9z81J9rc/eLAHe/CuTym5Fz98sFbn26sNQut//Zgsh9ULaevNnROAsSQEwNxlC2rMf3JOW3Pw+gaK22ys874u+adYLhzU/8a9qjytdrp2Spulviu8pvBd0QO5TMtWQpvJQfa9XdkX5d3idr8axVpo6B5eV3v1rgxseChaTLy9fL91wOLk0ujN6LLB0T6/E/rnzgVoj5iTgPTSzulBNUt1NHQEdgWyKgaRp6ULctu+apjZKR41PL2JUCDIKMwbg6OFGuGnGZM3QWTvPLT9MYizx4M5P0Tk5CcoY7NxdyQV55cQJXbSmmik6aLBYMSfWluAfhgK2omo5v/vf84R//CW911lFrHsfj66drLEpRcoSuoQTuaCFFVo3q4gyWjkMYjCZlwNOTpYzCyoO0lpXRmplnRjvE/oMNVGnzGGwGzEdPUHesFefsdfr9tZQU7uNIRRFlZlZssUk3mUiMyrMHadzfQUlREU5HIQ6bHesKU4cZiTiJGw/wUlMt+6oMzElgNRaQwDVuQEtqWGwu7IVOwqPDLPjG8RodZF2tdBaBUUuQThiwm8OkRPCc6QRHml7lSFEAs6mC8po29p9qpaCzCXPfpwyGKik0FFO3woYkpXVNtDY3UVHkJOBfYOz2FUbjGuKC+FWAvayJ+oZaioorqatvpMIZICDBak9fmvRCnNqOFhwFzqcMrEXVOp+C1pc5960f8N23j1GXSWOYn6a0Ps5MOMHAqCwBr2qnSRBskGNUHaurqvbEriZeGoSSsqIej2WJRzdPiThyvmaJxTLSXlFW0k1SPKtk5NolpJvUqZ6QssfZo1YZ1cGUkRXleE5/NidjdbuY+BbbrG9KnqK12qlyRWvUJURXBgPKj9V2KKziUr+uLVKn6le3e5J9pSOHoZK5hp0xCeZj6/iQlD5Iy8TSpvWKPKV3ebv7xxZr9styvnw+lSYXhMU30P/5Nuum4ntSJm3kENc/OgI6AjoCW4qAHtRtKZzbRpgaE20bY7aTIVkZaKVlsJiQwUN2lWHmAhslJ1vI2PfT5B6moLAC57mfcerweZr7PyIgI6Js6TE6yq3U22e5luqkcvAvuXLlN/yDrPbc6pklbTBistix21UAZCQ1OUsmmqb6/Xc59d03MY9PkPJFMFccobqqnc7Zj8hmklvzna7wLJNDV2VVaoYpRzv1mLGZjBiq27BnE2RuXqL38hzGtqO0FEwwPSmraSNTeGUEKvEOo3e/4la/F5+1BCTAnf5a9r+6znhQIxwYwzM/xrRfRjfktzpq7SEIX+MzCaQu904z5tYwRpIkoyECsrKZMkSYv9NLtLwSsgY0CaLImDG7NMxWD2OjMWKRYuqLjFRrN/jy9m8YyNaAVoxdVrKMlhIshlrq535DtLqaVGEpRpZvWdQbAI3Ca9CSJFJhpn1mHNE44Ug4911BTTNiMBrRNAP3+aqoKCymoSLKXDJFzOgiq5nQeDabZhR/LVasFhNGgwlK99Ny7B0OWGKUeroIZ1bqlck2NAnseGYWsb03TcMkK5pVLXbaThSw/2zRpqjzfDGHXi7OtTnwkqSKnlTGuQe6Dy6T+yibyhtsuErNVDbb6HwC3Y+SffBCMYrW5DlXzAGxcc068b9zmS/LeQ69Iu0eYaeSmcdzebsnyosNh18pIdcvYtNqGZ3ig6LV5bl9abueD7n6NeR1SJk6HvZL2zyP6hNlw/KyfN1a6b7ThRSUmSmqtNDQ6cwdV2vx7T9btKG6lqMFlNfZMJkN2/s81K3TEdAR2HEImEwmFGVkVjGpZiJ3nAe6wWshoN8t1kJFlcnIXRN0jLISIllVskSapQB77Wm+8fphGpuO0tG2nyOdbbK6c4ALFzpoPHWKpsoW9jW00XpAeCR/7PRh9jU10VIrK0vVTXLz7+Rok4bFVEDr8QMyeD9LS/NhTuxvpLT+DGcP13H4xCFqWw9TJytRh460YzYalmx4qozZiauompb2Do5eOEX9CbHXasPhbKOp5QAnRFdNywlONFdx/KUTtHcc5vDhg7z0zQu0nn2Ho7XNnPrGaxw+9xaHW49zqqOWitoqCiz1dOwXn5tsZBeG6LryNVdzNE5a9DUeOSQBUjW1FaXsf+lVDh9/m5ePH+LYkWYcDce50FZCdetZThw/yRnBpKmxnnIJesuqW6hvqcGkWXA4Sjl05gQNVW0cO9pKw8mj1FaL/myWbFqTILGU2sYiDIlxhrsW9d+8Q5fhAgdk5bSppYGy2n0cq6ngwCti/5G3eePkYV597RAdx45R6Wjlm2+1UlQnOmqbOHGsg2OviK2C1f7GEpw2E89mc9HUXEStDOKUfKPFRsPp12io28/+tjaaGqswa6pmGcm+JrRXYzqJ/slKvxvkHLUXmuScMm+KCsvMFFVYUGlhuTmXqkH5Zki1zctQ7dS+kqXK1P6jyOowYrIYsDqNj9Sdkym2PkrW6rrCcguKVper/Zw8qVf5tShXv4Y+5ZPyTdWv2U4wVDxr1W22TOlQspS+tdqqekWbrVuLX5UpWXlS+4rUfs6GNbBQ9Q+RBOhm6U+zTDQ4nuB4XC3PWWTCajOSO8eXnfZ6dg8hoLuqI/CMENA0DYvFkpMe19+AmcNhN/wz7AYnnoUPcryjBotGk/aweE1mT62NHDtcTVG9BF5VVTQWG7E4img9LUFG5wGqCwopKamlrKGTfSWFNBw7z4H2gxxpb6CurhFnUSNtVRomo4Pa9ibqDh6huraFJocJtCr2H6ij5eA+ysqrKCwopuLAEdSsyhrWsPFNtTZS1SE2dR7jUOs+Dh6op2BfB5VyctuMJRKcNUtwc4jGzsO0y8Ckdv8R2vYd5fjBTo6eOUTlvtMcbNzPqZdP0d5xlJaado4e2UfDviZKbZU0tbTSJMFgoQ3S6XSO1CNJrqpmGtuP0VHfQlttOe1Hj9DUcZqj+/exv7Uee+V+Tu6voryslfa2dvZ3tlBVXUmp1UFd2zH2HTxMc10ltbXV1HWepL3xGEfbyqhsb6aktIxiWVo1mCwU7H+bzppCSiwZMpk0KWWDrPyly0/RUV2Uk1lY3kB7WRntJ47TuO8MJzvbOXGsVXxoo8Raw6mTNTjL91FVViK+1FC//zj7GxpoqXJgl0Ebz2SzU13tpFwG20q80WSiUnAotLsoramjpLYOi6ZqdFoTgdXL6Wsy6YU6AjsLAf2w3ln9pVurI/CiEHgSvRYZ96l2elCnUNgdpAd1u6MfN+GFifaTB2hsrMa+iVabYpXVx4IqCfZeeplzQi+9dJjWqmKcmxKimDUJrK1UNDZQWNrJ4Y42DrSWsPZmkhWPUjrffJn6AhcVor/tyMu8JPrPnT3H0UYbZDdGAAAQAElEQVQXLplBX7vtTi6VYZ98drIHT2q7pmkYjQYsNgOGtSZf0DcdgZ2LgBze91fp9uj5vXN7TrdcR2BnIGC1WnOG6kFdDoZd8W8DQd2u8HPTTuTuo/JPPptuu90bGK1GGQQbtruZ9+1TIxurHadLrZKZMN4vffi/wYhmtmM3g0F7uHq3lmTlAE2nV33Zbrc6u4ZfWQSANco3XSQrveq7BRkBdIskbtqEbdtgBSaCuNrXQXqC7spjJ+kGW2czWXI/a7BBfp1NR0BHQEdgowjoQd1Gkdo5fDtkZP/8Ac2kskRDaUK+JDKGef4G7ESNus3PHQFN03KrVezBTZ2X6TTrnJ8ZUomsDIghk0qRjEVIqr/4/bJ0MiFlURLpVO7tp4n5IUb6Bxgc9xJO7EEw13M5HiMd8BEQnOUDScEn6McfzO2t10ovfwiBDPFIhNDCAgvBEMFIkkRM7i0StKUTcTlW42tOT2gyQ6WvQj8Epl6gI6AjsAUI5B+/TCT0m94WwLktROhB3TrdYDBquce6bE4j7KGVH/Rt5yGwA4/PrQLZYACJa1m5qZVLP909PqZnYgTHRxj8/NcMZga4ctuN15fA19fN4MVf0jN7mV9e8TBxe4hgws/M9F26P/01fSGQeZ2VYp/rXoZMOkksFEW9mSwuAWoqlcl9R1XlSUWJRJMSmI4xMdLLzVuzxFOQzaRIRGIkkilSmQypeIJULEgsmRFeyUu5CseysjKZigSJJ9M5mbnAVwTEYilUsHzf1QzpRIxoIEJYCrKpODH/IGOTYwzNxqRE/2wcgRADfR5GR4JkpF8SsRgj175mbuZrbvSPcm8kyurTWP0+XSImfZDWl0U3jrPOqSOgI7BRBFRQp2kaelC3UcS2P58Miba/kS/KQvXDzuGFFHNjMWZHoxumqcEIM8Mb58/LVm0mByIr9KiyaZGX51k3lUHBrCKxc34iRiycJhZJ45uN5+TNSN3UKtnLZS23WelU+8vrH5Vfki061uJTspRMxTcztDFccryPwVDJzPus8krPWvpVmapTMlV+TVK2KxL81qxX5VI/2R9hemhlH+X4pS5vS25f8a+iufH7/RKRFWDPdPyBHNV2Fe96MpaXe6biqONTxvEv6hR58XplvKtW5NQPsT8wRgqJ4/XGCMt5kAgusDA5jD/rY3Y+cv836XxeFqaG8ERmGJyJEvJEwGLFWWrEavQxPh2VYEfJ4QVsWcLuGca7rjModk5P3ZGB/zTjEky5Zwf4+s40fRcvMzk+ji86y5zfLcGoBGjxAENXrgrfPe72DXPr0nVGbnzA7ZlJLn12if7+axI8jHLn3iTzfdfo9frov3GPybFbdI/0cLlrmpAEjtmlNaMkYa+HqZ5+fKkx7tzqZ3J0AI/o88u15TkBs0vUJJkb7uPe9S76huYJGzMszMr+tW7cwTCa0/KQnzLWYu1Ji4dY9QIdAR0BHYFNI2A2m9E0LTdxmM2+qPvdps3WGzwCAcMj6vZ0VSaTJR5N45uJMyOD+M3QZF+YqYHwptupNpO9K9tNixwV1D1Ov+LJ05z6TTcZzMbCGbwy8FdtVd2UBHUqVfsrSILG5XXTg2GUD2vyroWFtJ9Udq5VJ2VTi3goeVMie0m3tJtRJDxLZYv5aSlXdqwuX76f41nknxK5yua15E0rWeL7WnV5eSpQU3z5/bVSVa90TElgt7pe1SlaXb58f1aC1Lj0SzSYwjMZk2MkgmozLbapdDnvRvJuCd5D/qSs6Ozhi7G4rm5Gkjzl9cqAyeykrLKYmroCYsH0shUrnvOWwj3roadrkoQhQzLUR+/oHJPTE3jnhyXA8+Ib62eot5dpf4AoJrkxZ8mkZrhxRYLXYID56WmGrl9ntOsSo+kIvdfuMuseYGxuhu5bQwxeu8TAvJuJ4UmR2c/E/CRDM0k0o0F8fbBmlFK/4Tg1QtB7nVujQXxy/GoS9D093qJmj32ysvKalJXThKyaGk3ifGyOmSkvUVlYNhfcf2GBlC59jCYNk8Uggd2D/liq1DNrIKAX6QjoCGwGAaPRKNcXg9zrsqRSqc001Xm3KQKGbWrXtjBL07IYjVnMcgPeDFmsGhaLtvl20sZmX9nOatOwripb0xYzmGWy16JSIYOMAxSZFm23Sp3dqZGrXyxbkiP8doeGehFSrsys8travKvbyr4lJ9uwLn8eD2WD8ienQ9rJJBE5UvlVpHhVuyXeVfWq3CLjoLw/FrHZIrivJc8i/tnEP2WnarcWKR6F31p1S2Uix+4wsMKHvF2CwaPk52WomXc1bla2qr7O6V3mR55vI6nqWyUPOU63xQnznI3QNDAY5XyxGnLpA/WaZA1INCSr1T6CiSRxowOrCn4SASIRKUulSRqsUgaKGxKyuh3A714gFEjgKHWhqROIF7ElCKQsuJM1tBW5qCqwY9OSpGMRWWVMYbTa2HewlPmxcWY9URKaFYsxJaHWAu5sJS5XK3UFNorlmMRYSU1TJeWFZZTXVlFeJLzREPMzAZJeL6bqOgoLiqgpKaOhuZUyu2nZi4as2O0uyooFoblhYqU1WIorsVusCLro2+YQcNYf58jLb/DauQ4qZdJQC4SoaLYTjsWZHg+SWSUuIwVqclGfQF8FjL6rI/C0COjtlxBQP5WlKBaL5YK7pQo9syMR0O/N63SbUWZJi8otdJwu4Oy3Sjn73sbp5e+V8dK3N86fl63aXJC2+f18em4Dus+9X0qe78Q3iimtNVNababzrNi/2D5fn5e7PF1et54dy/lX519a1LG6XO0rn5RMlV+uR+0/ih7Hu7xeyVe4rydvOe+T8iiMz3+3dM2+3Yj80++UUFxlobzByoFzhUv9tZG2a9l85JUiattsEswb1jmK92qxBCG4ME19TNe1/8JvhkcZKDhDZ7Ya59ivuXLpv/B7CWqmXQdoFYgUN4zRdfEf+Kuf3+HDwWoONYDZKJUv5OOg0haizvgVv7r0Eb8fNhGdHmD+3mXu9gwxm4wxKit3pZaoBHRmfIF5FmaHGZlv5HhhN319f8fluSAeY6OgsNoBO8USxHW2mZkLQzALKnY1r2Zbvm91QNtpbD2fMCwrfMNTHpLL6/X85hEwCuKVR2g78T2O22JU+W4TkCBuuaBELI1a1VffrVterud1BHQEdAS2CgH1CKbRaET/WYO1Ed1ppYadZvDztFfTQNM0NEHJICOfnUKaBql4lmRCRglq0LaDbN8pGD+JnapflmhLjqn7xyd7dFOPXaaSGVlhS5NOyoG+hIOcANg59p0f8e73/4Q/ePubfO+Nw1iN1Zz7w3/Ge+//MT99503efu08ZQ1v8s/erqT9nT/m2z/87/nzP/4xP3jnOKVGkC5akvh8MxplTQc49d4/5d0zb/LGyVf47vfe5a0/+DPe/84f8uffbKPzjR/z8g9/xqsHzvPmiXO88d7L7G8o48h3fsqrr/4h33vtLO987wKHv/uHHDFW8uaP32Rf00scaWvj7NtHaXr9T/kD4fnGqX3UNl+gpfkgJ6r9LPR+wocf/IJf//of+PUX1+lNOqm58E2OOE7w3R9/h9e/99/x1mtvcL7D+Xwh2fHaijh8pJz29vu4mW12Dr75LnWl1ew7eorW4ycoWHXAWWxG7C4TJrO2473XHdAR0BHYngioVTo9qNueffMkVq26jTyJCL3NkyHwbFsZTBpqtRF9PMBu3ZKJLPFIhvSLfU3jC4f3/iNqy4M6ZZIBV1kFpeXVVJSUUl7swKBZKKysprSsisrSYkqKCjFbi6kusWAvqaKsopa6qgrKS2WVT4l4gWSyOSgoraK0sAS1slZWXkpJRQ1lZZXUlthxFFdQVF5JkaOQYlchxaVFOKwmnFJfXFRFeVGB+F6Y23eK38UVxdhtsm+3UVDiwlpcRUWxtCuwY5Fym81BYaENW0UrbR0H2L9fqLmW2qoiLGKD0+ASfMopLq8R3IoptEvUi75tHAHpG6cZ+yJumsGAo7gEi8mMzVWQo9WICgsGo4ambVyLzqkjoCOgI7AZBIyySqdIvQFTTZRupq3Ou/0QMGw/k3SLnhoBGQRoBk0GA/fpqeXpAl4sAuto16Q8N+BTGcnvvY+GOs7NFgMGGfzuOP9VHKq+MKXSbWC8ZrJhLW2kuWUfbW3ttNVXUymB3jYwbWeYIP2Y+x6cTLJkMzvDZN1KHQEdgb2NgFqpM8gMkv745e44DvSg7gn6Uc1mpNNy15Y7d35MpsoyUpZJJVG/K6UolUqjVhGeQMXTN1HmySDj6QUpCVlSySTxWPyhL/Or2hdJqURCVqpSbMbV3G9yRWO57wVtpt2L9HMt3SaLhsVuwLgTA5q1HNpkmSb8ci9CrUgbZBJDdnfURx176vqxqYP3MR7q1S8WgWwmm7vmq/vBi7VE164joCOgI/B4BIxGo4whjPpv1T0eqh3BYdgRVm4rIzO5oM3jiZJJhAlF4sQTaQl6UkQCEVLRAKGFeTxeH/5glHhSoqvnbH9usGtEVi9EsSa0+iMjSTXoUJSrkn2E5CNJdpFyNbl/2WySoM/HzNgcCWG6Pxi9z7fIQEbKEb5EIin4ZB4ep0ojpS9HuUYs6pEKtS/tc3XLU1WuKF+m8qso5HYTCiyQexmv8OXsUDwiNi9P7SrK7cugK+ZfwDs6hleC8tzv+kqqgtZEIiU2Kc6dQeKu2CuO7gxzt9zKrBxlaenAZDyDSrdcwTMWqMm5qalgVL8KP2Okn5N46U81wWDaGSvHzwkUXY2OgI7AdkZArdSpwC4hE+RqjLSdbdVtezwC+nDi8Rit4ogzMzPDX/zFbSLjv+O//foWV7rGmZoa46uvB4RXBtnuL7nVN4N8ZH/7fVKxGLFQmFg0QSol9saSJGMRohLUJFVQFo0SiCZlyKxsT5GIeBnvHuD21724IxHiEk2kREYqlZLBtFA0wkI4STp6mysXu7h5x008F2Wp9vcpLauWKQmAU+EYkiWbThIPRYnFk6QyGYkHE6RiYQKRBEnRnxI7cjJEF/GIBM8J1O873Zf24P/c4BDT07OEM2JHQuwIJsWmLOlkmlQ4TioSIykDfykgJkF2IBBmbmCAoS8+oS+8wILiS3np6eriqy+7ESgeCN/mOfV9urA/jQpqtrmpz8Q8DQ01iLbYjTLTqKFvOgI6AjoCOgJbjYAubzcjYJSVOvX4pQrqdrOfe8U3w15xdLN+ZtIQj2aIhiQjcc+D9hIwpKU8kpLAJE5JfJih8XEujYZISoBkshdS4DRjtTqwWOxYzdsJYuVIklu/+5SbV77k69s3+cXf/p7hz/4Pfn5nnLGpu9y+eYvf/+4qU9d/wd/fDXH1g99z895devwhJoanGPi7v6VXgq6ezz6l5+ov+arnKr/+bAzf+BiBeCAXlMVimcWAMI/aAn1ffMTnv/8lnw3f4+cfDBGcGGRq4hIff32TLz66gvv2P/D/+niUW3//n/jwylf84oubXP3th0yNfsk/XJ5l+MpvwF2N+AAAEABJREFUuNHdx113Xub9VAWLmfgE02N3+fS33XjH/5HfXu3hg7/+NV98/Cs+Hejm57/qo/dXP+fe8Kf89no3F6+PEgmO0Ds4wu9+eZmhiRkW4nHCUYlEFUT3RW/7/2abAbvLgGmPvh1PzSqqgNY3G2d6MMJ4T/iZ0YicC/3XAw/JH+sOMSp1T6Jb2R3yJfFOxpfkDtwIMHgzyGhXaKlMyR65+3CZKn8SGrsXYvh2kCEhZX9ehipXZePd4RW68/VrpcvbL6/Pyb913+ZRpe9OcMMyl8tZL6/0DovMnL2b6Pcx8U21GZN+Wy57TMr7rwVQOG/G/+UyJvsiRAJpIgsp5sdj5PwWjFf35fI2j8rPDEcJuBOkXsDTHmyjze9O4pmOb3uaG5fr0FDshds5L9eTmdG17XBPiY0jURTPdsV0WjBUWD5P+/zzSdR4bxsd9s/NFBXUKdqSoO65Wa0rWg+B7RRxrGfjCylXj0YZjdr9AfMjFgGclY0UZWMk3SMMJzUMJrO0MWIymoSMGNTjVWynLYPPHSORtmHJpMmM9TE2H4ciB9bomKy4LeC2F+EqSeEe7uV2f5JUykG504olEZNgbJxAOk1gbhZ3Xw/z87NESkopKS3CaheZFhXIWlgZyyYJ+mOyMpjFbDVK2zmCQzcYmJikd9LH3Ow0qeAUs+kyDBEPsYyRaDJLYm6Eud6b9M7OMB1MiR0aa8Yv/gnco/e4Mh1g3pMiqyUJBuKyCggmq4HA/DyhqRF8C3N4ghFCMQNGk4vSsgosETepdIKsyYrFbMZsYsdsRiMYBWht2x1jzw9COYQJeWXQNxXDLQPpZ0Xz41GRr2gNPZOqXNEadY+wKRpIySprmrCk7jzfhMiYiD6sK1cudXm+p0hVwDG/lj+iwzspOnL6JX2sDrFT2rhzspbzRyWoUXX3U4/weJTcx8pbLuPR+XklS8ndsK2L8oQ/Z4u0dSsZeZJy92LZvMrnyzeRKj8T0TSxcFquOQnpw1gOB2Xr/EMYLdrzCPne6ZgcG0kyz/8J/ud3Aj9Ck/o+ugqS+2+EGLgVZqQ7uq1ptCeCohdt56jgNNqzNlaqPEfC86LtXE//6HPGsf9mmMHbYbyziUccjbu3Sq3SKdI0jVRKxk/q6ajd6+6u98ywQzx8/mZqYDRpEoQ8GiJDSRN1VeXUF0L6+Vv5ZBpTMvCIJUhIajLbMWrV1NQU515pbjFmMGRTxJJmbLYs2WxGBp5xUnG54EnwYHeBb2aMqfkowYjUp5OkM1Ei4ThxrAJClGQsTCS+aiQiQZTdVU55cSF2QxTv2ASehTDBWIxEPELGaKCwqIqiAicFBaUUFhTgskNGfU8v7CGcKcLhcFIsZcudNmXDxESGP5wkFg8TiLooLbHhKBB+pa+oAKc5idGSZmEugBog2QoKMZtLqKqpocqVlbwE4FoaQzKEP5Yku1yBnt++CGjkzlFnkZHSSjNlNc+OKuosVDVaH9JRXmuhQqisxvJQ3ePscRYasTmMuIqNS22rRUdVg5Vy0be8fWW96FlVtrx+M/nyWjOV9dYclS+zW/lSKXo27ouF8mrltyLzkg+qfeWifIVbTu4W2Z73s1z6ulJkVgpW+bKNpMrfKvFRpcv51X51k5WcvcswWc7zuHxptRmLTcMqVFBiIo+zSpX8x7VfXV9cbsbhMu7ZR4vl1kM0nJaVr4RMCIJmNG5vMpkwWk0v3kaTHDNmIxiMD9miyowWsVF4tiueJpsJg2D5POxTeMQioFbqIsE0e3UzGAyYBHO1WpfVgzp28mbYycY/S9vVW8zSqQwZ9X2sFYoMWK1WampdGGxlFDrNlDe3se/gEU5XO+5zmotxycqWw3J/d9v9TwTlIjbKTCJJsvEoraWlFBmNmKr2U+ZyUDw3wdwoVBw4zLGWFMm4m+lYCmttBTUdNSRmJ1jIODA3tMsKXTHZkSHG+sfxxqTMFCGT8uL2BfDNu3HnKEzWZsOhAjqThdIyJ0lLNeWlhdSWWHC6CqCgkvoCDXtpFYUOO8UuG0V1dWLDERpsdkptLmwmZYvIVjLdIjsQxWIFypuwVnRwrNiAy2XD6ZT2FcUUFBVgN1spKXNhL3GRWEiQleDUVuTEXlmJS9NwlRRjs7ooMmexm6LMh4QnKzKf0UddL1VgqQYsT6tCrVJlUlkJvJ9W0s5sr2labtKlrs3O/tMFHL5Q+Mzo6CtFHH+9eG35LxetXf4YeyobbBQUm6hpsi21P/pqEYqOPCTzyXSshYmSrXQoOvxy4ZLuHO9DelfVr/ZpdfvFeiVbkdL1RHIX5eTarpFXco9In6h0PZ51y9fx8dhrRSiZ67Zbw47lvAfPFVBYZqKowkzzQQfKNoWBOnaW8200337CJYG3DZNZ25kn6BZZbXcZqW510HS4YFtTy9ECWo8XvnAbm48U0HKsEJWuxkyVta5Tt5r3Re3nbBcsn4f+Zjmm1LHlLDLt2ckTdZrmg7pkMikT36sm5BWDTjsGAcOOsfR5GyoD+3QKYhGZvZH8A/U2amtr+Bf/4gTOpnc4fbCClupC6upaeflCh7BpUPYqxztr6KiV3W34MRTV03LwFd57+01+8sPT1L73LoedTglsmjh46hW+8yff5+Xv/5Bv1ds4/Z0f8813/4B/9uP3+Kf/4w849M6/4CevvMu/+l/+lPe+8we8eeJt/vhnb3L+3fO0FXfy2ptv8OqFWpyBu3z2y1/xa6Ff/bKHdEMT+145RUtpPe9++ywnf/YnfPPNn/GvfvQeP/zpd6k78U/41ydg3zt/wNmDHbx6rJX9r3yLhqa3+dM/fJs33n2JNnsI7/WP+FVO5j/yq8ujaPvf4OTZb/POmfP84E++zYWXX+dIbQOvvnuGk+dP0lZez9vvHKO47ThnX3mFZqeRwlIXbT/6MccMBo69/hoN1a0cOHKaC+98gwNVTmRB8pn1mpokSMYypCUYe1oliWgm9x2eVGIvX4RXnJybg/QFc6tjIJnIougFm6Kr3yIENDQM6gKioW86AjoCOgI7AgEV1JnNZvSVuh3RXY80Ug/q1oHHYNSw2AzYJQiQ+/Q6XDutWI00LJx+9yyHDzVT+KzMt5RS1nqKt370A36Qo1c40VpJMU+3Wara2X/+3fsyf/h9fnChlZoS22OFqkc5ylo7KS3fx9nzpzj/UicFj231bBhyx5XdgHELZt8tDgOOIiPqFerPxtrtLTW36ilzLjv1eVmjScNsNWC2aOjb9kZgI9ap4zElkzWJLZq02YhOnUdHQEdAR+BpEVBBnXr8Uq3U6Y9fPi2aL7a94cWq38baZZylCTqamnXdxmZu3jSNgrICCVatiHubb76RFpoRk8WOq6iIQqGiIid2iwnjRto+gkczWbE6CijKySykyGHBbNyAF5oBk6MIV2ERJSUFFDifoe88etM0yBNPuRnEdYNMPih5TylqRzYXKJGuBZVhB25it7ZIO9B63eRVCKi+NMr5aJQJG8Ouu2+sclbfXQ8BvVxHYMchoGkaJpMJPajbcV33kMEyLHyoTC8QBNR3ntTjUbvx0TZNBh7aXht0GEz3X4giQaBcv6SHX8xHfZ8ulcyiHsN8MRbsIq25gEj+reVSNo36fUL1lVj1/dhMSi3ppYlF07lHX7OxIMG5KcbGZvHFU6TVMksmQSzgxTMzi1f4Msk0GSnPysUgk86QTC0qisZyLxlKkiQR8TE/Msb4fJhoIvN8v98Y9RMKxwknFu3SkxeOgLq2qMBO28I7qxyCL9wv3YAXhUCWZNjPwvwM88G03DfSpOIx4rEo8UScpFyX1NdE7j+tkEG9MVR91/q+tXINzPPGk7k2Ec8Ik1PzBCLJ3O/DpqIBAnOTzAZE7l5+iv8+YM/5//ZRZzAYMBqN+tsvt0+XPLElW3jreWIbtmVDdSNVF0d1kdyWBj7CKPUto4yMZhU931HmI4zSq3IIqONKYgS9W3JoPP2/rACqgrYVkhTAySDjczF8wQiBBT/jI7OkYlN03ZOAbSFOwuvGNzbE4Nw843d7mA16GZ+YYmJkEu9CkGA4SXRsAp8EcNGkH593joGpOKrjQoO3GJvz4ElECC3MMnh3Au/sEL2jEhAGkytMefKdLFmZAUglUqjAUl2HVGCaSadz+xKZkp7rYXjaw2QgI4O9FIlkJje2y2ayPOBdboGUS/u0BLjpZILI6BjucIyo8GflYpdO3R/okfYwO+PH54+Tzl1H7o/2MjKAzKbTUpaWm7+6yiyXred1BHQEthqBrEzceOXaMzK/wIKcq9noOLPuBTz+CLF4gHDUy+REbPF8DBBckDq3muVRk1geZiY9eD1B4U0QDYaYH+pixjfH2NAY8+ODzM6PMTznxyfXu4xcB7bafl3ezkBABXX5lbqM3Hd2htV7yMpNuKoHdeuBJQsAarbVKKtayXiWZDyzpaS+d5GjRbm5fGyljrXKHmdHQuTl2kmaFLsT0QxxIVWWzJWt1LGZMiVjiRZl5fc3JUfa5tupVLVdbrfKq7KtICU/57/o3Kw8ZYci1U6ly0mVKcqVSb+pVO0/khJZcjP5Jo2sDJaVbY/kf5zNIi8jcnIj+fWO491cnhXnhDIyGFGBjOwtfiQISXm43jXH6MQYExODXLo0QGz2Kh9+covB6QUCcz6Cbg9BZ4aRX/yKnsk7fH61TwKzCLaqKgpJEbj2JT3jowxP3ebevev8/vYC2WyUkWu/4urdQUY9PkJRH0OTUBK9xKfXRhmciiza8DRJlmQsRsjjxu/3Mu+Pykz9PAGvl2AoIjPuIXwysAsMX+SuBGbdMyGp87Ow4MMfSolfbtn3iW0JUoJP3pJsbEEGfRJ4LoQkGA0y++FH3J2VfVmCTMYiBMUf97yPWKyLa1cHGBz2EwrFCMwHBI0UgbkFoTn8wheQFUJBOS9aT58hAuqa8QzF66K3MQLZhXEm3X4GEkW4LDG04GW6+qcYmY4QTcg5Hhnh+nU5Z+MqiJuRVbgpBodC4pEK7Aa5e2NEJrS8RGWlLiLXlLnRcUwFEfqvXaPv0u8ZkGtjV6yEQnsag7bsYiES9sJHeZyVG6hK94K/6/moaRom/fHL9eDZUeV6ULded8mIJR7OMDceZ7Q7zMhW070w/TdDjEqqZA/dCTF4O7RCj9pX5ap+wyTyxvsixCIZkhLUTY/EGBA9A7dWyl6Ut0LfY8tEtrJ5uCu0ZPdwV5jNylZ45tsN3b2PrcJh+F6IEdGh8o+1ZYP9ofT03wgt2bspueLbiCLRpWxWtuX2xca8HFU+rHxY5MuXr5WO9YRltjRNyJ9iaijG0Kr+XqvNo8qmh6Iy2E+iHudc7zDe1eX5iReTAW3548SaERy1lAeHMY5fIhxfIFHWTvRmmLbyMaYIMyYDnEhwluGBMYZjhVjmezDV1OHcf4b6IheFLk0C8GEu/eNf85f/8ed8cKmPoAR0ZO4xUnSI4HgKJjxkZLUuMjPMQPcEWbsFk8O6BZCnmerp5RaNVzoAABAASURBVMu/+zk9c5f5y7+5wWd/8f/lyy8+5ebEJO7Rj/kPvxCdE7PEovcYuHeLT397nZnhX/LXn8/z9d/8O768eJHbnjQpwwNz4l0fcfv6x3w0Ose4J8vSm86SPvzuMW5dvcWH//7v6A4HWZBoMJ0OMTXYw+f/8DlzmTk++/sP+eW//zlff/IVU+5ZIiJ6rw+GBIJn+lEr0bmJm2eqRRe+XREwuOwk/B68Xd2EDHYJPzTm7n3MV19+zY1BN2nToy0Pj3zB5U++5ErPJAFjknRkhomhbiYTNiirxpyK4r15m4DmJKMtu1g8WuyuqlVfs1G0cmJwV7n4WGc0TUN//JJdse3Ns3gDXadm/6PhFLOjMYa7IgzfiW4t3Y0w1h1hSFIle6Q7ymjPSh2jUjZyb2WZ4n0kibzxvhiRQIZwIM3sWIKx3miOHtluI/4JDmM9EYbFpiW770WeTLa0y/knMpVdOXld4qvYP3xX0o3YswGeEdEz3h9dwlnp2jAp2xTl9Si71L6yMV+m0rXKVPkqGhHcVJ8EvUnplzgjq/p7w3Ytyp3oj6F+NDUtK1UbOKSfkmX7Nc9KRJFJg/qJiJUDX02MtdJZ5GFsOEjXVJjS5mk+ujUFmSnGhz1MS9ZhM1FTEydSd4o6VyGFcmPTBEtN0ySgM6LRxMm3vsePf/otvnGqFWc0TOLaRUbCZvzTw8x6Rpk02TEX1WHymmltLaCkzCK6n/YTx5uyMc0hDje9xCGXD2NhNaX1TTQ4MiRG5ig+t5+6hiqckUlmfcN0xY34o3W0NzixV7RLXT2t1Q5sy0yxtHRSggDW20VPUMNmd+BwWTAlZ5gaH6K73yuDvDQRq/hkL8RhtWKW2fuMeuySLGmJEOv2FZHKhOi5NURucWCZfD27tQioJwzC6ntUEmBvrWRd2o5BwNHA4ZNneONQKVO/+m+MxOMUHXmX1998i/MH63A8xpHC9rd45d13eOV4K+UGMwZrMbUmL87GBhyNr3D0+Ju8f6GRmb/7C5lwXCDzGHm7sVo9jaVIWz4xuBsdfYRPhsXv1KXTcn94BJ9etf0R0IO6dfrIYAR7gYmKRgdNhwpoOuzaUlI/Apr7kc3D92W3qB8MFVquR/E0536Ec+O61Y9pNnS6cJWYcBYZqWm103KsACV/uewnySvZLUcLUakiJUOlTyK7RfxWP9aqfMzLUbIUqf2tIiWvVTBU6WZlqjaK8u2a5RhoFrsV5ctUutwPtb8eNR504Sg0St9YqG51PHWf1OxzUFRhwWTS1jmKd3ex8lozgEH81x66IRsoay8hW1yHOZilOTnOzL5v0nn2TRoiPrLz00TtlVTW7ed88QDT5mbSnjH83b/jd5dv8smlcSIJCwVlFVRVV1BWaCERjXHzrpkDBw/yjTNW7JYo/TNmHDLjve/CAYkXvSTdAZ5+M1NoTlFiGOXe4E1mDWVgKcVps1FQZMVWaMLT3c3IuFtWDwuxG604owvEkxpOsdNkd0nAZpegzIBhuTGxBIlsghAJgr4YFmeUuVE38+NTLAQDBCR4i0SDLMgsfjI0hd8fJBxLY8tOcbfrJn3uKN5wAuIhjMkwMuclod5yBYt5PdkSBExmDYtV+lBWordEoC5k5yEQDxMMzDAq16uR2SRqNSk00ycTq1/S1deLepTc1/s7Pv/kV3x5d4yhwV6Gb37Ah59+xKXhMJ6pfkb6L3FbVv6HpL3BUkZx8wVatHmyvj5G3eOMzU8yMJ0kmdp58GypxWqWcEsF7hxhmqbpK3Xsjs2wO9zYei8MBg2rw0hptTUXGNW0OdhqqpVB+aNkqvraJ9Bb1WTD7jJicxopq7PxJDLWs+tJbVpLXk7WMgy20s619L3osuoWe65PHAXSLzVyXD1B3y73oaLBhqvEjApqtv4M2P4SZaGO3H14KbPSZnPNPtqPH+NoRxv1RbUce+kELR1nOdFRy77OOlm9O0BLaSsnDldSWN5GY20FDRVWLGYTVpsZZ8c+Kp0uXNZKKqoaOb6/AmvLGY51NHPs9CHamvfTVFJN59Eqqo6epKmskAIJMHnqzUxlVQmHDldhsVhp6Gih5eB+KsvLcRaUUtRyhIOlFpx1J2jf/xKvHjvM+cON1NfXUVVkoqa1iZLSErSwD/dIF11371PfbAatbB/7D3VysMaOq7OTGpcDl6OGmsYOTp7ppOPsUeotdbQ3lVJe7qK4sorWo+0UmYrYf2Ifta3ttO0/QOeBZhwG0NC3Z4WAUY4liwrqjM9Kw4uXq1vwGAQ0AwajmYLSCppPnKC06CAtNUWUy+SOyVSI01Et14ASHA4bZlM5FZWV1DcUYjbbMRtqaWouo7TUKfsm7K4CqtqPyJjmKB31FVSKDKPRgrOolNbTJ7DZrHvzfNYvYmiapgd17I5Nbsu7wxHdCx2BvYaAesljOp3NvXRlr/me9zeHQSpLRgV2+cJ8amrkYGcrR88cprDxDG+0gkMGOy0nDnPg9Zdo3ddGk9VB0Ym3OVxTxZETpzj5yjd4XepfPttM5ZmTNBQVUmSvp67xIN98qYHjb56i3CkDqLLDtLae5huHGjhyrASjrZkTp/dRW1eU1/4UqUZBdR3tL73J6YOv8saJag6dPkh1bY3YX4Kr5hTvvX2cY9/4Ca8dP8fbZw5x9vXTdO7vpKnIRPPBDqqqqrDEwgTmxhgbu0+zWjnlzWd59ehRzh0upeDwqyK/iZZ9x+g4eIa3XzvBhe+9w9GiJk6fPsaBAw00tTXS/srbvHTgFX7wg3O89NoFDr/0KgeOHqbcDBr6thwBNcmQe3ncWsfjckY9ryOwEQRsJVTV7ufcqVO89o0TlJad4qVX3uTNb77DuaMvcaTlEK/86Lu8/ua7nO08ybmXXubV73yb1y68ycmmg1z41ju89u57XDh+mCNtMml1+DhFJhu1B0/QvF+uGU1HOHP8lMg7hkuua9v4fN4IWpvmUf5qchWTmAZy/9iTW/7xy1QqJROl+sVrJx8EelC3k3vvUbbL6EI+wqGfoALCrvwkExnikTTJxN7sY3UPNqrVDLtBZhm1XdnHT+OUvaye1rPv8d779+n14400lJqfRqTe9hEIqLMwI5Ms6WQWlT6CVa/SEdAR0BHYNghomib3UCPqO3Xq5Uzs6G1vG68Hdbuw/1Uwl4hnScYzMrjYhQ7qLuUQUI9m2V1GLDb9NGYnbhIFqBcy5VZ2dqL9us0rEFDTCmqSwWTR9uwj0eibjoCOwI5DQNM01GqdHtSx4zd9NLhOF6qZVvVWvZishMjYK8d1/5/MwsooLBaTZep0CvXmQfXoV0bKUvEEqWiAUChAMBggHImSSGbuN3uO/+X8xCwDCzW40Lakh9NEQkG8816e7rvUGQk0o8xPzpJIp5/gJQtJ4rEogYX4o9EMLRCLx5G49tF8y2oz4RDxBT/hZWWPzWYFjfgMc54YUQmgH8uvGORgks8T+K4aryIZRWqa+reqfI/sqsmLdCqbW61U6U50W9M0tuYc3Yne706bNW13+qV7pSOgI7B7EdA0DRXYqZU6RejbjkRgS4b8O9LzxxitGTQMRg0188qKLYnf7+OLL4ZJeG5y9dYIw5Me/D43ff1TsjKWJOW7w9D4PJOeNBkV8a1o/3x2NGW/kKY9PMLIJJMkY3GSiVQuKCWZJp2Mk0hlSKekLJkgmsi/2jZNKhFkbmycwa5hAok4SRlNp0WGmtXJZNJkhD8ST0k6yvDgOGMTQR6OZZXsCAvz03Rf7cUfF5zSSbEhmdObzUp9LJLLK8gyKamXwCxnhtindCTjEQmUYwTDSdKqTvbjqbTY7MHnHubu3TniYn98IURE5MclcEyLbcoXMZmM8k/K08pvFVkt64qE+qHnyXHmpCxLWvBJkFR6xZisyEwJPlHVTvYzKakTW+MhH7FAN9f7Z5lxx8QOabfgwX37JgORBFHhFXH65xkioA5vg0lD24lXMo3c1zgkQd90BHQEdAR0BHQEXiQCRqNRxqwZ/Xt1L7ITnlL3ThwKPaXLm2guoy1NaGWLFEFZtbp9e4bkQj9j/T10D4/TNzXP+IQXg8mCJTWJNxhnIWbGKIHhyvYvei/NzMAAk2MDjE1N0Nc9hH/4Mr3THrwL00xPTTHYP4p3spu++QTTQwNMz4wyMjXD0L0RJrtuMycB1/zwgKy4dTPunmBgaJ4Fr5dYbJzRUZExHZZgcbmfGUJzk8yMDzI6P8tg7yQh/6jol8B3fIS58dsMjPdza9THnDdKaHqUOaERbwCvO0h45CoDon/WO4PPO8fouI+5O18y4pljqH+YqelBpr0T9Pd5JKiL4R6ZxOsZZUJ0DvSN4Zu4S//8ggSl9xgb7WVodobh8ZWvnk+plVWfB18yxuxwN3PuKUbHppgZ7sM91c2lvjnB7R7T7iEGp6cZ6htmtu82owuTdPWNMz50l4mZCUan/Ph6uhmPJlnzq25yPMkHRcsRepJ8LlBVgeOqAPVJZO3MNllZ8cwi8wrEwhnCC6lnSiGRH/SlUGlel8qH/KlH6lVtAt4kKs23U2kiliGVzMjq88ZsD4nu1TKUnKchJW+1/crW5WUqH/SmVvi9UZ15m5WM1XI3KuNRfMp+31wCJX8tvpzdj+mffDvVlyqft1nlN0WBNKlklpSc+NFQeqm/17PtcbKVDHWMqKdGdub5uTVWKwwC7gTeqdiGyDMZwyO8uXTi0W1yPMKvZKu8W/jzpPZVeZ7c4zFU3epytb+6fDVvzp5F2Yo/LzOfqjJF+f18qsoU5fdVmpO16J/Sq8gjshXl8ov+KN48KRm5OuHLl6lUlSvK5aUux7NG+1y9lOd51b4ita9I5RWpvJKR91+VKVLlilR+OamyPOXb5NqLLap8Oe/j8opfyVB8Kq9I5R9FCsuAJ0E4kCKZeP5PVW3NGbI1UjRNQ63UZTIZPahj5256ULdO32VlxKwe6XrciV5ujRDwzdM/5SWSNWCyuXA47dhtDmxWK+Zt9RtDavSfov/KTYYHehkcG+LaJ58xcvNXXJnxyWrXPQYHe7naNUpw4iKf985x44vrDI9NSrCTIuD2MPnp7xiTVbLRG5cZvv177gzf4crAAsngAvFMipRgAAbk+sCDLcxkbzf9Pf3MywpfTFbAkmMXudEzRHfPXSb6v+RG3w0+7xqjb8zN2K3rEliKfcEEAc8CC7c/4NbkLNPBGVkRnWKgZ5rRj/+WXp+fvhs3GBwaZCajyYXIiFFL4R0cwTNxle4RCcbujhOe/JKLfZNc+fALuvtu0iUrcjdvTz8wbymXIhad4+YnHzM8MSC2DTJy9xITA1/w9zc9+O58IfZd4aveQa5d6RM7r9AXg5CsDIZnrjE4Lm3mlR0ZDM8hmJfFTQlosjKzll3yYE9lxO2kDKB9swmmhqKM9z1j6o0w2h1mXNIlXZIf64k8Uvdot7S7F2E134IMVCMy+PfNJVe0H+uNomhJx6Jfo6JHyVpd/jT7o/fCLLdrTPwkLoP7AAAQAElEQVQZ6VpZpvwdET6VblaXsnlM/B/vizAqGKh0fNGfrUhVfwzcDK3sk0X5Y5KqeuXTRnQpPkXK5ifBeaI/SiSUyg0Q58bi5PyWvhzPk9izETvyPNMjMRY8SVL5xx721MmNXM9B3YNVkD12L0Tv5YUNU9+lBfqEv+eS/9FtvpZ64VWyFX+v2s/TYrmqU9Qj5T0XH/CrshxJea7dMv5u4VvOq+zJ2aJ4l/Hl2oudvV+Lb2uVqzJFimeRlJ2KelW5yMvpknyPUK/s9ypZi7xL8qUuZ7/CQ/Kry9V+j6pT7ZfXL5ejylX96jJVvlimdPQKj/JdkZKbIyV7kSe3n89LW4VNr9is/OhVbRcp51+ebyOpyMrJkDRnh6QrdK0hQ+Gojq15CdijwfzTSXvsRFvmrtFolPMuK2OKvR3gLoNkx2UNO87i52SwwaChXkBhd5rQHqHT2HieVpeBslAv92SA/wjW7VNlLsNV3klzSQktGTez2iE6DjRQpXkw2AxYDh+l9kgLztmbDCzUUFzYyqHyItSL81SwlpVoQmJeYlNuspEY5ac6adjXRnFREU5HIXarDYtxubsjjMedpMztnKwuo8KUJiwrgP6ABIvGIozl5znSdIITgV/TMz3M1THBXKvmVHstrU0lGA2dtLc30tjRQElpGUWo+goqahs41JDFZsvgSbqw24uwmYuoqXbhjM+T0TKYDh2l7vgBnJ4YBkMVlVXtNFeVUmR9uLOy2QDx+AC37mVZmI5RXFZKRU0ZBXYrNa0H6GiswmQyk4qn5aJnImMrodimUdjURlP7PmqKy7CnLNidDuwOM4ZnHNipvlA6DIblWO+dvMR0ZOU+PDMSp/9mmHtXgs+Uuq+E6L0epvtqaEmPyvdce7C/lg19N0L03wrTK+ny+rmJBGolaXY0viRP1XdfDYqO4IoyVa7a90kAo/JbRX03wiy3X/nTfztCz/UHPnWLf8p+VbdZvb0iR9mt2j6pjEfpVPaP9cZQNq7m65bjoU+Oi+X+reZZvt8j/ars7BV/+8Tu5XUbyfdeD+b60+9JyURQ9H5/5/tS0o3IWM4zdDssK05xmbjZO+f0ck/VCmVYVllDQnOjUcZ7whuiiV7hW6TJ/sgj20xI/USf8CvZ0mZyIEKelspVndDUYARFq8uVDNVmefn0kPCKrPGeECpoGFeyRddqvnGRq2iiP8zy9qpMkSpTpPKrSZUredNi16S0z5HoVLLW4p2SukmxQdmSr8/JUGVih6pT8lRZvn55qsonFnnz5bmyPH7LZEwp/8WuB3wRcv0iPPkylar249J+QuxXmCn9yk5FubpV/KrNWPd9THO4LqtX/EqG8m9S7FT7iv+RJP0yPxYj5E/L5Im6oyw/Avde3ihBnb5St7P7fY8OBx/faeqptnQyS1KW5B93qhc2H2DfoeMccT5e7rbgCE4w2vMZV8bHGXYdolWMMgtRdwBHOk7q4kfc+ngcw8FzHCgeYmzkIp/1jTIvq2El1TB081OudrvxOivAmmHsw99z6fdfMuTPEvQNMj8zxIQ3pSQuUiuNZi8pz0V+e7ub4agR58EO7FkNg1+Cq+gCydQI00X1JMNWmov9kt7jt59e5ZPrE0RTGVb2QUKCqnF6r3/MZ4MQzVTQbAkSmb1G73SCmPQbNe3YDdLq0ofc+G0/7CvE4DKz3maU9tF0gsmpZk63R4mZE/gyZlJYJIRc1spoxhybJRiYpjdeQFEWjEJ5DoMpCSYvfVdGCAVjPMv5Ls0ABpl84JHTDuzaTdM0rHYDrccKOPVOGee/W/ls6XuVXPj+Gjqk/JG6Vb2iVfY1HnBRVivH+xHXs7V7ld4Vtip/Vtl2YdV+jn+tskfJzdepdorUfj5V+a0ikXnhB2v0SV6+1Ofsz+9vJFWYKNoI7zKes+9VUFJtpazGSudLxZzP686ny3g3YtPxN8uo3+/CYjfu2nN4I46V11l446cV/OH/2rCj6Hv/uoaDLxXSdMCxo+ze7ji/8ZMKaltttB118oM/r306bP+Xet76WQUN++1ynhk2cjjuNp4lf7IyUx+LxQgGgySTMo5ZqtEzOwmBvX0UP6KnZLyIQVZa1ItStBV8VirKK/jOdzqx1bzMgZYSGmrKqW/o4NyxZuEU7sJTtDdV0Fguuy/oo05QRawKh3Lm2Epk4NHBsWMnefkbp6k7/zJtdjsueyttnSe48OpZOk6+zvnGUo6//jonTr7K6xfO8faP3qL95R/ycvtx3v7xtzn76rc5tf8833jpIK0H26lwtHDk+FEOdRZhXOjj2mcf84XQ55/1Eilppu38Nzh/7Azf+cmr1LV9g1dfOs/L50/Qtv8gjXVHeOncO7x/oYMjL7/KgZMvc25/Mwfaq6l46QIthUUUoVbamjh8pARNK6W6qZOTr53nUMdx2ms7Ofv6UWqKTZSePElD4zlOtZ/gldfOsO/UN3ipqYbzb52irW0fzZWldLRodIttXwl9/tlFesMuHG0XeLmhhuPvfI9zp85yqqOeun1Hqez4Bt/pMGPrOMeB2hbp833sa62kvTTOePoVXj9eQ33zUerqmjl8oJKy42/w8r4qim1mtBzgD/6p738lJehMp5dFgg+qN5XLSMSoHk+638+barormHPnqAS1FrsBe4EJZ9HOIousihvNhtxgYqfZrttreuh4cxSaMJo1TEI2h/Gh+s1iZi8wYpZjRB3nu+KEfUInTIJnQYmJkkrzjqKicjM2pwF1nu8027ezvS65x5utgqtc94sF46extbjSQkGJOXfOauztTdM0rFZrjtR36/Y2GjvXe8MzM32HC1YnuCbo3F8JWe6MEYfDSUdHBSZXIxXFdgrsFhzOQqqqiu8z2mopK3ZS5Li/u33+K6+MNBw+RPv+w+yrq6eluRJHfSMlJjMWQwHF5TU0trdS1dRKg9NIRWMbdfX7aG9pYt+BVkrqD9BS3Ujn0U4JnPZRW9bAvrZ6KuurKbSUUFNbR3VtJUUFDlwSiBUIFRa6KKttor5xP20NTRw43ISroIHG+gYaJNgqLa+iuLCWJgmY2hvLKKtvprK2lbaaCuqqi3A2NFJstWHDictVRH1bFTWn36KzrpWO1gYqyyopLqigobWeErHZUVMj+qupKa0RX1qoam6n3uWkoaUm9/hmsbNI7KzELrbdt6+AwvI6yqoaaSm1UyYrr/U19dSVS3lpFY6yFjrKDJjK6qW/m2htkP1D4sv+Q9SXNbG/zkVhcRWFhcVUVjhxVLfRUlWI3Wx8KKhDNrl2okiyT/XRpLWSo6FJTv/oCOgIvGgENE1DM2hsxSmpJmxSiQwZ9dgIe3NLyQSYmrySRYS9CYDu9TNHIBZOk4rv7fNMgaxpGmazGaPRiKbJNUwV6rTjEJCwZcfZ/FwNfvr1lOdq7pIyTdMWT0xtqex+xkTT4TZqa8slSLpfsuX/TU6c5c3sP36SYznqoKFcgpx1FG222FJQSN3516iz2bFvtnGO34LFUU2z2HZE6Njxw7TWl1NkzlU++p+xkJKiYqrrmyhrOcWxCrCZHt1kea3BCCaTxsOTBWx60wxgkNVkJN10Y73Bi0dAXVzy9OKt0S14WgQ05JorJOejXH552k0FMiqgQR0jTytsB7ZX/ifjWbJ7OKjdgd2240xWkyfqWNtxhj8Dg/UVumcA6nMWKbef56xxx6nbfXdUo8WIwWTYcT2RN1gzGDBJQGeSkZOMo3jem8Fixepw4LBKhPa8le9tfZvwPisrHGr2Nb2YZsguvuBHMjk598/s7P0xs9zVszKCzuRIymQ/nYiRSKZIpTMiI71IkpeGijcrPJmcJESkFC7mVZIVXelkjHgiSUoGpStrFYe0kSQrMu4bIDub/WRSpMU2+Wy25eb4lY1p8SOdRVzZXNtHcgsqmXTu508k90jOvVipHuW02Az3J272IgByUKTlmFPXeEUPQaCOS+HJlUs+d2xK+qDo/vGaO1fJkE4kSMQTJEVmnifXdrv9Ex8yqZRcU9JyfmeRS9ImLMxKu0yuXb5RJp1GUX5/V6cKu2SUeFxdrzKChXgrZbn+lmuy7D30UY9FWx1GWaFa8yh7iH+3Fmiahgrq1D1JEfq2IxEw7Eirn6PRGtpz1Kar0hHQEXh6BOQWLoOicCjIwsKCUIBgMEIyLiQRUCalBktCcpPPplMyyJMAKxElGgrkeEPhCIl0FM/gdQYn5pjxBAnl5CxIvZ9IVNoGIsSjMSJirLoBpkSfSmU0haJ0LIhv+Aq3eseY98ckMBTGVR+5h6I9zaN6gSk8vhC+6CrBW72bTpD1jTDlSxJJbKFwkZuOevBEM7k+2ELJwC6QJodxVkUqku4CbzbtgiajE2ehEYNJ7sHyeUhAMi2nWoaUnMdpOY8jch5koqlcWTordXKeR9WxFYnI8bXA3FAP/XcHGZqT81GEbVdY03It8U9NEk968fijcs1Ji7Ub/SSJxyJ45yP3AxppFp1zE3V7n3juSETsmI+aSPMPXeVW9zAT7giJRJqMUEoFdrFoLrjdrv2+HUDWNE2Om2yOtoM9ug2bR8Cw+SZ6Cx0BHQEdge2OgLp1jzLQP0pPd4BUwI37i7/g6+kAw7d+y53bV7kxNEqw62/4P++mGPzqCiMzk8xKs0xwnsidX3MxWkXSZMZmTBOfnmL2ytf0yuAgLq7P3f4lN69/wV13glhogi/+8pf0z3npv/wldy5/RVcoxmTfMDaHh5uffULf3V7WfZ+YJgJXf2SgmkkmiKpgVAb2SRnAJmMxCUzjEiDK+qAEqLHRz7g1Mkm/N0kqHiUYTsnNGNJLvAlSwrokOh2X9hHCEoyGYqlccSqeIiNMitJRsVDNcCvZIiMlKxtKZzjoJTv+j1wcnmfYF5fBZoasrNwlo0Gi8ez9lYRUgoTYFxZ5EiKDBMmRaIK4yM4pWvqXwn/rmgyuu+gVjJKhBSKprAy+UiQjMZS+RCpJVPkifos3JOMxYpH4fb+TYr9Elsm4l+HBHi5d6iYmHZKVQX08HCWeSMkAPkNSCpPRANFkRkyJk5QV06SsWCSjYaLRBaJqoLccmyX7tlFGjgvtaYL+beTKk5oiY8x1my7cuMHwxDjTsUk8Yxf5i4/mGP3ocwbn55kPDzE2eJW/+u0oXf/5L+j23OG2O4VnapqFwY/4P/7qnkzO3D8HWFfDM6xQK9SJGIFQSs4fuejIuRmLxonE0nLsxhi5fksmOwYZGJljalKiVQlSM3LsB0JJOQ+ypCVgTQp/Us45OcQfBGyL52FAzgllfUrOqYnr15nuvidrlapkd1NKrl+jd4cwmefp+vorPvmrX3Lnxpfcifbz81/eY2Yu9ACrRSgS8QwpATF3uVks26tJfqVur/q/G/zWg7p1elE98pBKZGUwkZZZ+hRhf/KJKCTtQjLDrdL1ZAS9CYKKRyjoSTxSj+JV8pQsJTMg/CpV+3mKBFK5i1QqmSUSSBKUQZ9qs5xXlQVFb77Nk6RBdxRLigAAEABJREFUkRsUGUq/kq1I6VktK8cjvq0uf9S+wkPJU6TkP4p3vTolI6db+iAnZ5kNSmZQ7Fepap/nVfm1SPEpGYoU71o8qkzxrYWBqgsvpFDHlLqJhHP98ui+zrUR29dL1Y+lJmIZMjIWX+cw3t3FMhaSD1l1N1aZJW9lNGw0oX6/MJs1yKDJis2skfbJgE6CjjnPGCOjQwwNjjA5dpeBwRlC830MdF3i+r0+RqRvjMYI492jhCIZNJsDi8mIUYKctNOJ2TTNvAQIk9NxQqOTEkRNMtvbw+DkqMgcYnhojjFPhrgMqIxWA7FglHh4cZTFRrYM3slxui9+IXLu8elX/XR98iu6795kSAasC3O3+PjyJJOTQ3gXehkYHuTujV7c0xf58p6f3i9/Q/e9u+JHipRAsaRx7jr3em/x2a0+5m7/nq+mvFz74g4TU2OMjY1w99PPGb3593wyNI97tpu+vj5udk2xMD9NODLP8Pg4Y9cvMTjYTb/fz9zwEIOf/I6u2X4u3e6l6/oAgbkJArM3uNg9J/hdFNuGGPAvWSCZLAm/j+CCn4WAF2//XUYjXu58/hk9XZ9z5e51fv+bS7iHJKgeCXLn1m1GBu/QNzLI159e5tpHnzE6MoIn4scjK7Feb5i09EV6YZK52VtcudPD159dZvDi33JF/Pr0Hz/m3r0vudE/yKWvexj6/Ofcmvdy/fPLTE1Ms5ULj+Lcln4y6awcW5n7x/eWSt4ZwmT+RO6/GcEgKxg8bHMqGCAqQU08E5fA3c+03ItiXr8E7AmSstIejSzIKnuUkEzIhJIhIlkLJlc9lQWllE3dICkXzszDYp9LiW9qlt5LN5mQiSRfrI/bt4YZuHuL4eE7fHUvJJM5wZwPkVhCriNu/HP9XP5iGM/El1y+N8PNLy/SffVLuuaTJJed45nYLL65Ibr6fPiu/paro+P0jXkIesIPBTPPxdHnrCQjk2GxcAzNYshdcyNzXnwjw9z94jKRunJw2B569iot4ySJsdkIQM/ZneeuTtM01BMnip67cl3hliBg2BIpu1BIJpMlKrNo8xMxJnpCjD0hjat23SFyqcqvQeO5H9AMLeoIL6b5/ZXpePeD+nElV9EqmVODYQnm0kSCKebGYjnd48KTJ+XL/fwDWapss5SXcT8N5fSsJWN8mc1r1a9VNq78ypPYvhbP48ruywjn7MrbmG+j9lV+KVW6pB9U2Vqk+JbTWjyqTPGodC1SP4aqjqnwQpL5cdUv4Uf29VoylpfNDEcIyEpR6qHVkF14Qm7WJc2A2WLCYrEukon7F7sovlQhqaCfpH+cvmglZQtjICs9BqsNm92OvaAYW+1hDlTZSU+N4/ctkLQoORbMVitG7z1mU1bc/hSxkS48sXkSlUX4BwYIJmOETA7CM1GyyTAL/ixlTU2UVlcs6mcDWwK3J0jfUACzxYxvfJTpkSH84SDxWIDQ+D2GE2YyRgOG6JAEdz3ckEDM553HKytc7ulpCUbDZFQgumzAR2CEOY+byUACLTrCHWkzKIGrx+fGI23He4bwysqHV7CLzvYxL7zerBlr7i2uGprRgiXqJih4DcxOMtA1xGz/bUZ9EXz+OTmmh+i718/8wCVuj00xOTuHPxgmtmLSwYBmMGASmWYtDREfXlmBGB+cxBuYYTbgYah/BlNymPH5Ke7c7Gewb1Tw8OL1BUkEpxnq7WXKFyCGGZME70aSRMZvMzw5yN3hKQbuDeEZ6sFjSjMpbQORGTwSAEz0zeHp78VvtpKY7SMsuqIvalSPvm0YAW3DnI9kNBjNWFzlFBZVUkFYBvcrZoIe2XarK7OpKEH3JPdu3mNu5CrX+0e4NzaH27uAPyp2yWdJZ2ga7+gdvuiZY3Z2FncghnvGw4LPR0quccbl+BgTJFJB5mXCpu/GICFZ0dNMBlbwLAnehRk1E5AKE/SnKa6ro7axCFN8nrnpEBGsZDWj9PtKv40mTa5Jqmw56Gp/75FBrs0qoFO097zfUo9fmDDDC9O8AxSrmdJEJJUL7mISID0xyUDrUW3jUh+XAFKR0vdIXrFH8eV4pE0impaVgNRKkvJ0KkMmlSUVT8uMldRLWSKSXuLL6RS9OTlP6NtyGUq2oiXblsmML7d5WfmjdCvZyrf4Mpsfxb9WnZIRF92qTtkWEwxUPk+qfnl++X6+fHmqZChay8flfKv1LNWFkrk+Uf2SzPfLBvFYkrGMX9mbSsioVNsBJ9OzMlFu4vLZoHS5aWfnCdJCicVKrSvOrOtVDmUnSEnw4qxsorayjCKjgZSziSPHayVo62d6fFLaKBVZmcVM4OmdIJG243IkMYQH6Z0NkT11FpvHj6u6CFt9Odk5H1kJFONREw1H9lPVXINRidgQZSRMMZEwFOMwl1DqyGAsrKG4opqqApESCmMqtWO2WNEkIIrG/HiSKcLxMuqrHNhLmiivrKK6xIp5lT6TBGxmCV5xFZCVwaNFi0ugKANJkRlJ2jAYG2huLseWTWA0ZbAU2iUAEz1yjBVV1lNXW0GBNY5PBqSD4wsktZisjLgoFbtM+BkcmpYVOB+RqJugVorTUUy5g2WbEYvViIwdZGbcgKu4ADQRbi2hoLickpJSCmQlpaKyApdBBmILMRa8cRmMmSlvbqCp2cWCrLzM++IkZRXWpCWIxCMyG9/HtC9KQFY20kkwmMqoqCujxFVMSaXIdTlxCb+mWTCZNQpdSECYlVVctu2maRqaQSOHD3tv08R1m8Mgx6GGZnjYf6MlSTi4wNykj0AgjrPYgkXOyYDXx+yUX1aXUzgKLOTxS8kEgm9miHG3G0/JPoxrDPB5TpvDZaKgECa6B5mfnmM+EpDJIRMYi2motmDMRnLfX01E46gJKPUI9LwEgt5ICRVlLooqaoTqaJaJJ6vYrAmpj8HuxFpQgD2TwB0y4zIL2QyCoardC5QFuQDEo0bqDrTRcqCaQqeRgn2dZPuGiS+EkGHRCiAsOXwEQfmsqNhjO5qmyamiyT1OMNxjvu8mdw27yZmt9EXd+MtqLBx+uYjXfljO6z+ueGJ64ynaPqR3A7LOv19GZb2V8joLR18rfmK7n0T3Vrd54ydPjvvjbHljA1g+TsZa9evJfeV75ZTVWqhusXFsC/rl9DdLaDzgwCo3pa089neKLHXrUQGyegQ1vfpOnXPChFECNJPMxCKjQoPFhllzY7QXU13VTmfzfurr26g3BIiaZ+m+8xkf/8Nv+PiTK0xM3+DLm1foj1hJGgpxGIwYzDI4yobonqmmrf0o33+nmQOtFgb7LNgaj1Hbuo+W/Q1UlpoxxsJYS9vZf3g/tSUu7IacQRv8Z6dSBqcN1rtcvPsBI8YmjNZS7EYTtiIHBfUleC5epGdwjrCthZqiGloyQdBSGG3is9Uifhshk5bxTZxEfJHSaYLuaUa7eunujcqx00R9dQL/fB99ErjOpSwS8AihUdTaiCarglOXLnHvtgRM2EWmAaPJjFEGjEaSJArLSYnejMyEu4MShCbsVJdasB46SIFMWljjSJssWWPigQ3JNAZ7kkjAz/SIBH8mC2aDQQI9c062yWTCajWBQfrKtI/OJhelFRA0GIlL4O2WALrSBWIoqUSYTHCCrukA8wELDmta5uJjpMXvrPS1CQMWmxmj0YzJZBRKkIxP0H/7K67OFRHNFuI0iaxt+lETNurYVsf4NjXxhZrlqooxNdzHl7++S19/iM6TpZS1xhm808VXH/QwNROj7UgpZocdk8FMcuYudz/9JR9f7iJx6hxGs0WO9BfjQiQq50AwRnOVhVDTaWptFqokkDOYsphtUGB0M+W3Enb7iFuloL6Dg+kFxAu5FhgwCb9RjmnkWE/K+R3PkRzfKUCzU+go4GSjW87zLu6MBfHGzS/MV57jpkk/m4r30SHX3cbKIpzmcgrLTnHq9Dner+rBkA0gc9krLFKrUpoGmib/2NubQa7FCg9FexuJneu9YeearluuI6Aj8CgEdn9dVmYVIZtRqQrxVnvcRueBVg4dLsBUVEnlO/+GN5pf4/2X99Fx/ixV7ed4s7OAtj/4GWe//W/505/+G/7NP/snfP97b9Da+ArfeuV9/vSfvceFE80yQVJH7YVvcNRQwuvffZN9TbU4y47RcOZP+JPvvs9360yceP0CbY1nOLPvEN/58TkOvfUuVTY7ltVmPXZfo6ylk1Pf/ed868If8YdvtfHyu6/S0raPAmstxa3f5l/96bu88bP/Bz/5xg/5p++9zvs//Q5nz7zMwXIzhy+8RFNTC0bPKAOX/o5f/vI+fdw1jtdRT4f49eYPfsabNTZOvv8j3nhLfPjRj/jn/+Y7dLz1DoetVlzFpzj98rv88EdvcurNb9J86t/wR8dLaTt2krbD3+F7597ln/7sLd76F/8b3z1xkjdfPsMbP/o2b373e3TUvcvPfiT2vfMyra4ogZsfLNnwy8v9+CpOcvzlN3jz7BEqDr/DW9U1vPvD1zl48BXOdJ7gez86h6nqPV47VMiZd97j1bd/yLunjnLhaBMH3vopr/74j3n94GFePX6Kl997j7Pt9Rz90b/g7df/mH/5o/f54//ux5z6/h9x1FTFW3/wNu3NFzgq2B0/USVBXiuHz73DD3/2Lgfa62SQ/NjOeGEMRllRNFk0NOMLM2FbKza1vct73/kR//rPfsq7P/4pb9eYKDz8Y376o+/zL//sj3j3/fd5a18xJ//HP+dE5at870c/41/9P/9n/uxP/wk/2O/AZtJemH/Ftc0cffeHvPtHf8SbzWf54ffFlx/JsXz0IIfqS+n40b/hlX2n+Pb3znH2jQt0tl3gJ3/2fV79xlscbyjh6KmDdBzbh9nXy6W//Tt+IfR3f/tbmYiKkS3u5K3vtlH1/p/z03e+yb/4tz+T69urGF+Yt89PsdXl4ti336e+uBibqHW0tVIv18OjMslT/Y0/pL6ujoJVEznxaEYmiLK5+4g02dOffFC3p0HY4c7rQd06HZiRgWIykUE9ArgOi16sI/BCEYiG0gQ8SVkFybxQO16Ucg0NowzMLHZjLuWhzYzZbMJiMaAZjBjthTKQs8mKjhmzBC5GsxWbrL6ZnU6sjkJczkIKXU4cDhsmkw27zYHLZcdqMWE0ClltEqAZsEm92WQUmRZMVhcuWQlwKDtsNmlnxWo243BasdjtGDVlJZveDCaz2OTCbnXitJux2ZVsMwbNiMHkoMBlx+Ysxmlz4JI6u9OBVewzGzUs4pvJZMJeWEXdgVd46fx9OnH+B7xx4jgvN0tbhxOb4rVLanfhcjpxFTow2+xYxGaDwYpV8g6n7EtqshbiFBxNFgsmi0MwtEsbO3ZXMQ4ps4lOm9hgc4gMox2ntLMpu0obqN9/ZsmGlzrrqCgtEhtt2KwWjBaRYTRiV5iabVjNlhx2iAyb6LPa7eK7A7vVgtViwmxzYnO6pN8s2JReqbeqPpYyu81Fgeh3FQgWDhcWjNjFDrPJijbbVloAABAASURBVEV4Spua2PfN73JA6kpVuZRpbN/NYNAwSB+x1nwFe2NLJrNqMYo1H7E22bFLfxcUOLHL8SuXAQwWpxx7DlwFLuxyXtrl/LYUFGAx2nDIMV9QXCTnjhOHBMxymL8wEA1Gk1wfHNglCLHJ8elQtgpZ5Zg2mwyY5Xp0v9yK1WZFHcPOAgc2ucZYpN5itWC2FOAsaODAq69wQeiVV09zeF8dlQ6z+G7CKDKccn64Cl1Y5fxiD2yapmERHI0Gg9wdQDOZMFmtqGuaUa4dJrnWGDRWbAZ1jqmSPXyeKfcVadp9cPSVOoXGziTDzjT72VutySVBk7N/6YR/9ip1DToCm0LAKIGE2WrAIMfpphruFmYNNPFd4aBSdtim3rCrHq3LqkemnoHtRgkIXWX11Nbep8radhoqK6hxPQNl64g0WF04S6qXbKgtK8BuMa7D/WyLza4CSpraKNE0XowFbGoTMyWI19C21V16Uy48NbPyXdOeWswuFSABiwR2ZfVyfgvV11dTXuxEBbe71OFn4pZRAnyD3Es1uZc8EwU7RKimaRgMBplA0aNbdvC2h28Xj+41TZBRg0WTzBav5lSzGKmUrI5kM2RkClE+uRMhk0qTScZl5SSOesY9kUyRTu+GEyRLMp4gEo5u0W/dCCbxIJFYivgzGtCu7rPduG+xGbC7jJjkprQb/XucT+q8U+dfRp1jcjo+jn871suZQFb+nottBhNGmamWif7nom67KdFkwGI0m3MBnbbdjFvDnlzQn5GjI7sTrF3DgS0oMskqiroXy3hzC6TpIp4rAjtEmVGCOaM6zvbuabbUU5qm5cayaoy7VKhndhQCErrsKHufn7Ey2pKYjdyAcYXWNLFYnPHxAKmIm3lPmEBEgrhYDJ8nQCoWIuyfYnbei2chRkIFfyvav/idrIwWMukMGUnVwBg1cJC8GiBnF/NpSe9bKoOKTBy/283U8AwxxScVWUnViZ8jyaeEP5uJEApGCEeSSqRwPfgoviWdwo+nn7G5AHOhDBlpm+OUcqVX8aajUWKBICEZsIsF0g/3+aRbchcdJStne67hyn8520RWNpMgkQjj88VI5fxF2t7nVTru5/T/OxeBbO7YSackXe9g2MbOSYyBmjgyyCzxNjZTN20zCOQuUJtpsD5vVq6L6dzjh0ro+nx6jY6AjoCOwFYgYJCbkhobKdoKeRuVofNtHQJ6ULcOlmqFLR5No37rbeVEepyZmRn+y1/eITrxIX/3m1tc7Zpganqci18PiTS5AXu+4nb/DP2zsrsNPykJQGOhEFEJRpMSdGajCZKxCFFZNkskEiQiUQlU7wdm2WyKeMTLeM8Ady724g6HicsAOikyksmErESmSEcjLIQTZKK3ufp1F7fueIinVzqeVm/nEp2RcIxEMkl2/EOuDIxydyZGWPRmM2my0TDBcFwC4STB/l4GPvuSq+EkKQnOYqGIBNNJ0Zcmk4pL4BwWPgn0BO4VmsS2lKwoJpSc6CTTE9f5x18N4Q/ECMcyJFUAIAFfWoK8Fe30nR2HgKZpmIwGzOoRVJlpZaduq4/hnerHXrdb9aOa7Ve0BVioYN8sq/F7dSV+BYQK2xUF+o6OgEzS6iBsKQKGxaBuS4Xqwp4rArs8qHt6LDW0RwqpZ5SRyXG+HA6jHu8xO4spLHJR4CrEZXdgfUHfH1nbaHVnTHD1F7/lylcf8/n1a/z1X/yK/t//v/k/b4wwMnGDa1eu8qtfXmTy0l/xX24G+Ornv+Lq7Vv0BKJMjk3T+1/+gq5IhLu/+4C7X/03Prl7kb/93TD+EaFEhIgEielVAR34uPfZJ3z1299wtecG/+kvPmNagq6Z6SnGvvqQu5/+LR90f8H//td9jHz2X/noWi9XxxOkUklSEkQO/Nd/z6V+Cc4+/orP/vqvuffV3/D3Q6P0zKSQuHTJ1XR4gfnf/gc+6BvgV3/1j3z10RcMSbCYSKbJGqa5+vkthrovMz/fS99IaKndTs0k4lli4TRqNn+n+vA0dqvZRLUCm4hniEXSqBfHPCkFvUnCC6lNyVATPopW6wwHUoQWkjlZKh8JrS03JXZnZJIhmcjmeFfLUbKDviTrtV/Nv9F9JTfkTy7pjITSoiO9tP8omx+lQ7XL+70eX0SwiQbXxmO9NqvLle1Kl7J7dZ3aV/7l9Ihfav9xFJH+UfJW8yk5oUfgr3Qonny7/LmYTmRQE4L58idN43JMJ0XWw9fTpzlrdl5buYQTi2ZkgjW9YVLncsiXIuRPbbhNJJBGtVFp0JsiKO0jwfSG2uf0yfVDtVUyFEWDmdxbFVNyjkc2ICcnY5m9ynZVtlZbVR5S+lbJzZUvk6HaKj5lj5Kn9p+UVstW8lTZevLUOaV4FCZr8ag6xaPqVKr2VV6lj5Krzou0YJpKkLtmqTZPTinikRRJuQbLwvjOOzmegcXqvqroGYjWRT4HBPSgbh2QDTLzb5EVAKvTCI+I62y1nVSZkpi8g/QmNAnsjBiNBowGIwaDAYPGNtuyhMNil6WCUouJAvcIE0EnRbWlFCSmiCZjhKvrKG10EBvtomvMgtFYRmOxA2c2SczrJSorXdFAAP/QMAGfF625jsq6apxOJzarC5vZyspYNi03ZchoxRQXFFPu7mYmncRYUklNWSEFaS+zU4NMFzdSsK8CQxyygQw2maU2WkIMTRpxOipptGmSaiwUuDDevkjvfJiFpApUFcQJYokFbvWnKSsqptScgEyMlNUucgqxm8tpNPqJTA0zOushU2BXjR7QDsypR/fMFg051NiTm3R9JgXTAxH6Li/Q9aXviannkp/ui5trf0/0KVqtt/srH91f+XO2qPxaPKrN7GiUgDvBzGAkx6vKltM9kdFzaYF7X/rXrF/Ou5l8Xm6+jbJPUX7/UTbnedZKlc89Fxceaes9waZLkWC3loyNlCkdStdym5e3UzoULS97VF7hq3xezZPHSdWvrlP7SsdyG7q/9hPwJFiYTzLWFXokDqr942jgeoD5sSiZtBzoe/AEz4rb0XAmN3AfuBniyu98G6arv/dz9UM/1z7ceJsrv/dx7SM/Kr3+kQ9FG9Wp9F0TnYr/quhUdOuLBaaGYnimExuyOydDbFYyFClblA8qv5quiq1X18BjtQzV7priFZs2hcWasgUfkaNkKlLylB0qvxYp+5Ruheda9bn2i3qu/k71lWAv+7lysXmtNqqs70YIv5xj8xMxbn56v40qfxJSNt67HGTBnZTzbA+eZMtc1jQNg+H+i1L0oI4duxl2rOXP2HA5vlGD5sc9+mIoqKampoamCic24zM2aqvES+AWXPDijUZJWopxaGWUl7lwlhSJDzJKDnjxeTNYipVPUSJBL95AmJSA4ixCBhr9jEyFCSSNZCXQi3rnmJ/xEEyZSUtgFQ37WYisenOFTKtFgn7cgQXi1iLRacApq5nFJYW4Cp1kjA7skVkW5mJkDCasherQjOOdCWN2aQRDHryxLElDATbNQDrlY94bIZ5IL6KiYZDo226MSKDpwRuME0mbyG2RGTxBKxU1GbwLaSYmjJQVW3JVO/mf0QhGs3i9/WYOng+scjwaBANXkZHSShPlNeYnpsp6CxW1lg21X9Kj+BWt1itlFXWLsiRfXrOYX8XnLDCiXnaj7F+SuYynQvKVdWY5bs2bs0varSUvX6bkVtQ+QuYjbM7LWCtVMhWtVbdU9oSyl9qLbxUKk0fZr/DO6XmEjyJnuczyNfjzOKl0BW++rWqjaHG/rNqMVSairA4DhaVPdzwqfSUVJhxyjMg4i726Kd8VWRyCRaEZx0apyIyz2IyjyMKG2yjZqk0ulXabaSv6HIvkLLaIbgs2lwmTTAyrMcSGbFhsv8Sr9pUta5Bd2SZ6lnjzPKqNovy+SoVX2bRpLFTb5SRyVshYvb+cV+VV/Vo2qjpFql5RLi99tUHszXYTuXcHGcBWIO1U+yckhaNV9ZNZQ24n7OVNBXIZmbBPp9MyrpMZlb0Mxg72XU6LHWz9szRdjmn1ohQkXanGiMPhoL29FJOrjvJiG5VNTbR1HuJsQ+F9VmsVpbKyVWi/v/u8/yuTM5kscn4iZ+fD6lNxomEfUbMV+/5jtNTVUmEyYS5vp7K0lNpUmGjARcP+/RzvdGAxp0lYbJTvb6L+UDu2SBBjcRVF+45QU1VDYciL371AJFVEkQRjNkuYBZ+HmbFxxnPkxr8QJBJZIJxOYeo8TW3FAdolkCwtK8Je3UFT4yGOWtwkfUYKy5xUdJRiE1scESvth8vRiBCxFmAuqKHGUkjZ4YM02OPE3dNM5nTM45ZAtOlQKcl4VILABPGUHaulgMoy8TeZQSvKENKKJRAso8z6MCw7rUSuvRLcZlAvVNhptm+FveombJKgtm6fnQNnCzn6StET05GXizjyFO2fRHdVs42icjO1rbY17Vb2PAu78nKfxOZHtcnJfQ4YPm89St+j/M7XHT5fmOvPkkozLYedqk+fijpOFlDVYEMFBVtxvuw0Ger8NtsMWOxG6tod7D9b9OzpzNbpaDteQFmtVe5nliez+xG2dAoWip4LJqLruejJ+5tP19Fb3+GQQN2Uw3XfiYInwzYvW3Q1HSzAJQGlmjxgj28qsFO0x2HY0e4bdrT1z9B49ejH/cBIhUjLFVmpqqrkD356CHvdaxyV4K6hQm6+1Y2cPtUqjBqUnOVgWyWtVbL7Ij5icjoJ6rtWucBuhQ0atsomWg+e561XLvD+u0epeuN1OhwOCs31tB85w1s/eofT3/wWb9RYOfrWe7z6+rf5yXtv8MN/+g4dr/0B7595nT/8H37MN976NhcOvcIPvneBk6+dpKmwjbMXXuLsqRpcsWFufXWRr4UufjXAXEIw2n+G186/xo/fPUzhsZ/y5qE6Dh9qpar9Jd6UAPH9n7zBue99n5cPNnKgfR/NZ9/gvTMttLzyfd48+01++PYpzr1+grpDb/D+hff53rEs8akuruV0XOdmr5fMK3/EO6+8zGvH6mmsrKK66iBv/uA1OusdmGQRsryhmoaOeiwrMNmZOykJVOPRjAR20uE70wXdah0BHQEdgXURUPfgvXF1WxcCvWIVAppBw2wxYJZVUE2T8RZPv+nHGGiahkkm941GYy6Pvu1IBPSgbp1uk+MbbYeio8l1zmTV5KKnYZALIEubVEg4c/rdsxJMNVGwVL7FGWsp5a2neOvHP+QHQj/88bf48R+/w8vnD1LMFm2adI6zhSOvvs17izree+co9eKvCtjqX3mVQ2fO0syDzVTxKmePH+WlTvuDwh2cs1gNONTv1MkNbge7oZuuI6AjoCOwJgJGo4a2Zs32L8wFpJntb6du4f0HmtRE/o7AQjdSR+ARCMjI+BG1e7lK7iSaprEyKGLHbGL+fVuXMvd31X+ry4rJanqGN0sNzWDEZDZjzpEJm9OKxW7eWp2aAaPMLOV1mExGDNzfTLLyaLPbMd/fzf032a2YbSbh3CvoAAAQAElEQVRMEvjlCnb4P02Tm5H4sFdfpJB7NHonT7HKgE/13cOr6dKp+kdHQEdga+8XzxlPNXaQW9Rz1qqrexIE1L1U0ZO01dvoCGwnBPJjYGWTTssQUAOtVDJLPJZ/Eceyyh2e1SSo0TSJCJ6jHzmdovd5qdQMBnK0TGHOBu35+r1M/TPJKnc0wzMRvf2FPqorM2li0SjhcFgoQiQSI5WIk8pkyaYzZOQEz8jUbFb4ZJdsMkE8GsnxRmOKL0FgYoDJOT/ehSjRnBwlK0wsniEdjpOMJ4gtorT05XKRK8JJJ6IEp/sYGJvDF0qI3kXG5YnYn+s/SZcXbzgf9rAQFD3xDbd47oyJYIiwf4Hoc9esK9z1CKQSZNJpObeyqPMv56/sZxKJxXP5/vkaDsfklJQZlBzD8/uXO7efQJ3yKez1kEwHCYYTcu16CtsTIaLqOpV6AkNWN8nESMb8uH1pwXN15ZPvpyJeFjwzTKmflfGHpU+f3N9sVq7N8TDRSFiu5XLdjiVIpmQMJ9f6tFz/M3J9Xj0PqH4eQX0vfXX5k3ukt9QReHEI7NXh4ItDfFdo1p3YPghoaJq2fcx53pYo1x+6G0uBBGuJxCwT4zOMjQaIBhYI9F1myBfDPd7L5OQ4Y24v8albXJ7M4O4fYc49z7wMAuLBBaITd+maDeMOxSSIixGZk7q+fsZikk9lCQzfZmR4gLFwGjXQ6b/cxXwwwvzIMFMjI0zKoGKm9x6ewAx9Xf3MTM0jQ4uV6Ijtmkx0rNl9MgjJygA1GUuSlnxaIs90MkU6lZIBlfinfsNx5g4Dk27GFjJkZD+eyCCsZJZ400gMu0JnNp0inUySVOMmGQClVD4hZeJTVhqnE1IXF53prMgSEhzTMihKqt96FB1JsSEldqnBkWRzsjOiLyt8GZGdFFl5nRlh8A2PMDEwiDvH+eBfVnjTEkgLixRmiAhms/MevCllmBTtwI/0CjJmlD5SuO1AB3aYyfGpHqbn5Pyemmam5zpj0SypuWGmfX7mwj683kkGB3zE5JzO5A/K7eKjnHvqfMmfs2RSpOTcTsrxn5agdG6wj2B8kqlZP25PAoQ/m06i3vasfFFBSFr4Fa1wTZ2Hcl7F5Dql/E5E/IRlkioi14Z07lxPkpYG6lh9CAqRn5TzPKXOfTmQ08m4BESiWjGL3HR0Hs/8MDeHwyREd0rkpeTaIOJWihJfMnKtSEh9XPxRlRm5RqSlTVquHWklOxEjKXoyaQ9z6vdqR73ERZ/PH2Ap+BI+OZlU8w2Twm52oEuuu+K3BLMLbjfz4/0EwqN0DS0QjKwd3cqlTxzdsBqdUUdg2yKgB3XrdI0s9GC2aFhtxtzJrk76HUV5v+SCvKPs3s32LvbJVvbHosjtmzxLy9SxIiOKjApIVsQCuWgJo8nN9LSXiYkkWjxE4OaH3HGHGem5yN07t7nRN8L8vQ/41Z0QEzdv0D/Ux4B3gYUFP8mx61ybM8lKnBGrxUhGgsKFvj4mzWYyhggzIze4e7eHgakF4pEJrv/DJ/RMzdJz9Rp3r93hnj/J/MQcNmeEwVt3mRicZO3hBGtsWWKhIJ7JCTy+WcZEx/zYCO6ZGXyBkKwausUnL76Rq/ROjNAz6WN+eh6fd5ppbxzP+Cju2Vn8Mssv0DyQn0kSCwfwzMwxPTZNKDrDyISH2ckp3O5ZJmd8zA4Oic45xqfcIm8Ov2+ekXEvwcA8k8I7PzXJvHuOSXeQmSm/DMA8zHsios+Nb35G5HhzfKG5Sea8XkZ6BxntH2RlUJcmEQuxMDvH/PgUHgki52/fYXh0imkZfD4weOflVGCckcGqGnTvPOu3n8XqWrmeVeHh64zI5EzP6BhD1z7mxvAsgbHbDHkDzMsqVzg0R39fFKPR+EImvpTtcola0/yETPr45Xz2SBATS/nxeXx452bx+jxMuyPMDQ9JUDfN9LzUybmWiPrlHHez4JtizhfBPTONd2YS9dM9SVEin5yebDJGLDDH7OwYA8PzeKcm8IUWcMvK3/zYKN4FNxNTXgn0kixdMrMpsvF55mZ9eDwLRIJuQgszjM948U+OycSWVya83LinR5iZHuDGSADP7CR+r5v5eS8+X4hUTvviv8isyJliZNqDf2aM2XAG3/QYnrk5vF4/AVmVm5drrLo+Bvw9DIzNyDUmht3oZ3g+QDw8JzI9zMx6xd+F3FP2i5Ifm6TiESZufMrwxDDzMiHnkevgeNclBgev0zUdJZLIIneHFXKMJg013kPfdAR2AQKGXeDDs3EhCzI5RTKekaX8rJBKN0hyEcv9aGpkg/x5vrXarS5bvb9G21g0gxropmVEF489xoa15OXL8mlex5OmeTn5dLWc9cpX8+X31+LPl6k0z7fRVLVRtJpflSlaXq72Fa1XpuoULa9fzMci2dzEo0xkyqB22TGV51epokX+6GPShMxMp+Um9WxOgO0vNSu3ezVrHYulSctM8AqLjSacThsuV0GOClw2TMKgSRtvTIIymR2eGhxjYNpNWAKmdGKC4buXuHy1i76wCVtNGdE7XTJwiZEyO3GInCKnC0dhAQ7jIHPOKjx+J9m+AZKpKcIBN8Oycjc6NcfETJzZaRkyyagubbDhsBdis9jY+MU2xXT/EF//6rcMee/w97+8xVd/8xdcufK1DEym8Ix9zn/9aJLRWbcElN0M9tzms4/vMDv6O35x2cu1X/0VV69dp0dW8FLLlSZkYDY3ys2vb/LFX/2c/tmP+Nvf9XDzykfcuPUJf/PBLT79y58LJt188LtL3Lj2CTe6LvLXH9wmMP8Zf/vhAN0Xf8/NO1/xiysDXP79ZYKzX/DFnUk+/fASt658wR0JjD/4+8/p/u1f87kEwT3umAShrNrCBGVgN3T1Orf+4ed8ISsRvniKrKxGsOay5arm23RXE7uMRg2z1YBBBoqyq3+eBwJ2J2mTFe/Fj5haCBEzWLA6HLgKXDicRRQUOCSwW34iPA+jZPygJpzUZWANdR6ZzOj6/CtGxwcl+LjKxcv3uHvjEv2Dl/m0K4xcOh60Sk3jnrzB73/by/zYB3x+Z5zLH/6OOxd/y21vGnWOy3Alx5+JBwjO9dB37zN+/lEPI9evy3VimJt3b3Hltx8wONfLL3/xOcNzPpae2k4GSU9/yG8vDjHYP0lw9Gv6uz/h59dmmfjkL/m670t+8+UtblwfIiLBZTwZ4s4n/0jf8B2u3rjDjZv9RHLaF/9Nf8nN21/zyys9eK78N34zEOPWh3/Fjds3uNnTS++VD/h61sPN33xM39AAc6EAoYgPt2eQL++4CS/0yITZVX736S1udk0tCt1gkpFVzWCvXOM+4tbIHO54Sq5ds1z+xE37sXJcxdY1BWmatpMvPWv6pBfuTQSe/5Vuh+CcTGaYm4hx9fd+PvgP0/zm322cPviPM9JmZlNtlPwP/sMMqq3KL5HSrSivX+UV5fcX01xbaa/affxXc0yPxJgZjXP5A++j7fj34peiRTmq/W9Ezgf/aYbfKD2r65bzbTD/wX8UHUqWyFWyczqWt83VCc/yskfllU2qzTKenP95m5eVP6RrrTolS9HqOlWmaFl5To/yY1lZDqc8n7JN0fL6xfzv/vMMs2MxxvvDXP6N50G/5NuqVNEi/+Ns//zv3QzcDhGLpnbIWbW1Zmqalhs8211GjGYDj9/U0MeLN3uA4mySMuMEt6zf5Jw2gUYVB177Lt/73jd49UAj9qZ3+B/+u2/g6rnCcNddZvLCZbSVunOdqfkIcx43Plmx6wv6yXzjHNztx1hqx9haD5M+MpF5xgdCNL96iubjbbmgMi/m0Wkcb8bBrPE4x1tf4UTxAtayBiqb22hxQmLYTcUrB2lsrMUVmWLWP8y9lAl/rIlDLS4Kag7R2NJMR60D+3JFkXHGh0foHxZ5Uq4GYlpZBZWHD1NcXEpqegGDo4Hq5tMcswWxZr0kS8vpbG+n1tMLLa2UnT9BZWkz9QGNo44xfvVxCGvTDJ5kmKH+FKZUmvrD5Qy5K2itbOBIcxGlhazcEvNMjQ3TOzBLVgyMxM2YLQ4cLitWm3El7x7ey2aQyQqZupBjbs/CoK3p+apCGwUlVbz6Xg3j92ZYcIdX1b+YXYNBy60AreVCaaWdqjorNz6/gefmFfplUmgkUYjRVEtHgx25tLG0yQp8cLybLjkg5kKNNFSWUF7XRnl9JwebXDiE0SCkPkZXpZxHjdTKmf/Kj15i//4GChx2MDqxFLZS13CM49o40WyEAPe3VCSG59YAhQeaqD3aSYHJiVkmDJuPNtF5vgrzVD9hWymm9hNUlznRUgPc6UnhnYxRWFRMdUMNtvuilv6rYLq6qYWag3WEZKU/bWunsbmMEmuE6QEfmqxI2ts6KW9sp66+jYb6fdRW1tPkBEvxGZpTE1TY3YTrOtGWpG4gY7RD6QXe/v6f8u7ZTlotcn1Kuiltz3LlXgR/4KGH4DcgVGfREdg5COSvBTvH4udkqdFooKDUQvNhF4dfLeXI65ugV0s4/FrJ5tqI/FwbabtC12uiV5HU58pVXlF+P5+Kvlx72T9wrpiiCgtF5WZajxZs2o4jIuvIK2L/WnpEfs6OTaQ5/JQsJVfR6ra5OvFzdfmj9lWbZfWHldwntVnJUrRMXs5HVaZoebnoyelaUSa2r+ZbXr+YP/RyCYXSJ6VVtpX9km+rUkWL/DkbHpFvP11IZaNNBsTG53RWbD81mtzyNU3934htWchOkjCWUlXayMHGBkpqDtKUmCaQmeDuna/5+Jcf8/HH1xib6eaarIDdnUkQiJkW36Kalhn0IDf7nTQ0HeA7b1bRURPl5q00hn2nqayqpml/DaVy7qU9PgmQamntaKWxpgSXzSyWbsRGxWOlzBKn0tDFxTsfM0Q1WXMJdpMJR7Gs/FVYmb54hXt9k/i0cgqthZRHvCSSaSxOMwaLFbPZjFlWizQlbpHSCz7i8SgRQ4Zg2M9CLEtwpp/hG13M+yLYawtJ+Ua5d/dLCRILwFxGldGIxVWEqeUIRTP3mPm6h/mFBM7DFZQcrWZ2QXy0NXOsxkZxYQxPykjWWkN7iYexkR5uD8zJTDwrt6iXSCyGN20iEnETCmYxWKN4Z9wy6eEns5J7z+6lktnckyLqiZE9C0IW5PMY9zUMJhfO8iMcOFRHRZFcE3nxm1yW1j3n4/Ek0VCQElMUT1k7Bdk0jmiAtHhrtYFdgpopv4EFOSciAkCytIYamSRKJRIYrUaMco4bTWY5xw0rdGR89xjt+ZS/vzLJwOe3mJGALWaQq0AiRHiun7u9V+i3NlNgdFK4CJHRaqGwtYZA/z2GrtxgMhwlYrfivdnN5esxrDUNFMZnCHRfZ2hsgaShhn01SZLGOEG5MmZMdvm/KGwxifrmGO/u5W73AmWNhVgksDSZCigvdlFTocnqZJqoxYJFrlM2kxmTIqMJuWSRnrjIhKWRiFZB+fQ9wYRNbBoY7LJCW4DdlIV1uAAAEABJREFUZsbsKMFZe5wDx1+jbeYyablOymVvhbxYKE0inkE99bGiQt/REdiBCBh2oM3PxWSDIGO1GyiWAVpVk42qJvuGqXITvKvlPmnb5e3K623YHMYclVRZN2z3cluWy1tevp3zz8Pmp9FRKQGY6he7rCw9ab8sx7+s1oqzyIzBqD2Xc2K7KcnKCkZKVtQjwTSpxFqhQDX19RU0yvlrcBRSdOKbHKpo5OTBBtqOHaO54wTnOippO3+c5tMXONJxkEMy61xTXYbTUUpleQ1HLxyjrVkCtbJSSjo7adIsVB84Qce+FjoPHGDfiZc52naMs00VHDp3kvb2wxxurufU6UaaRGZTdYUEXebcYIUNbyYqais5euYAVWV1HD7aSufJw9TUVONyllPcepoLHRXUHH6LU8dekxnp47z2ktiyr5X6EjONB9qpqKzAEHQz3XeVq1fu0113IQV1h3j19RMcf+Ms7RYDTnsBrrJ97Gtt5ej+IgwWF0XFlew/cYjmfSdprGxif5MDreI0Z2TWvaV1P61N9bS3lONqOsqF8500FFex/9ARTpw/zYG2Zjqaqmg7d5Z9TQ0cOHmE9s5GnGN3l+y4OphEK2nhpTfOcOj8a5yuNFG5X7BtrKPOYV4xSN0wZLuQ0WAEo4xyNcMudG6DLqVSWZlIWZvZ0XKKpvpG9teWUdt+kAJzKTVHz9JRV0aFtZiiohr273dhUEHN2iJeWKnFWULlvqOcfuUCLQ1nOHf8KCePHaCprpbacie1xy5QU9jK/o466js6qGo8yRsvHWRfewf1ZU7qWhqoqq/CFJ6WSZmr3LpxlRs37jA4l8RQ1Snn4nkON5dT3HSIpvJSap1mTLZCysqrOXCmGc09zlCuzU26BmcJVL/MoZY66mtKKa7roK7lKMdaKsXGM+xrOc2pA20ckHO0oeUMbx1v4dTrwn/4MO1Ncm20RJkfVPrvU9eEWyZsrDjLxEbpo5Ny/Wg9tJ+yshrKq5ppO/0qJ9rb5BpSSbGjnrrqShol8LNaizlytBlHWR01rYc5eKCTlrriTV0PTBIRNxw5JnIdWKR3C6obaDh6nqbKVo4ebKTEZUNOK6l58FHnmEEKNU17UKjn9h4Cu8Rjwy7xQ3djFQKZdBb1vTo18F1Vpe/uEgTUDH46lSGbkancXeLTZt2QuA51rKv04bblVNeUUVcnN3IJXgoOvcp+CWCO7Cunqq2JwqomOmtsVJ4+RcvR1zgvg403L0jAc2wf5aWtHJKB4vkLB2hrLMVVXEzRvnbqNTsdxzqoLCvC4qqjVAY5548d5FiJgcb9LVSUNtJSWc2xU03UyaCkUGaiTQ8b9pgSDWd5FU3HznG47RRnD5Sz71Ab5RUV2MyFOCoO8aoEU/vPvsOpzqO8dHgfR04fpqW5lVqZMKhra5YBVBmWdIpkNMz9n3UIE3OKTa2HeOnMIY6/dp724maOHzpA57EzHOjYz5EW0XnyFAf3HePskRbqG/dRWlZHW7UZzVzPweMH2H/mFB2tDTS67Nicjbx0uoYCl42Shn20HTrO4ZZ62upcFHW+xJHOg5x7+QSHjrVTLiuEeTvCVFLR0M6Zc4c5cO51Toj8spZOWttaaK5wbmoQxy7e1GDTLIH3dgxKngvs6rImpAmtpc/WeIT66lo5PkuokmPfpRmwVrVTU1JIiUUmMAqq5JhysB3H6rbCUmraj9J+/BRtJU0cOthJh5yLDTXVVBY5KJdrVbMERZ0HmmhobZHrSguHzxyhpbWDmmI7NXXVlNfUYMskiYfDRIUi4QgJSw3V+1/l/W++yrmzwtt8kObSKtrq62k6fIoDLYc5c7gWpymTaxeRdtGERsrVyZHDnew/tE9kt1Nf08HJE/s4cPo0DWUtdO4/wIFTL7H/wGlePVBK45GzdOw7wP76cioKNFlRDqNkKYqaq6mo7+CEBKkdx07TUWTK+VBaItfRIqlrP82pfY20N5TjstVQWVFOrVwzrNYiOjvrcNQfp7WujgPttVS0NmFg1SbHg7rm3x/frKwzWSzUyHWnyGbHJFXO0jIqG1soMFmpPniEosICzJpULPuYbQZMJsO2PE7QNx2BTSJg2CS/zr55BJ57CzXATcsKRm6WM/Pc1esKnxMC6saWTkrwvke/JqBpGmrQ6yo2YbbuwEuZDE7UuSrJMzlibMXVNB57ndffeD1H5w7WUiMDrJwyow1KzvL68RqaKi1SZKWovI4z3zpNhc2Cma3bjM5SStvP5Gx4Xdlych+tlc6tU6BL2p0IaGC2aEistjv9e2qvbNgKGul85XVeEnr5lXMcaquh1LpasCMX9B46e4AiCZEMlNFw+DQnc21e5szJA9TZQeKa1Q03tG8trKLu4Ou8nJP3OqfPf5tXjhzidNWGmm+aSU1ipmUFNy0TmqgL6KYl7LUG6g6zMdI0DYNB4/62sTb3efX/2wUBw3YxRLdj6xCQ8xKzzYhFZqAMxvwJir5tewQ2Z6BJBjwWuxHj6qnHzYnRuV8QAmo8ogJzteL6/E2Q64LBjM2qYTLe167JtcLskHBOu7+v/9cR0BHYHQgYJGIzWU3PxxmjFbPZwrNSl7tOySSeGuNoSwHI83FtJ2rJkmYjhJbBJGMJi3ScwZTdUBslF+HcibjsVpsNu9WxZ+dXlkwmQzSaJJtOksrIvkxoZNIZkrE4yYifYMCf+62rUChCfM3v+jw7656N5DThwALuGTdJUSDuyv9n8wl5g4Jj4oFw9f5//xizvhjBpXcwP6jeaTk1gE+p1TU5bnaa7dvNXvVosTrvEtEM6fSzPCqfjedq8sUggZRhMajalBadWUdglyOQzSD3nTS5J0523um9y3tn97inVv7UvWT3eLTSE3XqZEmRkdHboyirpbDIYoDdacZo4rH8SlY2FzBmVyrU914oAnpQt2n4E3g8bn7/u37ic5f54nIfvSOzUjZL171xsjJqT/uu0z86x5gnw3a8WKQTCRLRGIl48v5gOJEinYjl3p6XSqZIJeJE4vln+tIk4wvMjIzSd3uQhXiMpCwxpERGKpWSADdNRtqGY5JPDNDbPcTgsJ9kvrnCNysyUpkHZXKzJpXO6c6IjPv6JFxMxVgIh4lLWSaVICn52EKA2NSn3BibZdibkCA5TNA/ycWv7rIQTIh+pWAlpWMREhJQJ2PJbTeHlB/Ia5q+HLKy1za/pyF/MlOrViofPDKyeTkvrIUG6jCQBH3TEXhWCOxUuercsKinTWSUovI71Q/d7m2OgLoA7+oDLCvjIBV4PZ7UfXRhZlbGVkHi0ioZieDuH8SXSkpIuF77bd6/e8w8uVzuMY836K5aSEmnsqSSGTm0lzdKE4lG6B/wkAqN4Rnrp290gu5JD3NzAYxmGza8hGJpokkLJuN2gzjNeFcXo4P3GBgb5taNLty9H3FjfI553zjjYyPcuzuAe+QaN6dijN67y9jEEMMz84z0jjJ+7Wumkwmme7uYHrnB4MwQd3rm8M/PE4lNMzXlxu2OsXLhJMDU5CyT/b0sTHdxdSzBXM9tpqfu0jsxQf/gKO7hK3RNjXF7xI1vqo/Z6SFu9U8ydOUqc/4hescnGO6+x8RIH4N+H0OD08RUIKmuM/nuScdg/ob0xSz3bvYwOzImF6J85XZKldGKns6mlKz4JeQ4U8fp00naoa3lZqxpGkb1hkDJo286AjoCuwcBOafNFg010ETfngcCe1KHpmlou9ZzmUFPBhntH2V4co7puTlGe3q5M+AmlEgjtUSDQRY8s4RTfqano8z13aXnzm3uyfhpwudnYtBDNOJmYqifvqFpxqbdeEdFxp1x/NGkrNXtWvB2pGPbLeLYPiDKalRGIpPHDZhLnRAPehmXoMefMWC0OrDZrdisdiwWCepkwLmNnBJTUoze6WNyYpKZ2Sn6vv6a0e6L9AYihH29jI2P0DXmJu7v4nr/FDcv9zI96yUmoW1UTvDZy18xJat0U/duM373c3rHerg3G0dLSiCnZclqJjTNiCygiK7Fjyzr+yVgG7l3na6+a1zt7ePunW6m+y7RPdDN7cEx3JPdDIv84akA4eluJif7udY/w9CtLryyqhdNJEnODOOZHmU4Jpdg0WM0asj1eFGJJKkozF7i9vgsd+8OMjc+te0uOHJYyeqt2LoFH3V8qsBOvQVsC8TtOBEKy4zMvvjnk8yMxpgcjO4oCniSRENp/O7kjrJ7p+H8vOydGooRDadRP7HhmUo8dZ/OjccJ+lKoY3zHnZxbZLC6vqVkYnVhPsHcaHRraWyL5eXtG4vl7HRPxAgHUsTkmNgK22fz8jeaPiv/HqF/wzY+hW3+uTjxSJpoKMW8YPxU2IodvhmRJ5Oj6n6yRYft9hGjnIr76O0aZrBvgCEZb138+hZXLw0yE02gvugSdHuYmxjEn5yhry+Ad3Ia98wYIzJ+Ghz34feGSUwMMzE1xYQ3KPs+fCMybrt+j+lgnLiKDLePx3veEsOeR2AdADRNy60AmCwGNNbfjLUnaS6yUpEcZ0SdIeuzbp8aYwG2gnoqXS5qCOHXOmjdV0u5KYTRCqbmFkqbanAsDDAVLsVhq6KpwE6BGYxGSMajxGWWJzq/QDYWp6ijntKaahxOkWu1YRGmFUEdFdTbIsTTEb6eNVAT+hV3Mw0YfTGsgWkCWY24o5P99fU0uMzYJVjLJuOkUnHSrjIc0hdlNc00t9RTXlpEMmvHYTHKDG4GTQJJljYNNAPpaICk+f/P3n+Fx5FlCZrgb+ZaQWtNEAQBahEMxRAMrTJSV1ZnVWVW9XRN9+zW9PbOt9/sPOw877cP+zAP+zKzX29PTXdXdVVXVVZmRsrIyAwdZJAMahIgtNYOwLX2PcdBMEAQICEoANINfvyaXTv63mt2zz3mBjtZpxeTrbWZ4j+L2GcYousmVbM7TVxeC5qp2iSr7UmezZJKZOm7HOarD+b44pf+dcFJwT/5q/XRLJexwGN2XXKVx8lfyELQ9Qj+iQT9VyNsVg/luRRO/mpWeK5fr6U8lu+f/LXy3Jy/lvO80/FJaRv1751w1nJurXzWireazC9/O8vMeEImmnGufhlYd59Yzvf8x/MMd0dyfXx7DtDNaZ3JgAbJ8UiGwSshLn/iv7fw8eym+V1ZSaePF/Ts+HKeSQnw5iYTm5Qzy6VP1q/rirrd1Ff5Kfg3qdsi/de8Lt2UsXhuhXJF33/N405tPXA5SNCfQIOxjpMr0Nzw/514LJ5TH/WcDxDyJ9Hf1m2ux25F6ixk0sQNG+acZNZGe7gwkSYzPM5MShYcROVEMERoeoJAWO5JI2GiRhk79tRRVVLAvCyUOtITzF0eIF2zg/q9TTSXObGaVgotUh8WHklhkv9sGQ+YW0aTLaaIzrlNmXwr3E21gqZ2WvYcYr/nbphb5HxohIHOjzk9NESfdy/NopbEa1DbhictgdQXf+DCh8NY9jxFW1EvQwMn+fj6ANOSiSyugt7zH3GmYxq/pwzsGUtq8BcAABAASURBVAZ+9z5fvv85vXNZArOSIRvvZdifEq5ff0pqHNTsbKGp+mle3emjeMd+Svbvw+fxYJ0JgwbEXsG3CFglsgxOEpnsZtBVijdrYmVxMzHTSRySSbw4OIM/suSKoo1mlUYYucRkPIbf5sEi17RFykexNAyDtfRRHsVNbNff07UcKeDJb5Tz/B9Vrgue+34lx79bwfNSrpd2EX+Bh8heJ4/j36+gcZ+PsjoHzYd8m9ZjUZ/F8vj3KhZ4rtMni/Qrlc98u1x4rs/HK/FZU534U9tG/bsm/DvYefy70s7C74585Pxx6Qubkffsdypy7VnZ5GL/C8Xr6osr6Xb0jVLq2jwYj+ld2pB1L5vdxF1g4fBLRbzxo8p7Bq8Lr9f+pJzX/2xzPF/9k4pbeCi/127wPfG9MnbKpKCm2bEpvV//M5HxpxW8KTqv1Qdq36s/FLpV7HtN+CnftfK7E97rIkP5KY7qqKD7q0EOX320xJ5cnei0Gs3S+qOvFFNe76B2l5uX/qj8Ft+q3aqL8ltKs9q+4j31Zgml1Q4Mme89erdJGUSGhypPP35Lmgnq2FlaTe2TbbS4HPjEYLsZI+Yf5dKpDsYsshieDTHadZ3hyVmoqESvP8WNScauXefsl1f54uoAHV2TFDuTpJNZjRmFS/6zVTzwmN4u1u5+4zZUJ1WVVfzxHx/AVfcqB3eV0VhZTG1dC08f2yXYQlF8nL0tVTRXyuFW/LgrqdlxjOeffZ633jpGzUuv0ub2UOBoZteBZ3jlW29w+OVv8FKdjyOvv8tzz7/Lt998lW//+Bu0vfQj3jpygh/85Z9w4rXvcXzfy3z77Wc58OwR6n2tPPXssxw7UiEZuMt8/ptf8L7Ab39zkqvhKsp3H+bFg/W4d32HN/b7qG44wsEnX+Htt46z99B+6uxlHH+qjar6FkobD7K/fRd7rX566v+U59qqaNvbRk3zIU7saODpd7/JoZ0Gs9dO8VlOxm/58NOL9GXrqT1wnCMVFqqyfqKy2rsVm+Be6JQV29LpLFvxZTz3wr678TAEwZSUsE78HC4Tp8u6PnBbcHmExi2wXtpF/A3yULlWmyxQWExUfz12bkaPRX1ulK6cXpb1+eMG7Wp+dIuvXJ57y3M1WeqLBZ9sXp7qrP5YVZbaLb5fi7w78XA4LRjyhywkadveCXct55Sf9g2L1eRx3AwDrHYDfbJBn0pweq3cK3AJL3eBFX3SYTM8l/NQfot1DhmD+op4U9pvMzJyPH0yDkTntfLRPr+ox0o0buGnfFc6t9465aP81kqXw1ff67Xkhk25OtFpLTy0L1glALPZDJzi46U0d7N7Ke7CvgW7w8S0oiOXR27TiMxdTPsTr3Hi+Ku8feJJ3n33ME8dbaDQacMiBhc3t7H3xHd46em3+Rcvl3P0tZd44tl3OHF4Py8eq2Dvay9TtecNXnn6KC8fbOGo1B97+232n3iHA/U+4SNM8p8t4wFzy2iybRQxcTic1NYWYnGVU+i143JYcTjdFBd5FqywlUgGyonHsXC4db4NUcVK89EDtLbtpqG0jMrKIhxl5XgtFqyGC29BCeU1VRRXVFHmNCksr6a0rIbaygpq6qvwltVTWVxO3Y46ystrKCkoo7q6jKKyYtw2L8UlpRQLv6KSCmqammkUaGqqpqykkiJPAaUFDgxPNRU+Cw5XAYXFZaJDKQWFBbgMOyXFPtGnXlbOmmnftYvWw0dpqNxBfaFTdPPh9BRS5nFRUl1DkadY8Oqpzcloor6xnsLKFlrqG2nbv5+ahgYcBo/uJrZJTINhyM6ja+Wqlkk4KyuFmdwjWmlJDKsb1gdGznfro0FolsJGeSgdC5uB8DQEtLxXoPwU7hU/MKWzGYZxj/W8k34qS+FOOGs5pzwU7oarOAp3w7vTeaGXCaeR89Wd8O5+Tn/PrY8XP5qPhbGmzaK+NLg/fU7bSGEz/JVeYZGH7i9ATme0HpBhs3FYwm/NfBZptFQdloPWKyyv38ix8lFYK63iLsIizfLjxfoVSvEm+mhuRt+wLQ6Rz9e+XeSj5Qq0t+DmzhsYpnA0AAUetU2MstjwFlVQVlpBVVmRzLcKKS5wYRUfqbU2t5cCmcuVl1ZRX+6gqKKc4rIqyosKKCuy45Njh6+CitJiKoq8lBQVUlJVRYHgFLis2MR/5Lct44F8c2yZpnhQilio2VVPeUUx9vsl0uLCVVRD0+52WnPQSGWRB+da5TkK8PpKqKqqpKJ1Dw1uC87beqpcrJALTG3TDTmt7NzZSElxJVVy0alo2klhVQ322+jWqsT9wdObkWbXMllZzt+kCENcYOiFWcpNstre5OpKhe1tRV777e4BGYeGXG9yIPvb3ZytoL9e43KT7W3oT32SQrO2W8GPj5wO9/B6bxgGhiHw0Jx0fwUbwt7A5G6A4OjcJJVMo333bvh6XmnIb1vKA+aW0iavzAPxgMVmwbSYD0TWxoSYWGwOyeQ5sduQixFr3AzBs2B3uXFI9tRqYctterHUC6eWW065baaQYRhYZZnQJVlfi13bfokBEjSnJX2XSqVYgLTcqAR0MiDn9JFV3SW3L3QSbS/ip9NpMtJAyUiASCxBPJkifZOP7GckR5hKk0ln0MVioRY2OW7ITg6ymRTJ6DzBcIxEKpOrVrx7Cqk4SbkBy2d9bGWJO5uMEUsidi4hFR9kEnFS6hOxNyN+WLRvCdb6dtNJyaaKDyWTuj7CFbBFL5IJ0uL/zAqn71gl7ZEW2vi90OOOgu7dSX10z+Yw5Vq9rG/fOxHbmpNmMHUco5GT9A0ZsqBjNdc/ZGxKH4/MBwhGkqT0MXWxNiv9MRkNEwjHpR/JuJSOJKQyPrNkpf8vjOIsacHPCKD9JhZifj5ENJEircjCZy0fRVVYC+5SHLUpFY/J2EySTGZIpRa0Woqz9n2lT5OWa9DaabY2plz2c2PClClMfmSspa0MmUNZBKx3hqyFZDxNTP9NgVwnDe6CnztvCk9jLUrkce6FB9bAw1wDTh4l74G8B+6RByxWsEv60GLJXwjvkUtXYCOTIJm8RcIB5uZmmZ0NEAqGSYTniUoEpBOmZDJJQoK+TDJCWIKbVDREJBhgPhAiFI6QSASZ7L1E38gUU36pEz7zszPMBeYl0JOJ0pwEfGGpF1FZCZKiQpOSICiTkKBDICETwdm+s1ztGWRC6OMidwVFc/NRnZOueE4qdYInxcJHZC3s6LcczA+LbkH8kYXjWyaQtxzo+SWQEF/4h+j3Z8gFOYor7DLxOInxUebFnmRoXm7u0ZV/kyq4SnKT49ID2ZfTN08RmSHkn2Rk/uuqpXtf25dFSJe5QuoWkYVpVtorOztNSCbuSTlWAqVZRNHjm/vLdyJ+wv5xhueQyfLXfHUin5EAVufvORJlqLxzBw/3a4uo8XCdcAfpSVkwSUkHzi0+JGJEEllSMzMEYnEi2ai09wi9Zy9xuW8Gf0gCOxnzycAUU0PdXOqekGtBVPp4mpR0Jh23sWCQmMjLZuME5mKEwyky0SChgSucO9dB38QsIZG31nYxLWDccYaVvaXL5rqeMM+InrPDw8QSM0zPRpibX1xauRU/N1iUiBU2qZcPiB+CgQihQJyMjJ+kBLxfj7kV6LZT1T26hYpXF1y5nWxfh65GLviySvB1Z0CDukSGuP7/37RxV/xFvggm+W3LeOCOl5wto+VDUEQW7ZBFuocg+aGIzAvNe+AR9EA/Xdf76bgWJBWcYvKjv+az0QA9X/2K8+dPcaa7j8Cl/8J/vJCi+5NT9I0NMyFeyOqbV8//jM/itaQdDlzWNHEJdsZPfU6HnI8LTJz/Z86d+ZiLU3GioSE+/j9+yvVJPx0nP+bCyU+4GIoxLLLdPj/n/vB7Oi525F7wKqQ3P/r/BZPxDEm5kd6sXNyRtINmzaIyIUvIRCypgUwsRlIgJRlCYhFiAx9yvn+ITn+SVDwqWcFkbpKYkoyC4iUlSLttgT6VID3bj7/797w/mGFecBPRGLFoglggyOzlSwwlo8wHI4RDYZlYxklpxCNBckonv5L9iIkOEbnx6+QwGU9KRjIqNkgp8uKRkEyWZS4pk1Nkop2YuER/z1d8Nr5o2GKZIZ2MEw1GSUgmIqt8VY+YTGDFXhEstkaIyQQ9JinFuJQRCZwjs2HCYn8qHZfJR4xINCU2Z1mqh5xeFLJQCu/k5GWGes7y8WiGuAT3MdFfg/Bw73X6Pv2EsxLZJ2QWnJIsTkzskwXrBdqH+J0Rv2uGJav+eIh6bFXR/R9/wOWuToYnepg69z4/GUpx+Tf/K59c7KRnfo75yCxdIzYasx/x0993cu53v+DcxfN8PFvGzjIHWet1Tn81TH9/lNnuLq787Kdclel9PHiW9z84zcnzY0TnQsx3DpFsKWP0979h6Fonc9JFN+0TmVykJBs3L8FmRts3FZMxGJMFo7QMmxj9X51nJtJNV98Eo8NRGVBpMokIgVACzdylZZEoKeMlB6KPDrebOknwlolFxf4kaSl1rIaGuhmX69UvuyLMytiO6wKUQDaVRrr9TdLHcScZz8q1SFK28nkc7c/b/Gh5IB/UrdKehgGGhW27pWUCppCfEGzbJtyiim8dtXJBRSJNJJAidUtgJINXUqIutwWr1SHgxu20YUTnickkZjowztBQvwQbAwwNX2ekT1bF57vpvvQpJ89dpms+g81rMH6hQyZRKXD5cDmcOGTZ3fT5cNiGmLK5GJ82iPcNkkmO4B/spWeoTyaIgwwMzDI6lRWdUpg2OxnJIGRFP2OZ6wzTwGIzRL/ll+E0U/19nP/wd/ROX+DXH1zhq1/+PefPnaJjYpzZsVO897HIGRkkEOygp/saZ7+4zNTIH/jdeT+XPvhHLlz4iq458ctSocFrXL92ic/OD+KfG5UMZZLus5/S3XuBi9eucfbUFUISiCWJMHzlOqNdJ7k+0sFnl2cJfvVbLk5+xadnr9Nx/gx9faf53ekxun79v3Gma4iOK+fo7DjDV31DXP7V7xgY+4SPznVysXOQueCM+J0lWxp/XwcdX37MFf8MA1MRZidGmOz7iPOXT/LR2T6mTv0fvN85ytjYBS6IvD+clUA0OEfPZ+eZmpe6S51cPfcV/QOneP/MJNd//e85e72f4XAaWWRekCWBMXNnOSN6nL82yGxgjFB0jsnBQbpkgn6hq4++gGRrJEMTScRl0vtbLkkbnv/qMn3nrhBe4PLQvlX9tAa82YemwsMVLHYnZexI4njFwKO6Usa+9NdL3VEGJRXcVNbDiKOSmd4widEZkpItnx8bYUQWb0LZNEMzVsnSetjTWkZJmYxpM8nM1U/45Ff/lZ/85lM+6woRlwgneH0ed1zGFn66wwnJ8E8xPDJE/0RMMnVZzOXDdRUvafsprHR6enCMyx+dYnB0kOnoZU6f7uLaudN0dZ3h9xdCJKJx0tmkLHikScUmmRm9wkfvdzE18Ds+ujDMqd/9nguffcBkmGnKAAAQAElEQVS5ScERfcRVC2Iig4z0fMWvPhmUa9IQ/qnzdPaPin+CwjPArASC6a4/cH5whksXrjHZcYHQTeIFFlv9W32q4yIlc5x7obo+5mzqkzPix61ue16/vAfu5oF8N17FQxoMReZTDHeF6TwdoPPL+W0DPeeChGaTAimGOkT/e637qc354vq91meb8Os6GyAo7TI3nWCoc/Pt0n8pJDf72MIq4yr9+FGvNjQwshqYUrJ0M0wJlizYJKiyWm3YrJYbD4mEmU2XYUSCmJJh60w2UysTITIm7pJqqqoqKCstw1lzhCfbKmCol+nJSSI2GzYB5WWMX2Y8ZmF6Nk5k4DITsWlSjdWEurslHEoRcxcSHQ+TTQTxzyQpb22hrL4q9/polm0yh5QJ6/KpSYKZ+Rh9owaFvhIyMyP4p2eIZzJY0hEisuo+7SrA7nJijfYzNt7FhdF5ZudiaGYuHIyRFjl2lw2dq8hu7hMdG2BWHx91eXE7DAxjmI7LAwz2jRMMhZG4EyOHaceSipMRn4UlOzDZc4mLwxFsExfol8nt9YmA4CdISYYh4A9jccSZHR9muFt8NRcgFMsQ6r2GX5RJu9w47dYc16+/ZhifmWVgzKC0wIPPZTA33MXwaBf9U1MMi6z4VJC0R+yzzJOSzEPSLMCt/k+GSExcpHN4gI7xgAS1CTQzF5gLY9os2B1WbnYFcW64vwN/MknS7cFpS8rEdoTOy/1MDfYwLjSBlBWrHSyWIP2Xr0lWZITZUJT4zciQtW9Z0AAkLZPNXPZl7ZQrYkoXFr0MDGPF049+pdittiusZKxvRwXJ4BiDPWOMxyvZKYsOI5QRGBljfmoMv2EBw054NEFlrReL04Vp2iktdkg/sWEVxjZPCSUVNVSXFVPkTMlYnObqtSkyiVECoWm6RpLifwOXOUHQV4PpKEK6K5vdrBJQpmJ+Lp+5wmT3Gc5Lxr1jLIhm7tKI4UsFiI2zg5c5OTjLxHSUeDJDWINNybI7vA5kXegmRXxyjLnRIWY9hfgKvTg9JmlZ+ErHwCrjx+a24ygymRsfpLdnirGZtPhhqbBtsC/ukabDNO+NrqZcMBSE7b1hmOeS98BD9MA9GhYP0YL7JFrmA6Tl4pmIpIkFk0QDG4B5oVHYCO1SmnXyiIWS6EpWWmY7iWg6p3tknTzuZG9kqW4b2F9Jl5Xq7qTDes/db/5r0kf6Ua5dcv0qlWuXNdGt4uN4OCXZoIxMJLP3aRRsbbaGYWC1mjgkI2dajTUoK37KThI2Gihx+qgrhLmCZ2hLj6CP3hluHy6LXBKjEaLWImoaPQQkqzM5Nk00xz2jD2cxcX0aw1pIVZmBKzVIhwQh2UPH8IRjFNUU4xLITs0KhSmTLQ/1bTspry3HlJqlH534pzXwkWzM0vrcvmmSNa1yDQKn04rFW0lhSRllXiuGZJWy1hTJtAQRknlMJiNEEgmBAirLXTgKatB/LVJeYMeWY7bwlUnIdSGTIGNkJFBSX8RJxoUuGCdjdeAtL8ZhiRII2HC6HDhLaimQsjzdzVVnO9VWE3smRCgucg2fyPJi+BqoKPPiswvPcIR4PI2lqgaP6GUhiUyTRZaxoMDN7xRJucAmJHCyiO6pVJTJkQkJSiNEhT4WzWAa1dRUF+Pz2CgsLqKsrJpCl4fiYjvWTIpEIkw4npXMi+hR4cYUPcrLCylyW7HekJOV1kqLfRnJeKRFXjoZJRkZpmc0IlnKMLFEGpGE1ZomPBeQ4xiRYJiU3Y2lqBj7DT7rKkSOfBDR6yJbCdliMbDYTAxzuf945LbVDDLM1c5IfUkTvsS8jMEZIsW1hC9O4S2tob40JG3ppz/ixFVSQ2V1DQWyzFHilf4o+D1X+xjq72EkmMIs383ug8/w5P5dtBREyfov05kqwlFRgzeZINw3Qdzio6K2gtpKhyxQGKTTInstH2k2Q2AlVLvLxOlMM9M/KItDEQKSVZS1GDC9VJdbsWYDUmfI3CNCMhyUcRGVLHqY+YhXxoAbX0k53pJKasscuX5qsLDp70MzqSTI9SEh/TvtKcBhE721H8k1MhWJk6huxzN7XcZxAr+r/p4EqQvSH8y3+tSUsaGwaPdmJKfkfpyWa3Bu3G6GUZ4274Et4AFzC+iwJVWQORUFpVZaj3o59noxT71Zsm449kYxT2yQdlGeyn7itfXJP3SiiKIKG4XlNnY/4c3pf2ydPBblLy+ffLOYRXhqAz55Unxy9FXhIeUivdqo+j0pvJ/aAM+70TwpfJ9YJvOpeyznyTdKxC8ld+wjqkNxhZ3yOgdtx3x3xF2LfvufK6R6h0smpeaWHEMPXymnTJzsuFwWDIsVW0E5PlsEb2EZ1bW7ad2xh+b6HdT7smQLEowPdXDl5FkuXOySiVYPV3u7mbIUygp/ER6bHZvHg0vCu+FwPS079/H6iWbaWoqZmSikuH4P9bt2s2N3EzXlbrzWNJ6qdlp276Sq0L3Cv+RY8I5hGBiGsXBw89tJhc+gqXiEjoGvmPU24i6sxutw4izwUiBZv9T1a4zIKrtR2EpzZT2trgxOhxWny4pLcOx2B6QSxMNzzM8tQKa0BCOTJjg4wljYQ4mrmYO7SyiucpN1urF5XThLswT9abJWNw57AVU+D3t2FuJp3ottx1M0lxRR7wINNF1um8gqxG4tpq6ugpr6MpCAyFbgoqJ1B9b5GWZG5wjGDQosUUI39Jifc1PosFDhG+ZyX4dk3WYIZIspcJRS7LRhdWWxFhSKz0wsFg8Oh1Myi2CYFmyFRTgbjrCzpIQG0cOh9rrtuAXfbhGTo6GbcgKBMPbGBozgHP5RP3MxkxJHFmd1HTafSwJYA5fTxHRaiIyIv3dX4ioslGMnVtHDwjo3A0yrgdVuYMqkk01uOsnUJ0Y2yWbbkqv96SRIgnplG4xqdpQ1cKitlKJdBfSGd/H8Uwd457U6qkoLCAc8VDRWsvv1JzDH5ymVMWUx4lz97DxXL39F54wVHHYcDlPa24Vb+rp7YhDvwRdpfe67HKmppEEWgWLF1RRXPMuzVQEKbAFkbY61bPqYoNqwEm5C7EpnLbQ2FZNpeoLm4gLq3QZOya67PRaKfSkCUS/EYxjSJ2317RzypPDm+rsVl2S4deHFSMUIz84xl4MA6YIi7CVFJDuv0Xu5h8mwgSkLM65iJ9hNMiNTzCeq8cyP4CoEaqvka1t97rmyiVgGXcDPrtZY91xinmHeA/fPA+b9Y729ORtyU7bKRdAmF3yH22Qj4PJacPssG6J13JCZ41GwPh5OpXWJzgqSxdgIj0X5y0un8pObjpbLz63l2Cm0nkILWi7iL+q3UZ6LfFYrle9ymavhbrTe6TFxqt/vBNIeFgtYZOJnc5qb6heqp81pkJtACj/y2woeaKGtvZl9+31YCyupeP2veLHpBd5+toXdzxyjsvVJXmr30fJHP+TJd/4tP/7BX/FXf/4DvvXuizQ3PMcbz73Nj//8TZ453ER5bR01z57ggFHMC+++TEtTDZ7Sg9Qf+xE/evct3q2zcvjFZ9nZcIxju/byje89xb5X3qDK6cK+gmZaZZF20+uLtqEefw0GJTvaeOIbf8Ebz/yQf/FKC8ffeI4dO3dR4KyhqPkd/vLHb3Dih/8Pvv/Sd/izN1/krR98g2PHjrNHFnL2PfM0TU07sMz0033qJ7z33gL8vqeEsrZX+cGf/RnPf+d/5C8Pu3nmre9y4qVv8NrRdo4c3E35M3/Ot9oK2f3C0zTv2Elj6W4qjnyPH+42KPS1c+zl13lV7D26/wDt1W4OvPYmNZLVKt/9PEdOfJfvPXeYZw7txFPzBm+99Sbv/un/iTdee5u3Ci/yiejxK4H33vuEgXQFLW/9mLefeoWXD7Xy2ve+yfPv/jd8+413+fG3D1Lx6pvsdbkpKDrGLrH7YCNYvF7KXn+b9rJjvHLiNV771ls8ceAQ7ZJB2f/Ka9SWwsyVL/g0J+Pn/OKXn3At8xTPvPIm3/zTf8Pr3/of+W9ffou/+MFx3vzzf8c7zx4W+nZ2PPsu33mmldYX/4J3TrzC20/vpa2xjId9c0wlMuQmnJLN/bpvPD57hgF6jbNYkYUPVtxKjjzPoefe5I2Wel7787eol2DHUf8yTxx5mx+/uIcTr9Rgeg7x1jePsffZ13nq5W/yb/7y27z+zg95qekJ3nqxnuadbkra2zn847/iyN4/54dHithR7GbnsaOc+G++z5FXXuKw1UrdM9+mqXUPFU7WtJkWMExW3Ipqmjj4+nd4/U/+RPR4km9/S8bLd97kyYN72VtfQut3/nuO73yCd775FMdefIa2nc/w/X/1LZ4/8TKH6os5+MReWg+1YJvt5OQ//YSfC/zkn37LZz1WnLvf4C9+9BrPvXOc1tKjHD/SxN7jh6g9LPVvt7LTPU8000plRS27annsN7fPit1lwTSNx94Xj5YDHk9rzMfT7LzVeQ9sfw889regLOjiai6bIft3bVHDIPdnCKbskzsCZN8wDCm+Bqn8+pgbm+DonmEYWiyA7BuGgaFHUiJ7um8Y8q3AGjZBXRFL6A3DQD4CxhIUI3dsGLeXOSSp19Jd2igT02/x9jsLcOLwDhpK7V/TCpJh3OAh+7mPHuuOlFosgOAs7NykvXGIVLCwGei+kskeYGAYN8BWgLdqP8dFjzcE3n7nBY621VGyeB6+xs3VgVSw4ibn4Qbf3D4LW26/lLo9T/NsTsY7ElS+QJtkTT22r/ENY+n+Aim5OtnPlXpe9jfykT6YW+3P6M5GGNxKs9C3pU7Yyfdj91H7c28mTMk4z6xmvkGu/UAK2Uc3LQ05JgfIZhgGemAYhhQ3AC35epNzaB1fb4ZhgAKyLZaye08+ws8wDHJ/WiosMr6xbxhyVgDFktIwDL7ePHiKW3ny29/iHYFvfftVnj3QRLXLwDAWQHGNJV8GMuUzXOx+7Xn272mhivyW90DeA4+SB2SEP0rmPBhb8lLyHtioB/SRHP1NhpYb5ZGnW+aB3KQ397XsxON9aFodOH0lFBcvQKHHiUOygw/cK4YF0yZZtxt6FBcX4nU5bv727d7pY8Pu9lFwU04BLpt5y8ti7p2slTnpuNbHBXPB3cooa67V39PZJKNvWsw10zxqiLpgY+gPFHORyaNm3Wbtkb5tdeErLaEkB0X4PA59ynJ1xhLsYXFTVFZMgdd5y29uVyd6DM7kbx+PQSM/Hiaaj4eZ67dSVwkV1k+Zp8h74KYHbt+RyYl8bq/faI10Up34bJR8O9PpfThne86hua/tbE5e90fAA4Yh/VA+kirZtDUWC1gkCDce07u0ulLtN00DY9PefPAMNMDXePTBS76LRNOKRXwqn7sgbs3TcstDr/vZdPbeuXc7drCt2Tx5rR6yBx7T28UavC4zRr14rISpq7D6Zkm5sqA4gipllkw6g755Kqmv0FZIpUnrozgrMdlWdVlSYk88GmfVp2DuYk9a6JWH+uouqCufEoy8GgAAEABJREFUzsRJJJLEkxvmsDLfB1yrExVTJmv3YqKmGQHN+ulbFB+wGVtGnPYGw5A7sny2jFIbUiRPtO09IH1Qx7VpMdAuue3t2QIGWG0G+sQgxhZQZp0q5OYGeoFaJ10e/e4eyPv27j7KYzyeHsgHdau0e+7mvKJ3MiQlQJmaipCOBwmEY8TiKVIScITnw6SiAUJzk0zPzDIXiJJIbjQMWkWxe1EtV8TcSpeWyk/LHJALTjVozcixnlLIZpME/LOMDU7kXv2u9ynFURAK+UhAq/jZBPF4An2VsuIo7SKE/X6CAkmtEFwNRKQQWvnITlaWNaXQs1pBViKWbCZNRoK5SCRJKjLOxOQsEzNJbuItYN/ynaMT4YqTla8FEJYSXEv1Lbjb/SCTyqKvYuYxnUGq2RaZQLMNJ3zbve/l9X+IHsiL3hYeMO/R4t22MPYBKqnXfVOu+6ZmsR+g3LyovAe2gwdWDFu2g+IPT8c4Y+Pj/M1/vkhk6Hf80y8vcPrKEKNjQ3x+skfUktBh5jMuXB+ja0IOt+AnFYsRC4WJRhMLQUFMgqZYhGgiRVKC02Q0SjCauvFoQ4pExM9QRxeXTnYyHYkQl2ApKTw0uE1JqigdjTAfTpKOXuT0F1e4cGkGiXNvsXxmUHw0OEwwmyabDBMIJUlJZjMt2UyVl4gEERZI7EVK+MXm5Xh+gpm5M7z3806Gey5yvrObr677iYVTt/BePNAgMBWcJyJ26P/LSoquiWiIiGT3kqEISZG1BUPsRfXXXVpkFdvuNMgFNuS3vAfyHsh7IO+BvAe+9kB+L++BvAceLw/kg7pV2lsSR5J9y+ZeKX0rShZ9zDIWS0MmQUmin96hYU72ByVIyWJ1F+Lz2HE6PdjtLhw281byh3okASdJzv/2Q86d/pSTF87zs398n96P/jd+cnGQwdFLXDh3gfd/e5rRsz/jJ5dDnP71+5y/cpnOuTDDfaN0/dM/0CFBX8dHH9Jx5j2+6DjNLz4aYHZwkHnJXAajSclcZm4EhF8bm5HMWyY5gX/sIr99r4uJ3t/w4Vf9fPKr33Lm93/Hrzr7+cM/fsb4pff4rKOT33x4kXMffspQJioBYIp0MkVwaoqxa59z9eIvea+XXBC4KCExOcTwpz/nF8N+OvoDdP3hJ5z+9J/55dkL/OT/+/dc7vmA974YoGMwukiy7UtdseQxTlNpFjadytB3Mci596c5+fPJhws/W0H+SnU39BzqCMt4iDNwKcQXd8B76Hbd0Devxwrtu8Q3Z341jX80zvRQjI6Tc5vuixf+4GfkelgW3h6lpSjWvOk9OBJME5xNcf6jeX73t5PbCj756Qx9VyKM98e2ld6b8vPf3P82OvfhHFMjcUZ6onz8z9Ob8u0H/2WS0+/7mZFxm0nr/GjN3fNRQ8zb84h4YCtFHFvLpQboD7T1h9p3UsxT0UgxMVIz/fQmDUyLFavNglVLiwXlwZbaMszNxElmXDgla8ZQF4PTKSzFXpzRIQKRefyeYrylGWb6OrjUnZJg1UO5x4k9GSc0MkJQsnPBqUlmujqZkjJaWkZxWRFOl+DkAlk7K8aygQkCA5f4YmyesZkUGQxSwSixQAKzwIcRGCEeGmVizi/nQwRDCbI2hwTHHhxWCw63F2+hC689jn8aJE5kYYsxPz9Pb3eEstJiykuciCHEozHSTgux6SDWYogHkyTDmQWSR+A7EcsSDaVJSSbyETBn/SbIPTgrzVlQbKW81kFV4xaAhhV0WKlOdPX4TLlWGOj/aayotVO1HG/5sdDcUxs3wb+y3kF5zdc6V9Q5ULhFP+WvsF69N0JzJxnKT0FxpKzQviLloq7LbVmsX7VcQrsUp6LejtNt4vJYKK4Q36i8TUBZtQ1PgeWOj5vzCG+6aGW1G+ijdu4CG4XljnVBQZkDT7E9B7q/HnpfiQNf6YI8pfUKHy3XykPxFRxuKza5BymtHmu5Hh4FN3RYSuMrsbNS/VKcpfu+JbbcUi+89dzSuvXse0WPRR8t0mndenRbpFta5vwkui2tW7rvLrRhdVjEr1Y2o7/yLJA+5SmyY1rNx3ackd8eKQ+Y992abSpAbyimFSxW444WmMUN1FSVU18oF4U7o96RzwM9mUoTk4Anlkqhrxq3GpVUVUmGscCFw5LBSCWIxq04XWKQBH6JWJR4PA6mgcRV+McGGJmMSNyUJZtOSFARJqTBGQ5IR0nGQoTjGZZulkyERCKKP5ImGQ8Qirrw+Vx4XR4c9mJKy0oodiUwJHhLB6aJCG7UU4LPdGBN+gnHEmQcXgrKyikt8mFPgiGTem5sWckNZkTXdDgkvGPEk3bszgKKSnwUiIyC8iIKbFbsN/AfjWKJAx4Ng9ZnhQGGXMEq6p3s2Oeh9bDv4cIRka+wVA89Vlhad2O/tNqBt9BCuQREu6RO4RYbVqG7BUfoNny8Cf67DnvZJbIVVP6u3LH3Vv8rfwXBU5w1w0Zo7iRD+SkIzi6FI6r7Ul0XjneJDWvS8Qav5bgtB7x4i6wUlNio3em61Rcidzn+3Y4b93goqbJjWgwey03MtjtMuY6bVDQ6adrnWx/s9cp1YQGa9nnXR5vDX6TRchHWrkP9bg9FEtx7pE8syF8/jwW622U25vS7vb5pRR+JXPHFbedydXJuRZq7896Ro1uJfqW6u/O7Vb/VeVQ2unD7LPiKbdS3edbZrsv0EB9U73TnFtYwjMdymOWNfrQ8YD5a5jwIa0wcTge1tT4szjIKvHbKmpppad/PE1WeBQVsxfg8DtyOhcMt950ISrZumMlkmnTjAZrLSimSrKK1spVSn4cS/yjTwwYV7Xs50JwhLUHVZDyNq66S6t21pKZGCeLF0dCa+/84xnA/Iz0jzMY82G1RCfRmmfHP45+cYioHc2TMNJTVYFbs44kSk2IN6MR33jLxVUkpPosVX3kZDlcJbgkMzWyEmNWFkS6g2DlDOOuSVXAvxYUerM5CSr0xIrPTzOT4h8lkDaobTIYHRugd8pNweGWCVUqh001pTRkOs0Bonbhc5pZrjo0qZHeauZuR1WZslMW2pjMMg4X/5WVI3zBxerYX2KUvOlwW3F5T+qoFl5TbxQadVHmLvtbZU2DJZZW2uv7qY9XV5bXc7C8unwVvkVX8/3XdRu3QRUCLDeyyILZRHot0NruRm2dKN+dx3kzTwCbBncNtsh5wShu7C6woOCV7uh5a7RMuoVcapV0vD7eMB6dcj6xWcr95dor8DfG4oYPqsQhLdVusu1OZw5c+vhxntfrleKsd5+iX6Zeze1ndavSr1d+Nh03ue6YsdFjEt6vxWHu9BYvVyC2cmCb5Le+Bbe+BfDdedxM6qamu5s//4hDuxtd4or2MHZUF1NTu4Nlndgk3A0qf42BbNa3VcrgFP5aiepr3PMdbr7zE9759lJo3Xmevx0OhrZH2I8d5+0+/ybPvfps3ap088c53efX17/Pj777Jn/ybb7LntT/ne8df51/9337Em+98n5cOvcKf/PFLPP360+ws2s3zL73Ic8/U4Ald5dNf/opfC/zql18yUdRO07Pf5pX9x/jOX3yD4y++yIH6Eva98CQHXn6FAz4vB956k+qK3bQefJandlWzIxtikDZe/eHbHHnmHd59fi8vHGunqO4IL+8dpe/z3/OHHP8/cHogjuXpP+VPXn6Gbxxv4dk/+gaHnn6ZY7XNvPJnr1HtOsSzT9bS1OR66C2Sy6/lvh66KttVgbzeeQ888h7QR6sD/hSpZU89PPKG5w3Me+ABeiAWTpOUMZbJ5G/KD9DteVH3yQP5oO4+OfZhstVLk/7eLJMWLfRAioWPBJzYeeKNJ9m7pxHfQuW9/7aXUNZ8lFe+9x2+LfCd7z3H4eYKiljDVtZEXVk5uw8dZs8LL/NsAchC2jJCu6x+1nPwjbd5M8f/TV4+vo8mD6iFbOEtk0ImaVnS+R9lb+FWyqv26Hhg+1ri9lkpKrNhc1q2rxF5zfMe2OIecEkWU596MSUjvMVVzauX98BdPWDeFSOPsC09oI/sGCu2roG3xIvL42DF0/fCWsOCxebE4/Phy4Ebp83KmqYmFidubwGFxYX4Cj24TFYI1CR0M2w4vV68Of5ePG4HK76cha21iWvIPe6Rv4FsrYbJa5P3wBbzgF6/TYuBXsu3mGqPpjp5q7aFB7KSUUslMrnsWjZ7y6r1hvTXYM4wjA3R5onyHthqHpAp81ZTKa/PZj2glye9RimgB8sYGjpR2LJBhYnFasVqs2Axlyn+CBzqPUgf87gXN6NHwB33zwRJU8djMSKRiECUWDROOpkgLROCbDpDRlLZGWRCIHhySDaVJBGLCm6MWDxBKpMkND7AxEyAuWCMWI6P8ooQlwlFJprI/U/H+A0L0uk0uTYVvsKcTDJGeLKPgdEZ5iNJ7ktiNjpHMBwnnLihxFqLVIJ0eJaZcFbs/Joom0qRmp8jKjakYxGxL0FCXPQ1xgb2EmHi4SBz0Q3QPkCSrNgcnfETSSSRZPoDlHxnUZt1/525b+2zeq2MRTMynFb2QiaZIasDSxC1/WQIQiRGQnaSJHP/X3V6cJDh6QgxxRU22XiIiH+coYk5EtLf06ks+gbdHH0yiT7cgnwn4mnp/8JfxnHcP8LgwAgzoRgJuX7cb69lRP/o/CypdJhwJEE0dutLx+63/K3OX5pb+gQC2qAPR9u81LwHtqoHHsFp81Z1dV6vvAfEA3ofknu03pjkKP+5Lx4QJ0uwFo9PMTY6ychIkEggQKj/EkOBOHPj/UxOTjA2GyA+dZ3LkxnmBoaZnplhRt8KGwwQm+ji+qif8bmITKyihKenme7rYzQaJZLMEhzsZHR4kJFomlQiyODlHmZlQjk7OsLU6CgTkTATXZcZmxmj53o/U5OzSLOvw9qsTDaVd4qMdJaMTCYzqTQ64dNj0ilSE9fok6BxOJCR+hQJnbiKhIwEKF/jSsXSj5zLhmcIj1zh3FiWsNCkhW86lSGlgWtvH5PpJNFAkEg4QkQmmCIaUQYhlSItotOkZDKsbDMSEWdkcpyTKbhpmRgLKz2FKEVmblj80c/V6YWqr7+zOV6pRArlnxGirOwoKE8hFr+mRFYUvwRbEzIJFzWFPEMqKfUiV4PorLRzRnyREPqcHlKv83zEZ0JMUutl1p4V5XM2ir3C5JaP8klJu49fuMi49hO1Q2xKCU1WJtbDQ5MEAjHkEOWTkcUBYatLArfwudcHagK5r3vNeZvwk2GcklWF1VwQkPHnn/UTjs4Tmx6gT8bBbPdXDE3NMCuLCaHABL0dI8xPd3N9wM/06ADTEwP0Sl8KBEISoE0zMRmStk0Rn/Mz03udGWnVVHKC/r4xxibCMiaChAauMyByhrqvM+v3IyqtyYGqt5iwMm6uT6YXxqwi6ZubpYOnpPOmpX9N9fYQSogOUwHp/0m0H2QzC2Ncx39WxkpG+mkOlP6mlCxZGRMpWZzISN8dG5sS+6LSd24CaCwAABAASURBVBfrF8ZbNjPHrIyrKQl408IL4Z2UsZHR/Zu8tuaOLlabFrDoqq8ebFLNtNitP4fQ9tokqzx53gPLPfDAj/NB3Sou1wGekslbNJgm6E8R8Ce3DQTnUrlVxqTcfSKBh6z7zPbx2/1u4+Cs3FDlpi23V+KRzKb7U2g+LdmlNNpXV+nGj2m1AXKzN81xBgcn6OuNkpWJn//Uzzk7EaL30sdcuPAVZzv7mLn0c/7xQpT+L8/SPdBLfygiAaBM3Lo+5eSsh4TFitNukJIJkP/SZfosFlJGnPHOzzh//jwdY2FioWFO/v37dEgA2XHqSy4Ir8vzCcb7RnF5g1w7dZa+jn7JHbDGLUtSgsfg9DRzczNMzkaYm5xkXoLOYChMPBrEPzVPsP8kVwYHuDYWlHOzgutnNpgkODUlx36Cssp/I/ZakJuOEpWAdXasn+neL/h0NMWUf46gTGj9/gD+MZkMX+9mLBVlWvjP+6eYCwdyPNOBGQLREPNzAeZkYjs7P89sIEFoYpQ5CY4D8wGCkuWbnZvP6RaNB5ifnWdu6CqDfVc4O7mgwsJ3llQsTEhs88+HCMXiYl+AaDiag8D4DPHgJJOiWyA4TWdnt7RXP7FYirh/gtnZWaYlgxoUPSLz0wxPzcmEfRSd4E/553M6xmNBmQwHmZuZFBvm8Ev9zHiQUDR1y3jJJGLEJCsyNT1H12dfMCQ2+yNB5qf9zAjEUuN88cVlhkfmJFsbIxqYRW2cmZwjkUhLCLBg0f34ll58P9huH57iAP2XBvp43EpK+ztP0zfcz+D4EJNXT3J2Lsz1c7/gwrV+RqSPhCJzDI2lKYqd5NMLA1w7/QXdEix1p8qoK3FiWAe4KosxPV2jDF27yuUPP6JfLqZx/1XOf3WBK73jEhBFCA2OEClzMXb6JBMDg0iCeyV1bqtbWAS4rTpXkYrHCPllvAUiJCX4CstiwrwEjvNS+iWtPdbVyXxsiOFxv4zFEKlEiMDMHAHp7/PBOAGxLzAzRSAcQ6YpN/thVoLZqIyZ6bk5IpEJzp65wtDwjMwHkiQjARmTU0zOR0lEe+jt6uLq1QnJBIaZF97z8zNyzYiRuOWikVN3S30ZpoHVZmKV67Jc5tnsloxnZP0ne8t1YbM88/R5DzwsD+SDulU8n5YL28xonLMfzPLrvx7n1/9hYt3wK6FRWCut4ioovpaLoMfL4Vd34P2Hv5tirDfGRH+MU7+aZZGPlot8dF9h8Xiz5XJeeqzwy//fRE7+avx/JecVZ/l5pVVYrNd9hcXjtZZKozJypfhsKV2uTuRrubT+TvuKq7CIo/uL/BfrVivf/08TTAzGGL4e5ctf+3N+UfrV8O9W/+k/T9NzMSyTy8wqvfgxrrbY8Ppc+HwFAoX4vE5s4g6ZJ+KPzTMyMsJg1wC9I8PM9veTjvfTeeYD/vDxGS7OmTiqCvF/cQb/bJKMuwhfQQGFXi+eokI8jl6mCquZmfNBVw+Z9LBk8kbpHuihd3CMoaEoY2MiDANs+ntSDw7Tvo7fsKYZ7bjOZz/5Z65NfMnf/NdzfPSf/jc+/eQjzg2NMD34B/73n/fSNTwugcZVuq9d4KPffsVE33v8/SdTnPyH/8BnX3zBJX+alKl63IC585z76gy/+nwIvwRp2WySKx/9lktXv+QLmcT+4XfnCcr0MEuEAZkMDlz6iIt9F/nVqWlmP/wnPh/+jPc+vMK5zz6js+Nj/v53g1z4m/8Xf7jUz1envuDcuU/4qKOPL//TP9PR/2v++ePLfHFphIBMJm9ocKNIM3HtEmff/w2npyclGB7ko59+wpWOK1y9fpWP//bn9H301/yi8xrnxwLMBDOSGYSEBF/X/9P/yknR6Zfvf8qXv/h7zpz+Z/6fv7zKtb/9X/jJ6VP806+/4Oxvfkn39U/4m0/HGf7i7/js8if83U+/4Ff/9BVDmaRYeEMNKaIDV+j65Gf8fGiaiekMydA0U5LNOfvpaT76h9/QlU1JNjOLJACZ773E1ZPv84eBMU79x58zIxmhtPC4bx/pPoYhX/dNwNZmrKbbnAZarqTpjhYnaWnNy90phqYTHKzpYKLsAKHhOJIiJ6MBzkQ/vZ3DGG4rE5ES7PYKnt5XRmFpIR4JDkKdH/Dxe/+ev//1h3wxvCAl2BmlwjZK3DlLZyRJKjnDUE8XgwELsax9zb/dlvUfzKXjb4F97nuyb5Bzv/uIwdFeJiNn+ezzK1w+8wkd1z/lN+dkFC7NvqXGmBr5it/+4gpT/T/jd2f7+fSXP+OrD3/G6YlUbowvoicHv2Lg7M95f2CIgZkkkWhWsnSQicwSHL/Atd4P+JufXWN0MkBaMn3pxDTzk2f55U87Get+j/OdPfRNrPd57pxJ2/ZL/92E/suM1dpq2xqWV/yx9MAql5zH0he3GC3XezyFVpr2etn/fAn7X1g/7HuumL3Hi9ZMe0BkKKgsLZVWeejxcth7vJj2p1fmrfVF5Q4Ky+w07vGy59kilN9SHnqssLTubvv7RD+Fu+Hp+Rzv51XHQlazQfH2iH/2in66vxSUXmGxTvcVFo/XWqrstqcLpQ2Kb/PB/hdutI/ouVZ+qoPC1/h3t3ERV9usoNROSZWD5gM+0alkBZ1KcvX7xdd3g9YnCimvc2Jw5+1RPZuVVfV0KoO+kjqVXJzWLLd2wTuGoaXizDKT3U2hTO5LzBEu2F/lGMPiw3J2H3+Ht99+kWfb6nE1vsZf/ssX8XSeof/KFSaErSFYiMzUlXOMTEWZnJ5hrv8cXcE50i8cI3u5C7PYibmjluzorEykphnqDtH03BEaDu7EKjzW9onjT7sYNw5woOlZ9hfOYiuuobyxiQZPlkTfFCXPtFNfX40nMsLkbB9XElbmonW0NXrxVLZR19jAzmoJKJcIDPROkrVaqRRdakq9GMY1rnSGGeuP43K6qNpRgxNDKAqoKPfga2jFYXdhDH3G70J1tE9cIySr/11xDxmjit3NhZhlh2hrcYBkD6d6pzESSVwtbVg6xymoLaO6rYEyCYiF6ZLPCMOSqR5PtvPcjjr21rlx2RDXZnOA24frwFNUdp1nZHxO2suJxw0Wa5Cu+XoaqnZzrMpDiTtO0G6jqmY3NRWFlFc2U11RgifpZ0YyHf7UNFOOFioLC2jaUU3NrlZaJNDXa/uCMkHGAxJghio43lZHQ4UFR3KA/r4BevvnsWYhLEG5w+3B4wozNzvNQNcMBIO4du/B7vKsI1Anv23AA8YdaIzaRhKznfgHu5kxd1N18QtGwnbmxyVQmh1izOrB6qvF6rezY0cxxSU6AtPSdxeZGhTsOsHxN3/Md197nidrE2SyA3x5fZhAaJRZyXgP9CawWDzUVcyRkX5md1fgXiTfRFlc7qK82sb5T75i5uKX0q+n6Iv5JAisZGeti9zlapH/7DjBoWtcliBsMlxLTXmh3EN2UFKzi7YGLy7BMwX0Y6tqpKCoHK8s1FwOWcjI+HW7rGSCo0z0XuPajJ14Kgo2GzZXAe5EhMzIJS5mEoyHqynwFlLksyqrxwfE2XfqZ4+PI/KWPgoeMB8FI+6HDYbc+e0uC4XldsobnBuCikYnlU2uDdGqTKVVHrq/HCqbnDIJW5l3aa0Dh8fE4bZQUm2n6oYOFRu0Y1G20issHi8tV6qvaHRRvdNNhei6FHfpvupWuWNlO5bibXS/Qtqgull0aLhdRoXUVYpvKkTPDfMXHlXKX+TcjUdZvTPXJk6PhcIKOxWbbI/iKntu4cFqNe7HENgWPA0TmXQZrHmVNSsr8JYKKopqaKupwFW1n+bkKMHsFL191zj/+Vm+On2NsdlhemVyeH1UJvOh7I3Je1qCjrBkkyQwqt7JiWdKaCwJcOFKCrPtCcoKiqnbVUlRhYv09Cyms4yahnoa6ssp9DkxWLZlQH/Doo9p3XrGToEtSbHZx+Werxg3ysAmwYrDia/IgVMWm2Yk0OwdnCJAIS6rC190TiZrBm6fHYvTg9PpxGU3MZcwdpQ4SUXnGe3spX8iIrZUUFMkkYsZJ4QVi9eJwzHD8GhGVvFNrI4iyj122krmGK86jLemhTJLGkc0LBkSU2Q5wObD7SqkusSOx5FhLpYlVeClrNpHbGKEoZ5hxmcj3LoVUGjP4Mr0cKnrGlf6hQ3zzE52ca1viOG5DJlQlKgrRTCcITs/R2xeAqrZDI2VMUZGO+mQLGQ47aVEGt7ucGO3W2We6sJhs4p/XDjLCmBmlmTcgd0pdeIXh8uFy2Ly9ebAZ0/jyo5z+VovQ7MpohKoRyJhQukU4UiI+bgdR2SM8ekwcXFVoS+DP5wi7vFgCC/ja2b3fE8f0Q7Np0glMvec97ZgKP5OJrJkVzPf2US1xUF9UZJMTTFdnU727t3LC0ft2K1R+qZsuMuqaH5mD6mRaQptIeLhCb74zScyxj/kwmScqLWIgpJKyooLKTDCMHSKmaqjVB16jZ0uB47R68xbC/BVP8GB4mmcxhyBJJveUqkUyVgYVzrIjKcWhywy2eQ4Y5i4PQbO1BgTAYPglJ+oBHMJbwkl0RkS8Qx2CdJsLjc2h/Rnh+WWMZ6VRZVUKkbEmSYwk8UWHmfKP0X/eIC5mSBZM0IkOC88raRifkKxefxGGaXRKVLxlCycWHKPNm7awG3EIBlLk5LFQVmv20Za51XNe2BlD5grV+drDQNMi5G7wNmdJnbX+sEhQZXCRmiVRmkVdH85aL3Ta1lRL5vDzOluWpDzFhwSRCynf1DHqqNDguPV5KluGuSsdn6z9Xfyk/JW+VpuBnI2SlvflYf0I20Ti/Qrm0y474p/lz6n7WyxmhjCj8dwMwwDwzSw2hfK211QRmVVCTU1DkynF1/7M+wqLmdPSw3NeyWYaz3I0RaZ9B3cRbVMBusrKql0OXE4bVgsNhwODw0H2qirraS4qJCC5mZqDBNP/X5ad7Vw+GAbrQeO0FjexoHGatqOHaRlVzvtDVXsba+gdv+TNNdVUeyyYzO4fZM6+WDo1y1nrVRUFrN3fw1Oh4uG3TvYsbeNivIyPDK5K2w+wN4yJ776o7S1PcOLB/fxzP4m6uvrqCqyUt3cSElJCUZ4lqn+y1y+tAADyVJcxbU0VVVR0Pg0z4huTx3fT9v+VprqKqmpK6ewtY06h5XipgbKyiqpK66gZd8+Du2uxl17mP3tuznc3ki9BMRVJQ5q5bjQVUztzt20HjpIa2MNDQ1llOw8wq6qcqokEKyua2Kva4we0eOqwOVL0yRMDw3tVThsDuxWD437WqipraOutpbWw7vweappPniMfZLJ29dcSb341O0tpuXJvVQUFlAmwXLFrsPsqNvLU/V2itqfpFkyGDsaKiU7eIi61mM8K3o272igoqiWhuoy4W2SDI7Te/kKC3oMMZdxUd7eTJnHTcNTTwnOfvaKLUee2kPrkT3UmV5p6zqKi0tkca5Z6o7Q1lhPY2OJtI2V25rulnbc3IH2C4lZua9C2Oi8wnxOAAAQAElEQVT2AOgWnbtYLhdpFFDVuJd9B/awq7kMd5P0F+n7ew/tZ0dDG40lVbTuraJizxHZL6C2sZHKunpKXQ5ZBHBjN6tlzBRRUmzHLX29et8TVFuraN+/j+bWo7TJeN/TWkXRzj3UF+zMXTfKil23BFHLVVrrscVZQHHtLg4dO0x1/TGOtO1mf2sj1ZXlVIqMqt37KHY10FBbKouiTZTWH+L4gSYaGxrlvJtKGbulVaVYJBgbvnqZToFrV68zOJ0kW7yTXfufYF9lEbtbasU+H67iaipanuCw9O2nD9RT5KuRa0w5NTsbKaw7wgsHm9jR1EhZkQeX1VirGY8Eni6qKeiTH4+EQXkjHmsPmI+19Xnj8x54FDwgK9qPghkbscGQGa8hgZ1OgG+nr5JJWwWNTS4snkIKj77J/so9HNtTRW17C0UyqTpY76Lm+efY/eRbvPLCm7z76rM889ReqsrbObrvCK++eoj2neUUlJZSsmcvOwwP+5/aR01FMY6CRsp3v8ArTx/mqTILO/fvprqihdaaOp56bheNhw9RZLdLDux2zXI1Bqysu4GvqpZdT53gaPtzvHioir1H26msrsZtK8ZbdYQ3XznIgRPf5bmDT/LyE3s49sJRdrfupqHAStOeVioqK7DHwwSnRxgZXoDxeCXVLQd54eXn2Xf8m7y50077E09x4OBRDsvkb2dzDQV7TvBMnZtaCfSqKiupKKihsOVpTtQZeFy17JbA7bDY29LUQEOxg6Yjhyjxeiioa6flwFM8t2+H+KsSZ8lBnjh2iKdeep2jR5/k6bJ5Jm/oMTI8Q9pbTdOxFznWto9DO4toefpp9h9+kZeffYpX3zpCWeMhju17jueF3xPH2tlzeB8tMsEtPHSCJ/Yc48RTu9l95CjVzcd4pcVB6ZFXaK8upa2lnurWw9TUHOTVEwdpP9hKTXEzLRK0Nu+wkY6LHiMjjOZ0mSRoL6f88AlelQDuhT96jT2HXuJJafeXTjzBU688zz7Jeu578hjtu+qobRb/HjjOC/ub2d9SgUeCf5ZtutqvE0TuwZi0u0zcPitWm7lMyuNzaNMFGxknq1nsbWynofUQ+ypK2fvcYUokYLOW7KOp8QjHd9fRtqcYw94kfauFGun7O9ul77zwJPsOHqe9bCcHdpdSXmHHU11Lw/E3aKw9wdONbgnyHVTsaKbt+adp3LOPBomui1uepKyqTrLorGnTvrBaN3AXlVO/T/R4+jnRo4UjRw6y/+hhmuvrqSnxUinXql0VzRyUBY5mCfiqK1p54oVjtMp4aSjxUN9UT1V9HY5EkNnREcYERkfHmc368DQ8wZN7nuKZtnL2PSU0LU0SpLbScuxlju1+hnde2i8yGmjc2c6egwdpamjlyRNPiq+kvrRQrjHc222Lc7NIECvNi3GHfrbFTcirl/fATQ88vneLmy7I7+Q9sE09IDMGnThsU+3zat9nD7hK6mh+4g3eeGsBXjhYT32x7T5LXYG91Yu7oo1nRI/XBN5462kO766meAXU+1pl9eAs283Tb7wugeMb4pdnONpeS8k9EirDMfc4bTqVzZX3iO1jzSYXIG9TD6juCtov7o8JLtyFzex/9Q1OCLzy6gsyruood9wfaY8qV6vdxGo1MYx8VMdD3vLiN+8Bc/Ms8hzyHsh74KF4QO5B+fvQQ/F8XmjeA7d5QIYjFouB1WZgSkl+25QH9Ld00XCaVDLDdly80uyPgvaLTTkiT5z3QN4DeQ+s0QOPSVC3Rm+sgJa97TmarKzCZnL/MymbTpHOyLEsxWVkSS4VT5CMBggFAwQFwuEoCbkhrcB2m1WliYSC+Cf9pDakeZrA7BzzswHSq9Bn0hmC0wEyqSUYqRjpuVFG5zLENyZ4FWmPWHV+1vCINWjenO3oAbkNkJIs3eL/vbonNkg0k5V7zD3htc2YGDI7cbhM9PG47bh4pTrnL83bo9Pp7+kUtoe2eS3zHljdA3LZXP1k/sxKHkgyOzfLJ5/0EZ85z+nzffQOTzM7O03n9RGy6SSp2Yv0DE0y7E9LAKi3+pX4PLy6TDJJMhYnmUjmglKSadLJOIlUhnQqRTqRIJpYDK7SpBJBJgeH6L7SRyARJykTjbTw0P9zk8mkyQhtRKKuTHKA3u5BBocC3BrLRpjo62dAzs1J4CvxW874TCKW0yGVTovMKP5AUCZFSTQ4jkXjxAMTJEZPcno4zGQoRSoZYmpihKtXByRY5rbV26ws7aZjkZwdSbVFdE2JjIRMtFJib1oC77u2Rk6z7fGVSWfFJxnpc9tD37yWeQ886h7QzIwpWTrTvEfT+cc8MtA3+xrGPfLlo9758vZt3APSxQxDvjbOYdtTamIiEAhIQiJIQuaA296gx9SAfFC3SsPnJv/yZWAsw0gRkqzVpUvjpOa7GOrupKNviOsjUwyPzGJaHdjTo8wGEwRjttzjOMsYPOTDNGNdXYwMdDEwOkLn1R7mek9ybWwa//wYYyMjdHf14x++SsdUgrGeLkbH+ukfHafvah8jl88zKQHdZG8XkyNXGZoeoqtnmvkZv2QvhxgcHGdsPCLB4lIz4wRGBxntvU7/+DAXu2aY6e9gZHqcwYFhxvr7mAqNc3V4jqnuDibGr3N9aJiunpHc/yG62DfGcOc1RieH6J2YoLd3jKRk7qR5bgpJR+YJDF7j+vQsE/4o0z1XGO67SOfwEJfPXmJispPOoVmmA0J4k2p770gMSw4kyN7elmxMezU7I1mM6dE4g50Rei+H7x9cEt4KS2RsVt7sRIKw9MfpscTXequMRdioLKW/G+1acNbKQ3kpLMVffrz03Fr270R/KfS1v9bCaxFnKU/dV1g8p+XyY61bhDudu4EzcDVCNJQmJjAxGKNXaRT0/GKp+2uE4a4oc3IN1n6+sRGyvanU7lg0QyKWYWYkJveA8IZgqHNjdMNL6DbCY7Q3QsCfJCJjfCmvje4v6rBYbpTPIp3yUVg8XlquVr8UZ3FfcYc6Fnyc29+k327yFZ7KV2GxTsvp4ZiMsxShuSSj3ZEN9Qnlk4PrYSYHoui/D9neo+XeaJ+VQZeRxe97wy3P5WF4IB/UreZ1iRiyMmHUTr4aitaXOWME5qbpHvMTyZpYnR7cHhcupxuHw4HNupVcLEaRovvMBfokWOsd7OWrjz6m/8KvOTsxz9z0VXok8Dp7bYjQ6Ck+65jgq8/O0z88xpxk84ISuI18/AGDkgEbPH9a6D7gUt9lzvQGSIXmiWdTpLIWCYNNblv0SsZIRqcYmx7k45NddH/6Ptf6e+no7GPwegfj0Qmu9swxfPpT+ge/5Jycu3R9XoKWjEx85wldPyuB5TBDcQmyxc+mCbLHwpYmMj3K4FdfcC2clIxfnPELn9F19XPODw7w5W8+ZGTuImeujTMyEV8geQS+Dc0ICOhjSo+AORswISuZ5SxjvTGufxXi6qnAfYMrJwNc+nwD/IVuNb0mh+Iy6Usx3h+7qbfKuPxFgCubsCVHewe5G7ZliU5Leeh+TuaS82qH1q9m+93ql/Nbin9ZbFs3b6VZot+KPhacpXKW7uf0ucN5xb12Jphrz7npJAMdEVRH9cPVUwFy9EvkK/7doPtiiKmROOmkXrc3MDy2OYnef3WynYimmZCJd/+VAOuGywF6zwudlOumVXlC13fpLjwEp19B8ZeABg0alIck+MidV5ylsAT3rrop3cUbdmgpOq1Io3h6TstFWE2O4imv5eeFbkDPLa9f7Vhwey8s6JYr5Tin2yIfKXPHSq/7Crp/J1Ac0U3bLsdTj2/gT/ZHiEqgHJxNMtQRXH+fuMFHdRoQvuO9YVmISSHxzDYfMZtT35RJVVFREYWFhdhsts0xy1M/NA/I1Pihyd7ygnXBIiU31DvdUi31T9HstVAavs7V2JY3aUFBWwne0lYai4tpyswwaeyhta2OCtOP6TSx79lH1d5GPFMX6Q1UUehtor3Mh744T4O1bCade6w0NjZDNhKj7HArtTubKfIV4nF5cUowa1/es9zlFFW30tJQQ7V9jKH+OUKSHbT6CvA17aG8sIZ6N9jMJKlEGqvFisfnxGK1UdG8L/f/dnzCP2O6cLkcOOxZVJcFgyLMR+IMTpdzrLmO3c3FFIg8X0ENdY1VVBWVU9XSQJXTiTu7QPEofMs1WPxjYJjGo2DO+m2QtpSuSNVON7uOFbLn2eL7Bm1PF9H6xAZkHF9dp4pGFwWlVqqaXTf13i12qKy9d6C7m5052jvQtz21YEv7M6vrdjcZS3nsfa6YnMwb/le+u58oov3p4pt23Y3f8vNL+S0/1/Zk8fp5iz+W8mx/pog9S+xvF93V7+1L6pbKzdEKj6V1y/fVJ75SG4XlDhr3+FB+i30mRy8yltPc6bjlcCGltU6yPJ7j25QFq0IZHy6fhZYDXp54uXjdcOSlYvYfL+DIifXTqryjIvPQi0V35vGK8FYQXKVZhAPHC6ludFJSZeeonD/yUlGufEL2c7AMf4FOeK1Qf0TsOCh6qD66r7AivvJ+VXhouQgr8FPaw8Lv0Imi232qdMpjFTqlXQrK5+DzhahNB58r5PAiz0U+Wi7y0n2FxePVSsFR3bTtDghPtXtR5q5DXorKbVTUOjj4fBGL9Rsple/uYz7c0sey6ez670GPGIVhGI+YRY+fOebjZ/LaLM5Ili6dzJBMZO5KULCjnZY9h9jvuSvq1kAIDjPQ+TGnB4fo8+5jh2hlE6CmDU86TuqL33Pxw2HMPU/RVtTD0MAXfHx9gKmMITcoZOXzI850TOP3lIEjw+AHv+PU7z6nZz5LYLaHyfE+hmdXe8zRgsUsZF+rg4zVRBbbSJvgVPkCFhdMDYwTmAniKPJKzdKPBWsiQHL6OqcH5omlFtvGQ7HXTmNZPx98/Bm//ew6Q5MhFs8u5ZDff3Q8YBgGdoeBp8BKUZmd4krHfYOyGieVTc57yt/ptWJzWGRCYbvJVwO9MpnI33dbcpPNjfsr549VeJRUOagQX5VWb5z/newvq3NSWrM53mXSniVL9CuRvlOqdaL7nWTf6VxRhR2704LdbeIttqIyNtNnCiRAdPmsubdp8hhvNoeJ+qJU2ny9UCYT/9oWF2V1jlyfWS+94lc2ONkIj+IKm4xtC/qylzLpazqutVSe6wW1o0rGW5n4oLzesSl7FmVXiF1q2+LxRkvlU928MCa1rKhf2N8ov0W6SrG3dpeLmp1O1O7Fel04scvis1PGWUmlfcPtusivsNSO02vBtBpsq+0+KXu3p9Puk9g823vkAfMe8Xnk2JiS/bDKzUQvHrcOdQflZRV88912nNXPs2dHCfVVpdQ17OLpQxoeCXbhE7Q2VUiQsUXd4iyhrLqNw4eP8vwrT1D77HO0uNx4Xc00tx/huRPPsPvoCY7XF3P4xZc4cvRFXnruWV77/mvseu57PL/7CG/80Td56oV3eaLtWV45vo+Wfa1Uups5dESC2/YiLPOdnPnoWARjBQAAEABJREFUAz4W+OijbtIVNdQf2kdtQRXPHD9Aw/Pf5pknn+H4gZ3sqK2k0F3B8eNtlDS10bx7HzVeJ+lYhszub/Pubjtluw8K3k6ebm3h8DOHaXJOcP3LT/gsx/80HRNZCp5+m+f3iF2tVex56QS79z/L3soGnnznecocezi0t4oauSlu0VZZt1qpRJZ4VLKmqcdzhTErOYyM2L648GKRm/J9A5uB1WZyL/mbcvXVLKsh5SJfa06OcU/lLPK+WaoMSaXfPN6I3+7CQ+2wCM6mZKyiV473KufWLG8l3VaqW6ccWWdAwZQsk9q/mT6jL0JK6jVw8c1SPGabXNaSco3T3w2bFlhz2y5pM+0rNunrWm6UXmk3wsOUOYS2mHmzLxhon9iMHkqv+ihshM9SGuWhsLRuI/vKQ/2jtFrqse5vFpSP8lNQu2/yE38ahoEh/r1Zt6TN110n/LStDIPHfjOMvBO2eyeQ6cRtJuQrxAPat00Z7FbJJsnhko8Ft9tNy64yrN46yoqc+Fx2qSugoqJwAc9RTUmhmwL3wuHW+dYBa6F+/z52te1jZ00tTQ3luGvrKbJasZs+ikqrqNvZREXDDmo9Fsrqm6mp3UlLYz07dzdRVLubxsp6WiWIq5Nz1SV1NO+opby2Ep+9iMrqGoFyCgu8FBSXUJyDMmoapL6yHJ/DQ01dGe7qVmqra6mvKKbI68Fuc1NbV0ppUzt1Ow7QtrOZnY21OEpaaSmx4C6poMhXRE1pCZX1jZQXFub4F+X4F1JYVk5x9S52VldSX1lIxY5GSipqKXMXyEpfHW5LGRXlHrxe69Zpjk1qYpigfRRjk4y2LbmBITd2vSFvax8Y27YB8orfRw8s9G0wjMeng2iWQAHdxOyc6VLq4XaEnP4SnG5H3fM65z2Q98D284BMC7ef0g9C49x1WL5u3mAehNB7KEN/ZK6/Cbz9179WGvc2U11devORx42LXYXS6sFT2kjrgcPsFzhwoIW6Uh+uVdCXVrtLqyVYq6GxqZGW1rqcjrfd000bpquKpvb97M3xb5OgswLfUkaPwb5FVid1FTMX2D0G9i43USdMarvNYaLl8vP547wHHrQH9GULCvdCbi5T4bQ8Fn1b77OBQIDZ2VlisdhN9+k1zjSRwJZttxmiN7fdvLadGXmFHyMPGIYhU8ZsDh4jsx8pU/Wy80gZdM+MuRHQ5QKje8b0wTAS1UmnQR/fWWmCYbFbMK3mg1FmvVIsDpwuF06HDUmUrpc6j79VPfCg9ZKOn5HBm5aBkE5n0P1sNiM3K1FEzsk3Ok6Q71wp5xRnKW46ESWRTJFS+hyftIyrtPASKqnLLZwoI4HsDZ45AbKfFX5KH4snhV5ukoJz20cFL8JtJ9dQkU6KPpll/z5kDXRrQMncsG8NqGtDEZ+kEwnSUqrJtxFlU2KL+nfZ2Wxa/C02prNkM2n0Z7TLMG5jta4KaadsJkUyJfzXRbgCsiqm9mWEl+6vgLKeKum+q17D18NnK+OmZVxpEKcwPj5Of38/fr8/1xeSySTRaDTX/jJMbzMjKw7KCL3yWBi3WcHNIk2Qw/261MaQ+kV8LfUH15kkiXiCpIzxtNQt8EmL7AwZIc5IOyrkmIkCykVGvhwKLzmfFfp4NCbXCKFRfnJma3wyZKVPJ/QlbwtKbw218lrkPZD3wH33wBad2d93u+8qQBYsMEwDyzaMLHRxUFd5FdQG8lveA4+VB2Qmk04RDgWZn58XCBAMhEnGIiQlWMmkZBKmk0Gd0AteUhZAsvEY0VBgATccJZGOMd19jp6hScang4RyfOYJBOYJx9KkgxHiMuGMiF+zMsHTCaiWyORQIR0LMtt/mgudA0zOxySwE8RlHxFPWoIJmX8tO7PGw+Ao07MhZqNrxF8HWnguTDxy7/79hwZ08zJhn5fALrmSHolpmcwHmAlkuOV0coZAMMBsIEY64mdaHK6B3S04mzlIh4iFphieSJGWwHEzrDQro9dbzRobehHeFDOkP6YI+iXoiEsH3SSvrUquAdy1a9fo7e2lpqaGeDzO9LT2BT8joyN0dXdJ5i4uIdXtFsRCIQI3x2VAxmWScCQp7ZgRIAc6JhfGZpJ4NERQ8AOBEBEZw9ngEN3X+xkYnmY+EJSxP38DQsSSccERfkH1vV5PkjKGs2Rk0GZkjKcTcTLhITrPXqB7yM+88Ltdw4dUI9euZHicgdEEcQnsHpIWebF5D+Q98BA8kA/qHoLT8yLzHsh7YPMeyMpKekImvPr/ipKx5UvlMhGjn+6uATo7AqSC00x/+p/4Ykz/59RvuHjhNF/19BO88vf87aUUPZ+fZmBshElkLT44SeTiL/giVknSZsNpTRMfH2Xi9Bd0SgCXEJzJCz/n/Fefcmk6IUHBMJ/+5/fomvRz/dSnXDz1GZdDMUau9+Hy+Dn/0R/ovNTJ8mDGkKuvaTUka87tm04ekwmigQhJsTOZTEtQGiMpk96UBKbEI8QGPuZC/zDX/UlS8SjBcApRj5RkHpKxmOAmcpmtW5inkiRjUUIxwdUTiZhkQ2QCO9LN5MVP+V1fRCbHEeZlAhyVQDcjk9e44AeiSTJSJhIp0Ud8pHzCQaIyaczEO7h84QoXL00RlyA1m00SC0ZIJNIyCYZMKkV4corO3/2CAQm0wyp3EXIKi8wZoe8e4NpwhKwE3EkJsKOJDOlQH5OTEwyMJ0mE54lo9iaelQm28BU/pOVY5UVVnvgooyA+ikcjBMR3CfGdZnMyEgkK+qLUhTKdICET+6HBK3x4dY6E0EQiUpfMkJkZwn/hD/y6J8Kc6JGRSX5cfBqR/rZAfP+/nR4L3iI7+njx/Zf2cCQUFBRQWlrK8PAwkUgEPZ6YmOD06dPMz81TXlYtC6u2FZXLAsFrHQxevkIvUQnirvKTf77K4OAlzp85wx9+e0mCvmF+/x9+Q8/Uec5eGZJrQRCyMQke+3nvF9dzfdnnsWNm5gS3k/ffnyQUkkAu0sk50eE3H/WRSoTg2t/wkzNjXOm+wpXLZ3nv8wHS81fpi1UQ6/49nVJ3blToVtR05crFfh6R/pWWfpWR/qVBbVT6H8kIofBCX0Qygjq+A4vju+NzGWsdnJtIyPjOkI1FCEq/1QUrxU2GxhkfusCvzs0yLzQ3pctYy0p2X68pCVnYyqSGGOq5yEcfDuX8oFfMm7j5ncfSA4ZhPJZ2P0pGy7TiUTLn3tki1z8igRQD14Jc/myWy5+uET6Z5dJHgivlmmkWeX/iF1o/l5fSyv4lgTXzEtxrJ+UGNZUgMJ2k/5LoL3Wr8tBzHy/TV+s+WqbHoo4bKC99LHYpCN/ldui5iyLrkuqwVt7CJ4cv5U1+sn9J+NziuzXyy/lG6G/yWk4n5xblXVI7BG7iLjl3s245/Y3jq59Lu8wkmZWbcd9laRetXwf9cv7dXwWYHomS2WyG4d4NmwfLSe4/FgmKHE4TLb8WnjuB06XTFFMCCwdOu0l6bpxAPMWUf5CBwV56ewYYHrhCT88YoelOuq+e5OzlTvpk3FtsMYav9stkKYPh9OCwWrFKAJH2eLBZR5mSYGFkPEF4YJh0cpiJ6x30DA/Q19NLf+8kQ9MZibviWBwW4qEYiUj8a/UW90TN3D1UysWqhTKDf3iIq59/woAEOx9+dp1Lf/g5Vy+do2dykvnJc3xwcpiRkT7885309HZz6WwH02Of8+mVOTo//RVXr1zK2ZFaynu+m/6+bs5f6Way83ecGhnko08u03utn8DMuGQrppmSyWEq0kdH/wRj3V/R2/kFP/2yg5Hf/w2f9Fzn81MX6b3eyXRokoG+Ps7++iP6/UOMzweFPk44MEPX6Q8ZnOrnq6+ucO2Lj+m+dpoz4zNMDswQkaDw5tQ3ExbfdHHyoyuMDvUxI1mUSdFp+OrnXJie4drHpxicGGFGAqrgzAwz3Zfpi09y7qsupoYuMjzax+nzI3Sd+Uj8PcjZM1foPPlbrl7+jFN9oyR7PubCeIQ+8cXQcC/jNwWLl2VC23XlGtcudTEr/WI6mCA0PcRE/0d8JYHClb5ZEoFpJiMpUtOXuNo1yDXhM9F7hu5ZpE8Jj/v8sVgMLDYDwzB4VDe73U6hvvRKgruOjg5mpJ1jEtxohs3t9uDzFmC1WFY0366P6csZU27WWbcDhy3M9HSY2MwooYFeBiTLd22ii+tnhumTAHGg5wqXPj/L6UvjBKxOrHPX6J0KMZOy4fRYcTizRCMOnE4HmfEQ2alBoulRrgZS+AcmuC79f6Srg/6eHq5Kv0ylwkSzdoxkgIQsqoSTa59OJUTH0atf8snoHAMjIaYvfsgFGd9fjYwT8nfy6R8GGOv7gnMdg1zpmmZ2+Ap9He/z2wuzzIxPMi9Zyrn5CeaGL/LB+SnGL/2ei93n+ehMB+e+7GTWP8JEMIXGh+Ki3CebkuvQdB9DI6f5/ckeugcmJZCeZ2oqllsMyiE9sl+rG6Z9LQerozwWZwzDeKSvNY9FI4qRa78KCfLj9MkNcpksZwUycmXMrQDrKvDdQFbAEtGUrJynZdFsfZCKZ1DajPC4KW/p/t1ky/mUrPglo2k0i6E2ZGR5+hZ+gnOTt+4r/0XQY4GUrLAnhMcd6QTvFj53OE5E0jl/ZFfAScbSkjlIsy5Zi/pqeYNnTmfhtS4+N2hzdizhlTtefk7PC6i+aVlZvYkjdTmZWi6lWWlfsgU6G8xKFiar7aI4SrcIerweEB5Z6Z/a1o/T2Fy0VW5BmKaJ3WVBM16L9bnSMLHZrNjtDuw2BSsmukWZTRVK5m6e9PwQ12PVlAUGc89qWZxu3D4PnoJinNX72FvtISNBxqx/lrhMPu0CNocDy8xVJlJ2pueSRPuvMBObIllVzJxMIoOpOGGbh/BElGwyLNmGDGVNTZRWV9yQrzrcDRJM+4N09YWwywRzXoLFicF+5iNhkokgoaEOBtIOshYTS7SPkdFOzvVP45cJ8ZyMNb9M+iKSVcvaLLf8LjU+dp3B/k46x6aYnZ0jHJdANzDMUF8/Q+PzJCVwtTjtWKxZIhqIzgwwNzNMz0xG/HCRkWiW6akpQlPdMnnu5XLHEKOXOpiIJ4hbHTL5TkjWcojzJ6VOsi0zc9MMD4wwNjpD1mFH4luZNCyxXf/n5MQlrszaSRl2oU8RmBqh9+JlRiSom54J3QwCDckwGNEg/pSVzHQvozLB7p8aYjg4zIVTnblsnn8uyPz4FKH5OSIizO4KMTY0QE/PhNgb45afEc9cY3gmwGTCIcGAhUw6zlTPVQkUr9I9PM6YLIhZrOI/p424BJA9sgjQJ7zn54PIusASI+7fbiqVJSn3hIyM8fsn5eFyTspCSUyCOMMwZJFihJRkdSsqKtDsndZbLVaMVVS02mzomHTkxqUdaS6EDcwGsVojxI0IfefGcDWmmIpCNOPC5fXh8/hwO4tpP7SbCucME9PTDMyDwyH8bA4po4wO+IlIsG8YE3zVm2B02kF5Yg0TO90AABAASURBVJCx2QgTcwkqMpPMyHU8EvATdu2guLyG2oLVNL3dgMBMkJHeKdISmNplwSkl4yoYDksQGSA5co6POqcYHpvGHwwzNT7OSPcl+sa7udwdJBoDi9ieCfvxXz/PV/qI+OQ0gZGrDEofHdTA1G7FWCY2LeMn0HeBjpEhLnSNMTUXleumjHeL45brxDKy/OFj5oGsLJI8Zibfau42PzK3uf73TX29OTi9Fmpb3Ow+6mP3E2uH1sNeoRFYB43ybz3qpfXI7XLajt1ep/grgvDYsc+Dr8SKt8hKfavoL3rcicdt58Te1iNesWEdckXGivpI/U1eK9khsnaLzrfpIHSr8dP62/CVj+p8FzqlXQ638VqBx00cbR/RdymPm+dWoFuKt0v6hbZJYZntZrvo+bXSK+5S2LHXQ3GVA7Sz8vhtmofTG5DMrVjxRze3uUQospME2UGJ3UmNN86k7zh7syOkslZc5XVUlRbhk9lQ0l3PngNVxAa6GR8eJYRuWbLZBDPXR0jIBNHnSWOJ9NI5HiZ79Emc/gDeqkIcdWVkJ2fJZtIkYtLW+2Ty2FiFRVmsCTIS5FhJmIW4rAUUu8Hiq6aovJIKuSYRimAtcsjEzi5Zgiix2ByzyZQEQCXUVrpwFjdQWl5BleDYlshLxiLEZCIYEdy4rYH6wmKaq7JEJLs2JkFkSoLArEyyU85SfBLcuSwZ7A4XxSU1FBd5KCisoaRQAl9mCc4M0T8RRqIOooYd8SxGJiQTzgCz/rQEVjFcxQWYTh/ZpIVCh4lVlLmlq6YSZCNzJCQbg9WJYWQkaI1Jti9MTIInS1VtbgJulUUmI5PFV1QERgWt1UlmRMZ8LEtldUrkpUReFFdJGd6Ceop9NdTvrMazcy++iTNMJ53gqKDSwtdbZJ6UxSTj8GLKAkAmHWW0bwB/KIH+ZjIliysWmRhn4nHxT4CI+C2ctpEWPqVuMLj/mwZzaVkIehQXbVISvIUliNHf1Gl2TsexPnrp8XioqalBA7u5uTlikgHLrHOSmZhOSXP7cDeVkezJsv8Nt2TNM6Qpoay2ippKB5mwQXHLUVoc4/jHh7g2lmRhy0K4h17JcoUcBfisGSavDNIXKeVQRYKkpxKsJRx2ztGXgHgsRrrkIDW1O9hRvMBhLd/xlIVo3EaZLD44HdKbLOWUlFZRW+7AjM4ynQoyG/VRWODEmpmXTPYE8ymTqCy2YDUxjCzJSIRQYJZI1E/ArKbYksEr2caUuwCLYV+mhuKHmO7pYiSQkT4eJYXKtWCVa1pKxlduEC+jenwOjcfH1DVYquNxDWh5lC3oAXML6rQlVDJMA4fLpKDUKjcCO+W1jjVD7S4XlY3O5fh3Pa4SmtoW113x7qSLyq1pduJwWwRMCstt3Al/pXOVDQ4JZkWPurXbvBKfxTq1qappZX9U73BS0yyy1uHfRb5LS9W5Zufm+SzludJ+tfhWfbzSubvVldXYsUuf0rYplMDubvh3O19cYcPtM1nl6SQetS2RSJDJZJaYJRMwmYnkJr26u+TMwq4VqyzfW21ywzZNTIcbh+nH5immqmoXbTvaqK/dSa0lSMwxzfUrn/PxL37HR5+cZWTiAicvfkV31EXaUoDbYsEik3xrNkznRDUtLQf45mtN7JH+0NftxF1/gNqdLTS3NVBZYscWj+Ao2UXr3laqiz1Isy+otKZvFxWuFA2uK5y68gED1kaJecpEByvOQg++uhJmvzzF9b4Zoq4d1BTXsCMbwjAzgic2Ox3SJywgQWUqEUMzHgq2mloKikrxRtPYMLF4ppmI+nAYNgq8GSJGgmB3P9PRLOI4sdeF1ebAJZkE0+HBYTGx24VSMkgWAWepj5QZJ55wkY1OSWAVJpyq5Wi7QVxoEtYyqkuseI1hzlzulkyfJ/f0Qjp+QyfTRbK8laKeTxi+3sdcyKS8soTm5gJCkglN2i3YnF6ykRiR2VkyVjtOE7x767CUNlNqbeFgcT2H2gyiNpOE1YVpd2O3WrHgBKOZ8rkLWMrdJItLWOqLeEUbztAk0evnGBj1Y9jjBNIS0Gft4psEcVuCtDVFqKuPVP0OXMLXHc/KOSumsNb5MPd5s0sg7PRYsYht91nUA2Ovk0UN6AKBAAMDAwwODubGdHt7O08++WRuX39XVlhYSHFJEYHQLJlsCsNYWUVT29pmw4qBIf3Y7bIRjnlxFDbQeGA3NfurObSjlsIQpPovcu3Ue/z8/d/zSec4XadOcuHqpPQ1E58ET6bQO8Xn5nAHNOyn/sSf8tTuPez0n2HQK/xalVcr7VWNFBfamYy5Kd+5j91N5ZT5rKxnKylIUlE0zedfXuTTc8PMRDOYaouvDGfTQQ5mA7hlPFqkXyYtNpLpAipEgIwE0l6IzfqJxtKYTc0UheI4JINtbWjFa0ZJX/uSDrk2GI6s9Pk4cUntxaJRWQtKMh12UeJLYsvGSaQspFIxiHQxF8nwCCeEudMml0lWv4fcifLRO2cYxqNn1GNmkdwiHzOL12puFta5QLhWznm8x9gD6WSWRCxDSsrV3bCeMwaGYayHYFviptNpvvjiC8bHx9F9NUKtVjAtcrTilayFtvYd7NtXgK2gksrX/4oXm17g7WdbaH3mSSp3PcXL7QW0/OCHPPnOv+XHP/gr/urP/5hvffMEzQ3P8cZzb/Pnf/EmzxxuorymjupnT3DALOKFb75MS1MNntKD1B/7ET/65lu8W2fj8IvHhe4Yx3bt4Rvff4p9r75BpdOFXdRb38egRALOo+/+S9589of8i1d38twbz9G0cxcFjmqKmt/hL3/8Bid++D/z/Ze+w5+9+SJv//G7PHnsOO2yiLPv2adpatqBZWaA7lM/4b2fL8Dvewop3vUS3/nOyxw6doQmRx1HnnueV4X22de+w9H9b/Anr+6hyVfJ8SelPP4dWg++xg+OllPxxl/xQmMJTz51lJ3Hv8+BY9/lx996me/8D/9nXt7xJK899yLPv3yU9tYmDn7zL3nzuRO8dKCetmde4uCrf8qP33mVH/zP/5Z9sV66Pv7Fgk6/P8MXY/W886Pv8cK3/oo/fvM53nntSVpO/Bk/PHGMl47ulEzcUxx94igvvX2Ewr0neK3SwOfex3PPHeKJwzX4Kpo4/M1/xVvHX+SlA7W0Hj9Cw76DtGQl85KcYTZ5iMbqUgpT17j6+YIf1B8fdvioP/oab/7wX/Ham3/Of//2ft750R/z3Ft/yb94+1XeeulJSvdI+7+1j10tr/Dma2/w9rsv0r6vlTILaL8jv63LA1m5oeriQk9PD/rGSw3uduzYQVtbGwUFBZSWllJSUoJm8PSlKW2726irrcEuQdtqgrz79rLj4AF248ZqPcyP/uwwx/7F67S3H+J4XQPPv/4cjpKXePuFE/zFv/tz/vJ/+rf8yz/+Ht880sBBadMXf/Df8YNXnuS5hgoKCvdKG1fiPfxHvCRj/kiNg4od7bzz3/05f/H9Z6hoepXDe5o49kI7jc/9C76x5w2+cdRJRQHr3pzVu9j14vf5l68+yzdf2En7my/QuquFJksRBVVP8sf/5tu89NprHGlu5fjTx3jjR3/By2/8Bf/TH++l6ejrHH/+OG899yR7Zcz+t3/xOs+/8QxtDUd44fnX+O6/+gte++Zf8H//Zhr/uT/wm3/6CT/5p1/zRccsxd/617zz/A/5H/7iDV44cpRdrU/y2vdfptxnwWqu24xHgsCUeNywGOQHNblNx2luJ/+1LT3wmA7jNbSVjPE1YOVR8h5YlwdMq4HNbmKRcl2Ejyny1NQUV69eRTN0OvHTf06s/6ZA/3/V+MQEuqqfTkn2Th8fus1HVqxWKzabDGbTxJSsj8PiwGm3YrXbMa12HNIOVpcbu5xzu7x43S5ckumyKp7DidvtlEmlFdNiwWJ3SKbGxJE7b8EwbVLnxu104rSAzWHHarFjt9pwuuxy7MRiGBuaK+iqvd3pxqkZIodV9HPkbDEMi+jtxCN6Odw+XA6XyHeIPNFTbLKZBja7HYvFiquwirq9L3JcAi6Fo+2N1Jd7cbkcCziGRUoHDpfQOlzYbE7hZcNqWrDnfOTCupipE/84LKbUy3m7S+hErvBxeb3iQztOh/AR+21WKzaXB6ddjm0WrFLaJEPqFp+5CsS/NfvYe/jZBZ2ePMaxliq8Prfo4BXZDpwOO1bFl9IhOpgWO3axx+G0Y4oumqkzDRsOuw278DdEV5tzqTwbFpsNKyaG6aLl1VfZXV9NXXkTTfu/9sURkVtVInRuAfGz12nD6XZjF16qq+ph2m74wyp6aRuLDTabcia/rdMDGqhpZu7KlSvo7+iamppk4aGJoqIirNJnTNNEob6+np07d1JeXp6rNwxTcvEGEg+uKNGQtl5ob0PO22S8Sr+QsWG12nBYLDikzQzTgVP6p9vrxuPzythx4ZS+Y5M2dUhfdWlfs5iYpg2ndDDD5sIh7WyzGJjCx+kROhnPptWBzWbB7pA+Jn3UKf3DKdcW02Tdm2GxYpUx55Z+7XJYsYmeVvGDFdHDYsflER2kziZ1dun/2jcd0jd9LpEtcu1ij1P0tsl+7logfPTa45B6l+jrcBbgc1bScuxJnjrxIi+eeJanjrWxo9SDR/u7+Mhhk3FiteOUcSyXjXXb8KgQGOgf8s1jvxmG8dj7YLs7wNzuBtxP/fP9+3569/HkrX3KtICRH3msZdOsnE4IJycnqaqqYm5uDn1Lnv5fq8B8QPxoCsiNyBBYC8PHCMciAaG3pIbq6gWoKPLglgWFh+kCi7uY4rLqBZ0qyqkocGLel7aTfmH1UFZXRaHbJQGjj4LSBT9Uiz/KC53ohPxh+uJBy34Y8nTxZWxsLPcSlFAoRIFk5HQca9Dm8/kkSLLdopZbAmutd0rApScMmWobsqMgRf6zZg+ox1wUlFdSKdnOmtoqKsuL8FgRj5Lf8h64owfy2bo7umdLnzS3tHYPU7kskh0QWOFBc+3wyWSGbCZDRpYQ5YPWZVJpMsk4iXg8l0FI6Ou7V6B/mGZtTHaWpNgUCUWRnMjGWKxIlSaZSIq/0jfPJoIh4lKXytVkyWbShOZDJMW30iS52vzX4+MBneR5JRukQZxm5YLBIKOjo+gLFjweT241P5vVlfx873h8esUaLNVAUTIeNs226Px2DSR5lHvjAb0XajZOs+oa0OmLUHRxRrNymonTxyw1+2QYd28YQ2coiqZwb9TLc7m7B/IYeQ/kPbBNPaCXzG2q+v1VOytzxEwmS/q2oCyde/HA0NA86eg0k9MhAmEJ4qIx/NMBUrEQ4blRJqb8zARiJPTRsPur6rq554LRdJqMBKVqJ2Jnrk4Osjf201IuMM6SycSZm5phpG+MmNBoYJeVUm/eOZD9lPgpmwkTDIQJh5PcJM8xER7qT4Ebh5CTFRPcKMFgUo7lIzr5u3qYmptmOhJhXoK5RCLMYMcA88EISWG6yCLHZ/ErxytDWs4v8NVNYpcQAAAQAElEQVT9DDn7RDetXkR9lMoFXyx8P0p2LbUl9ziRy5V7oUJnZyemaaLBnEvqyisqBNUko31vG7pBuq12V+n4Ykb+k/fAI+CBVCqF/h5OA7nh4WGmp6fRsarBXF1dXW7fMPIR2iPQ1HkTHkEPGMZ6F0gfQSdsc5PyQd0qDWiIZ6xWA9ttjyvFGR+f4L/87WWiwx/w099c4MzVIUbGhjh5qjfHzZj5nItd43RP5A633Je+CjkqGbFIRILORDr3drl4NEwknsxlGOPhSC5Q1SApk0kQD88w2NnNpZOdTEmmRAO7RDQqGba4ZNCSJMNh5iWwTUcvcebUVS5cniH+dfINMinhq5BBg8F0KktWMn9JkRmMJAjp/31LiWwJCLs+/ojuwcuc7rzGZ59dlMBumssfnKVveJK5WAINHm91aJZsIi46RgiGE7IfQ20JSlZRM4vJWJRQXORutUn/vdBHeGhgcKs/Ho0jXSxIyQRR35I3MTEhiytp9PGtffv20dramjuemZ5CH2W1yhiVe5EE8dntBTIO0tL3U4ltpreskmTycFtfy8o1Lzceb4zLzfsIcvy2yZDWMau/d+3u7s69CEV/I6bjtbm5Gc22b9gM9aesJMr6nPic+wSLY1D5L93X443B4r9a0Ta8tS9sjN/X9i/Vb3Ffy/XyVRqFRTrdV1g8XmupNAprxV8JT+mXwko4C3VZufbkBob0C31SasEva6NdwF3go/vKS/ttDjbcQfOEeQ9sHQ9I6LJ1lFmqyXbZr2VAAo5hPusLY8gM0+YpxFfoxectxONy47RbHrgpehPRiaJCVrIYXysgV0ESnHnvfU5//gc+OXuWv//P79H1/v/Cfzk3QP/QOc6ePsN7733ByKn/yt+cD/L5P/+SMxcv0BGIMjo4Ruff/g1XohEu//Y3XP7iH/joyhf80/t9zPb3M5+IEE1mZML9tcTcnjnFpQudXPjwfYYv/YJ/fyrKtV//nIudv+NkTy8XT12j/8N/4B8HpxieSkmwmBYeaZJJoZaAkNlBxkbO8ctPLvHRV5NSueQze46vzp7hNx/3Mdt7hfnz/4H/zwcX+e0//B0f/+4n/M2py3z0d+8TjcVR65dQPpRdNScZy5CWCf2mFZAFb8OQr00z2noMdKVfX6rQ19dHUVERb775Zu7NeBrY6e9tvF6vZO+GcnfnvotBzv56hi/+eXJT8Nk/TaCwGT6f/2SSRfjkHydy+6vxG+4MSwY8weC10G16fy62KCzSfiq8NqvbIq+l5Xr4qny1bZFe9Vus+1x8p6DntF75LsXV+nsNKlvlLOf7+U8m7tqOSqvw+T9N3uZ75beUx6f/IO24Cp7iLsKp9ybxj8aYGopx9bO5XNurjMXz6y3PfzDDaHdYBudWuHKJGqt8dEKswZxm0vvlPmCz2dBgTl94omPVMDZ3jQrNpeg8G+TM+/77Bl/+ZpaTv1zg/8V7fr789SxnfrtwvFG5Fz6ZZbQvin88wenfzvL5z2dQOTm+m+CtPE6LvspH9z//uT/HX49zsEY/fflrPwqL9t1i9zr0+1J8dfIXfhb55HRQeoU16qL+OfUrP5//bIZF227yW8bj+rkQs9NJJofjnP9wPif3lLTdF+KHL4XHLXSqg8JSHnqsIHWn35/l2pcBZicTck+WlYNV+vjjUm0Ymxurj4uftrKd+aBuldbRVZyEZHjiEVl+XQVHq501e6i2JbHN9tCZAA3sLBYTi2liChgPY4yITNMKpmQajdtaOEskYsHirKDUaaPQP8BQuIDi2hIKk2PE0nGiNfWUNHlJDF7hyrADq7WcpiI3nmyK+NwsMVkpi4WCzPf2E/TPYt1ZT2V9FV6PB6fTK4Gsg1tj2SJKUn5mpkb5oHua7OgvODXtwOEuptyeITgTpm/UQmt9BRXFVhyil9XuxOW043RYwCP11dUUO01sEjiyZAv1DUogmcCxo47yymLc8SlwlOKy23A5HFhcxXiMkFBsjYmRYQGLzcS0GKLT5j7pZJak9FF9/HBznLYGdUoyc/o7nOvXr+d+N+eQ9tNHtmpra3MBnT7CFZRMseLpvmYA0hL4+4qslNfZ0f9VuBkorbaj/0twMzyqGu0oVNTbKamwiU6r6+UrtuDymBRIn18us6rBgcJifVm1jfLa1Xkt4q23LK0Svmv0XXWT6NToEJsWoKrBfkMnsVnPCSzIt1NSabsnbbLAz3FT5tJj9Uep+GVpne5XiY6qq+6vBnq+os6xqo5LeZSs0UcV0mYOt4lToLjCylIeq+lxp/rSGhtur0Umm1vj2sWyLSM3yXA4TL8Ecj09PehxZWUlOmaLi4ux2+3oPXAZ2ZoPrTYD9WlVkxO704IuUt4v0IW2RDSdk5G778u+lpuRBwbeQhsFJbYFvrKYl5LMfFxKhZRk6DcGGZLCJynX/5SUiVh6gb/cC7Q+tUG+ei9R+ng0QyySyfFcCy+lWdQhhy96Ka/1+C+HL3KVRnkl72CDw2WRseWUa7UD3VRmXPSNhtKo7nqsEIsk8U/PMz42RXA+QiKeZnpqlqkpP6FgROzLoPdQm8NC7U4XpVUL/HiMN8PY/LzkMXbfljDd3BJabEEltGubpsHdJt+mr5KqmhoaK7zItYatsN3UXVt3pUGajBGYnWYmHCVhL8FrlFBe6sVdUojTTCHLYPglY2Yv9uG2RAgHppmeD5EUXpKAZHLgOn0jIeZTVsl+JQlPjzM5Mi3HNtKJeaKhWeblIvu1L9xUlWbxlhYStjTyRMEwwZJW3IWVFGrwZmawZYNMjk8wF06RzNqwZZJko36G5xNk7AUUFBZT6LKJfreuplkcNjKpKKGpCaYm/AQyaeyuAjxuN263F7fLh9cFojpbYVM9TAsY2jZsbjMMI2eXFJtj9JCp0+k0+pilvgBFQf/JeMGSt+R5JStnsVjQt+ZVVFSg5xTKystQB2gwVr/bxY597rvAnc+3HPCwU2BzfDyig4fmfR52HfLmytX4FVfacRdYUf1Xw1ms33lQeO1X3m7hf+9A+e7c710jz+XyPTl/qa07xN4FcOdsbrlP+u5Y0sbN4o+WAyvp7hF7FNxSrgYelL551fZWegU3a7Wlqd2NR9rTK4sMVRKILOi6wGNh330HfW4/V9fiprDMJl3cYKtt+ru58fFxyZYPyiJhJDcmdWyWl5fn9vXRy83qbMrCl6fQSrO0sbZVQ5ub+wWNe9w07fXk+O+QsmmPh8ZNylMerUd9tD/ly/FSGxqljyzCRm1ZSt/Y7sn1Y+W1Xn0bb+iitAo5u2/U6TmtWwso7qLvluKvR58FHm70WtKY870r1xZL+S3uqx/bjhWw+wnxq+ir9U1y/dF69bkeKzS2eWiQ8+WNBlnXFJHMAPbCeaqarVQ0mli8sziKg4LjkOuYl5Iq+2a77CNBr5l3hUfCmMfQCPMxtHlNJuukW1cKbY7lLrLg9rhp3V2K1VtHebFTLhCN7Ny9lycbCoW33ICd1ZRKZqvQLYdb8ZOKE4sGSDideNoOsqOujjKrFXtpK5WlpdQRJR4upHH3Lg61eyX7liXtdFPZ3kTdvt14YmHsZTWUtB6kpqqGosicBIlBYqkiigrFP44I8xI0jvYPMJCDCeLeAqrb2jm8az8Hd7ezp70Rr7eCoqIymneWs2NnEZH5ILaaRgq95VRJJFZS5CSacVKzqxaf20eZ+NpljzGR4zkgvEcJF9XKRKoIT3iOYChJvLSdplIn5TW1FJdXUlPolCxkDRbTwlbY9NFYiWHI/d5ikwpZrGC1mxiy+LBJVg+NXCeH+u8KdIKoj3AZhpEL3molO1dUVITNZsvpZhiG9BcvmqHTLECuEgPTauAusFBYaqO4wr4pKKt1UFbj2BSPRR1KZIJQUS+8JHBbrFteOj0W7HJ9cfssd5VZfg91W6qHZqs0qFxat5790uqVbVTbS8UH6+G1Xlxtq/I6kb/Bdi+ttrOqjkt45mwR3LvpV1Ruy7Wnw2XiLbLetU3vxs8nPBxOE1OCG7bAphM9XXCZm5tDx6y+BCUej6PjsampibKyMhwOxz3XtFIyoHW7XNxPaNjtRgMCldEkAZ4GGfVSp8ebAeW1QwKOulZXjn99qxuVpbBRvsojB+KT+pt8Xai+Wr9Wvjn8JTY2it1alwuIJBhaKx+1pUkCsaX4ykdhad2d9lXvRglQmySgVn514qc74S8/1yS66wKN2rB4rlHmLq0HS2neW4jVN89svAdPWZyKBgu+yiTWggCldVDb4pSMvQOX13LP+26eYd4DD9oD5oMWuP3lOaisqOD739+Dq/Z59reUUF/mpbKqnqNHdiyYV/QE7Tsr2FGxcLi1vg1clU3s3PMMLz37DG+9vp+KF5+n1e3GZ6ulZd8TvPTt1zj66uu8UOVg/8tv8tzzb/PdN1/kW3/yGrue/x5vPvECP/jL7/DiS2/xzJ7jfOvdZzj8/GEaCpo59sxTPHGkGm9sgMtffslpgS+/7KAvXk15czvP7i3HuuNNXm13UemrY0dzHQdf3Eu98P2jZw7zzf/2exyT4O9gyx6OnXiRozt38MIfPU99RT37dpVTWRyjI8fzNF9+eZneaC1NB47z1ttPc+D409Tu/yHf3FvC/qefpnXfEZ5pKmaX2Gm32yQEePgtIYnEhcc+bvmt48PX60FqoJPDZDKZW+EfGxvLPb6lj1XqSv+ePXtyk8PFYO5Oekmcx1aZ8N5Jz/y5vAc24gF983IymZEFoIf7+KWOV82mx2Ixpqam0N+56r8UKZBs+u7du6mpqcEqi4IbsfFRoMnbsHU9YBhGrm/q/cRut+ceEdYFRF2U0P7b1NR0c+Fw61rx4DQzDOPBCctLui8eMO8L1zzTLeoBHbB2nnjjSfbuacR3v7R0lFDWfJRXvvsdvi3wne8+xxGJcIs2La+QiqbDPJfj+W2+891XeKK5jBLHphk/MAYWK9hdptxotC14LDf9h8RDQ0MSlH+JrvrrjVVfrKBB3WPpkLzReQ+s4AF9UsThtDz0hQsN6HSc6otQOjo6chnzXbt20djYiMvlWkHzfFXeA1vDA9pvh4eH5X5r5Y033sgFdV1dXWiGWV/k84C1zIvLe+C+e8C87xK2qQDNqOiPmaOhFDzchdJ77kG7x47VYbmPmSsDwzSxyOqtruBarRZMU+o2bYnwMO8H300rti4GhmLnvnTn8QF91HJwcBC9qepv6PRFJzo51Me2dBXVMB5Dpzw+zZ+3dBt6QDNyGszpi1DcbjeHDx/OPQKt/yvSMPLjdRs26WOlsmaXdVFC7zP6Ei7DMKiurs5l5/Rfb+gTI5qJfqycsoqxhmFgGAZ5f6zioAdavXFh5sZJH21K6dsSlBjY7OIi49Gy1dAASw18tMzKW7MFPaA3CP0djj5mqY9t6e/mfD5f7g15mpnTfX00xjDu8SCTVZlYNJr733ahUAT9n4ypRIxUJks2ncmt2Or/OMoKXioj6zbJBPFoRPAFNxonkw70lQAAEABJREFUmUkwP9zN8MQcM/MRoqGQnAuhb/uLxTOkwzES8QSxGz7XiYPaKoxRSCciBEc76RqYZDaUELk3ELdAkYrFCE1OE8pmEdO3gEZ5FbaSB7Qv66KLjlcdt4ZhUFlZmfutq/5+zul0Ysri2lbSOa9L3gMreaCwsDAXxGnwpk+HlJaWoo8Ma2Cn2ToN7EJybdc+T3676YHcvezmUX5nO3lAIpbtpO6D09UQz1itBlYN6h6c2PsuKS8g74EH5QEN5vT/zQ0MDKAr/joR1EmhThA1O6eTQ8O4x8FczjhJrUuwlkhMMDw8weBggOj8HIHOL+mZjTI92CH1gwxM+4mNnOfL4QxT1/uYmJpiWgK1RHCO2NAlrkxEmJHgTW/+ETk3db2LQQmIIqksgd6LDPR1MxBOk4jNcf3kZSaDESb7ehnp62MkHGHs+lX8wXE6L19nbGSKdE63tX5l0YAzGUuSFlt00pFKpEklJQyTYCwdj5HU4FRMzaZTpBMJOZaDdFD0GmFyKoD+JutrHsJPRGfTacITUwxdOM94JkNC6hY/2WyGdFL4in0Z2Y+Nj4uvRhhLiMxFpHx5Rw+I28TvSNvdEW1NJzPpbK69s7IQsSaCTSJlpD9oNl1/bzQyMoL+zlVffKLjVSfB+hskw7gf43WTiufJ8x5YxQNerxd9I6vFYkHvN7qQqP1Zy5KSEvSnANrXdbFR/1XOKmzy1XkPbBsPSOiybXR9sIrK/CgpK/KBmSTTIwmB+D2FqeE4k0MLPHVfYXpk4Xi1cuou5xfpZsYTknVIC2SYm0ywFt6LtIqrsHi8Wqk4i7Aazkr1izasRqs+0XMr0a5Wp/gKy8+rrMX6jfC9jZ+0mfJbhNXOL69fPJ4ZS+TaJBbOMD+l/Sqe61OL/LRcxF1LOTuZlAxS+n49Hbzh8aarorr6qW/H0x+la6m/vdHf4NTW1qKPbm2Y+VJCGaNZCXB08ivFkjMy8ZRVGat1mvExPyMjSYxEmMCF33N5OkJ/x0kuX7rI+c4+pq7+hl9eCjEiQU53r2TWZuaYD8yTHD7HVxOmZOIsOOwWMoEAwa4uRmw2smaY8YELXL7cQc/IHInIEF+99xGdI+N0nv2Ky2cvcXUuyfTwFE5vhN6LVxjpHSHF2rdEOMjs2DDjc/PMhf2M9k0wNhYQ3YIEp0aYmJtjfHCCOdE1GAkwMz7BSP8IgcQUFy/3MDTkJxwMMjsxzPSsn5HhaeE3wvTUJAMDI/R9dSkX1H2tU0YCuiihqSkJTIeYDoaZ7u1juOM6ffH1haNrt/LRwpTuiPbHrARjWm7WOg3K05JGzjyAoE4XLuakT01MTORehhKTxQudDNfX16PZDbvdvllz8vR5DzwUD+hPQLQP6+P+mrlbGuDpYoVmpTUjrY9n6r3roSi5RYQahpG7hm0RdfJqbMAD+aBuFafpRDEwnaLjdIiTv5jhi/fuLXz+8xk+/skUWn7202k+/9md+X8u8hVX4W66nH1/lmmZyPpHE1z+LMBnd+G9lJ/y//zn03e199N/nkbhc7FjKf2d9tUGPa80n6jNK9B+Ij757Gd3l698FkH5fb6SzsL/8xvwyU+m0f1FmvWWSvuJ2Kyl6vep6L+cx2fi55XqF/FO/cqPXwLuicEYV76Yz/lY+alu6/Wl8jz/0RyjvVEyssK+Sjd+oNWqh94UNSvX06OBxRD6aOWBAwfYsWMH+pscw5CA6x5plZVwNitZpUQsS0bKW9harLg9TrxeH16PD5/XiVUQ5JaFPx5hYnxMfDdIz7ifyFA/6cQwfVdPc+ara3SFbTiryohfvcr8TJSkzY1L+BR4vLgLfLjMHiY95RIsucl29ZBMjRIJztDX38PA6CQjE0nhL9ktSdukDSdudyEuu5O1X2wzTEvG7/zv/8CVeT9901f5/U9PcfpsP8MT/XR98ks+m/Rz9jef09l9he6pQS6cucynf/9rusS2oAQVmUySqaEezn74vpzv54PfnubCb97jzKWznJ0OS8AnzrjlEyMenmLgahdXf/qPnOydYCialr6Vzv3O4hbU2w7yFeoBQ75Miz7dYaAlm9z00X+Hy4rFuvaes16Ri2N2SoJ5/a2rTm41m66/ndMJr2bq1sszj5/3wFbzgGEYaKZZA7xF3fTepH1cgz3NSuvvvedkYUPHxCLO41Yahl7FHjerHy1779/dYrv7Sfq23W1SVuegrs17z6F2t4eqHW5qd3tp2Oejfu+dZdSLDvXtgqMg+3fSqbrFg/5TY5fPSqXIaLgL76W86vd4qd/ju6u9VS2qu0dwvXfFXcq/TuxVO5rUZpF1yzmxq2qnh5rW9fGsFz71K+ksvqqXc7XCt3KHi9pWz/p0FbpF/XI67/fl7FX/1oiPF88tlurnRrFr8Xh5qfJdPhveIhsVje6cLtr+1c1uGkR/1XU5zZ2Otf94hFfm63TLQxt1qVQq94jlqVOn6O7uRieD+uN0fcPYvQ7mlhqZlXGKITkSLZeeWHFf8PAzk2mnKJukzDLCecdrPGUMYVBJ+wvv8s1vvsTze+pxNb7Ov/5vX8bTeYa+y5cZX+QnKcHU5XOMTEWZnJlmtv8rrgfnyJx4Ci53YSlxYdlZByOzZCJTDHWFaHruCI2HWnJB5SKbO5cRxuNuyZDt58TORg7US1/Z38aOpjIKUkG6OmbJSsbN1dRMiSPK/EAvHT1zOMWKqM2N3eXB454mEBjh8pUMKQlM61qL8KfK8DhqebKlgspSBJuvt1SA+ek+zn41SMKaJpa2YJgu3B4XTo/1a7z83h09oD1M1hruiLNVTiYSCTSTfubMGckCj6GPpOlbaPVfFNw3HfOM8x7YYh7QxzD1d3Z6z9LfkeqYuBeZ9i1mZl6dx8QD5mNi57rNNEwDh9tCabWDGglganZJsHEPoU6CuuaDPvSfbNYKX4W7yVAchbvhVUkA4/JZUNCgdC00izwVV2HxeLWyaa+PBgma1oK7yENxNbDR49y+2K37S2GHBE4Nbevz9Wq8FuvrRE7O1+vku1Qv3V/k1yiBogZwWrcUFs8vrVu6X73Tjctr5gLu0lrpV6KXtn+T2Fy3243SL8W/235Fgwtfse2+ruTfbeDoquacrG5qZk6hqKiIlpYW9LGtxZVRw1hTxHU3UbedNwwDUzIjdoeZK7nrJlPu7AhJawmVJY3saWygpGYPDYkx5jNDXLrwOR/89Hf87ndnGBi/wpdXznNJMqvBuA17jneabDbIuS4PjU3tfPPValprYpw7n8Gy6wkqK6tpaqumtMxGemYW013LzradNFSX4HNabw2ihJ9mF/UR72QiK0dLP05K7FEqzIt8fO4UX1ydZy5qYrX6KPH5aKo1mQykCVtsmKEgRjRC1AKB8Jzg2bCGRpmQbGEg6aSpMioBYpKYtZK6whhRfxdfXu5j0M+tsUciRDI8yzRewtFpwqEEGTNONOxn8OoE+W1tHjAULfelO5uDVDJLLCpB+fIs9ObYogsw+kh0b28v+rp3i8WSe3GRZi28Xi96vEkRefK8BzbtgQfFwDTNXBavrq6OkpKS3AKHvlRFFz0elA5bSY4GtApbSae8Lmv3gLl21McLM5uBTFpslhu002uRyfi9Bbdk0bySZXFJ6brH/J0eCxarkQOH697qvairp9BKLht4j3X3Ft0HvhLgesXX6vNF/TdTqt2eAisb4WHKYoHEItjs5gK9tL9HbN5IP3BIJln5GCYPZdMfl+tLUEZHR9HgTlf69caov1/weDwsfdTlfiloGAamBHZScPtWJcFlhQRgLizuQgqPvMH+8iaO7qun5dBBmloP83RrBTufPUrzsec52LafgzvqqKstx+suo7qilkPPHaJlRzUlpaUU79lDk2GnZu9RWlua2d3ezq7Dz3N412Geaixj7zNH2NWyn31N9Rw71kjTseM0VpZR6LAiKrJ8M6QvqO6mZfkZC+U1VRx4ch81ZZVUFjezp72c6mo3nrI6dj37Ek/t2cXe1irK6vfQ0naYEycOc/T159jtKmLf3lYam3awo3k3R186zv7du2hrqmTn4UPsam8TXrvYd+JpaiY66Tp3li9PfcmXV6eZyNbzwsuH2X/iDY7uKKOpuYHqXbtpLXItVzB//AA8YJhgsYJ0k3smbU4WYPr7+3MTV2WqgVxTUxM6Zp35t1qqS/LwGHrAIgsbPlkw03uYPn6sPyHQR5H1xUGPkzsMw9iO5uZ1XuIBuW0sOcrv3uoBWUDPCtxamT/Ke2DjHtD+pLBxDg+XUt/CqK/11zfkKeiPzHWlU99m2dDQQFFR0QMJ5tbmhTIqq0qoqXFgurz49hxnV2kz+5rLqJCAxVfRwO4qBxVHD9O0/zmePnqcF58+xMEDOykr2cGelnaefrqN5voSvEWFFDbvpNZwsWt/C+UlBdg9NRQ3HeWpA23sLzKp39UkdPU0VVSy/0gDNW278dls3Baz3VB+YdJuSGbE4NbNwFNaSeO+Y+zbsZu2+mbaW0soK7dj9ZVS0voEx1ob2C2BZHFtK3XNe3nySBsHX3iKXR6fBHmi8456GhoE9j0hPJrYVeOlrGUvzbsP8NThdg6+eISabIpMPIa+FCOW8eIs2cVTT+yk/ZmXONBQSk19HVU7W2mvLbhVvfzRA/GARVYCbDYTY5NR3fIxqy8xstlsucct6+vrc6U9/yKUB9KmeSFb1wOLgV1tbW0uc6f3tqmpKXS8PE6ZK/WD3tO3bkvlNbuTB8w7nXycz5niGavDwOG03PbY1OPsl7ztm/OAaUGCHgNzkxM1ZMtlk/XNeJJVlsP7+tFMnD6Oojc6/c2Brvbr66ArKyvRl6CUl5dLcCLG3VctbmeuN1t9qdG2DJRlwSgr7fcwdDesDpz1hzj69HFeePEFXpCs4IHGotsdnK95qB7I9W/pIxtRQml1zOpLIPStljpm9S2X+ps5/a2rPmq2Eb55mrwHHlUPGIaR+z24vjyloKAAfSOmZux0IVPvgY+q3UvtslgsGMbyhcalGPn9rewBcysr90jrJjM5mdNt3ESl3xSDjYvOU97ugYdRk0xkiIXTpFL3N6rTyaFOBkdGRrh+/TqaodPHLPfs2UNVVVXuJvgw7JchQDqF+CBDWv9/28NQYhMy06ks2oYKm2CTJ32EPWAYhiyWbGyCpWNWF2B0zGqpY7atrS2XmdNMHfkt74G8B1b1QGNjI/oopv7+tLOzEx1Pei9cleAROaF2anb/ETHnsTMjH9Stt8klPZJKxJmfn7sBISLhsEzO4qTSEmUlk6RktpnJpMmkdcItZSxMIIcfIiq0odlRRruvcn08QTQ0Tygwt8ArECIUjIN/jpDQJlW3TIZsKkVKX2uQEd4iIzk/xkR/J1e7xwgI+gYXcpX7vYfQFPP+WSZD9551nuOtHrA5TJweC1bb/RvGaemH+jKFS5cuMTc3h67yHzp0KDcx1BW9WzV6sEcy30V/c+T0mljuow/usVU32VmsRu63lRUDjywAABAASURBVPq7yJuV+Z28BzbpAZ146u9cL168mFuA0YWXxTFrtVo3yT1PnvfA4+MBvd9pVlsfT9Z7oGbuUjIfe3w8kLd0u3ng/s0Gt5snlukrcRmZZJZUIq3h1C1ns9mIrNp08dWZCfz+GJHBSwx2nuXCxByzZ/6OLwfnmeo/yfWuy3x2xc/MhTP0JhNE0hlSo1cYHe7jWqIAh0XCtmyazPwVBoYG6RrLEAv6Gf7k33N2wM90VLIQY9cYvPwRJ0diJLt/xuddU1y7NklgepzpxDSd7/0UfzCMqHqLjnc+SJOKx0nEkrlANJVIkYrFSKWkPpEgGYsSTy9wSMciJBJJkqko8zPDfPHFZYKhJBq0pgRXeYhZC8jJOMmJ8/QOdnN5ZqHq5rcEpEkJaKOxlASpMfxffi72TjK1DTMsN216yDsa1OQe4zTuvSL6Oytd3b927VoumNN/2qo3OH3M0uVyoZNDw7gPgtdpimEYuUdZpWDbbeI+wzTYlrpvO2c/QIVlbe/eSFsfl4Rcj/U3QDpmZ2ZmKCoqQn8zp2PW7XZvmTG7Pqvy2HkPPDwPaEZbs3X6QiF9+Ze+MVafVNFs1sPT6v5JNgwjx1wXhnI7+a9t54F8UHenJpP+nZt03YJjYLFmcdjDzPiRzYYRmZEgS7JvElxN9H3OFcmgDfVeoq+nk67eYYJD5zh78Swd4wGC0XkC/kkGhwMYNium3YXDDBCXG3JYAhzDmKJnJsDQ9Ski8zGBEYZ6LwrPcSb7Tkp2bojxkVmSEpQlzSTz3V3EJGBc+wN4WaYlSzgw2MvgXJCJiWlGz/yS66MSTPZ1il7ddA2N0n/+ClMJybhJ8Nhz8ZrY0s14ZJb+vgnRNZnLFI4MXadPgtGOK51EA1e52CG69ncx6Z/IBaTinJufZHiO+fEOBvrPc7Y3hL+nl2nJTIa3VJrxprr3bUcSvRIQgy4abFaI8siq/+7hJDIpmebFN3/pYyeGYaC/vdGb2uIb8jar972iV/vTkrmeHIrTeznM9a+Ca4aO0wGufRm4Hf9skE6BO/Ja5XzH6dtpb+MltDm5Uk6PJgjOplD9l8tTuo4zt9uTq1c5S851yr7KXs7jbscdXwp/0SOHJ6Xyzu2LH5Vn7ljrhf9i/XpK1Un53EYjPK8riJzbzm2kTnhdPSnteUr8vw5d1b8r6ad2K9ymm8hRfLXrtnOid/f5EMG5lFzfU4x0R2/vW4KzEt1qdQPXIvgnEnK9uPMAT0nmYE6y6Jqd09/O6W9/NKDTMasvMNJFmHs15vJ8tqgH8mrdNw9oYLc4nhwORy77rYGd/qb8vgl9SIwNQya9D0l2Xuy98UA+qFvFj9q3TashAdwyF8kJ02LB5XbgcLhxuZzYrBZM0pItSzEW88JkB8OzcfwSlDmC4yQyMcKBOTRoo7CKwsISiqKz+IdGCBs2LE4nTocLu2QAiQ3Q495LrG+IyNwU0ymT2WCC7PgVrgU9pP1TmDE/cQnkEmkr3uZdOO12LGsaizo5SNJ9dZCRMT/RTIZwMMDY5S8kYAtKIHmZnq5r9IxOMNrdx3yoj66BITrOXqK/d4AZw5SsgonFMkvP5Ut0d15naGyM/u5+AgOnuDIWxB9NSsByI83H4pYlND3KWP854XeRLzsiJCS1aBGlTXNNii8y2valtoAGI/fEEGGmvO7FqppOBEOhkAT5EznQfaf0S13p18mh/mhcs3P3RO97xiRLOpVlZjzJcFeUgWtrh57LEXouhm+j6bsaoe9K5Lb6Rd79IkPP9wveYt1i2S+TcIWvj6M5Xktx+wSn+0IYLecmE0SCKWZk4r5Is1gqn6V0i/Uqu/tiKEffL7pofa/o23Ppdlv03GqgtGqrloqj+ihv3VfQIFmP+0VfBa1bLyidwnI6rVNYXr/RY+XVdT5M75Uwur9WPr3is5X8pjxW8r3W94mvl/ptqazB61HC8ykJ7JKMD8RX7UNLae60P9IbZW4miS5crDRkdNzrK9d18UUnmfoSI52A6tv7NKvu8/nkWm1ZiTRfl/dA3gPr8IDe+zRjp7+zs1gsaCZcx5zeJ9fBZkug3k0Jva7cDSd/fut6wNy6qm03zWKksnEmsyfYY71KyNVE1lZLY3aeuLOJ/c+/yuGmEoqLG6lvO8Sx9iKGfv0rRqIRYjlTMyTn/ASu9zLrqMQW6mI81EtfshiMevbbz9PhfoNaM40vO8NcNCRBmZ3qN79FkceDlWWbzPblI5VZgaWfGMPRcmy2SppLvJQWFmAU76el0Q6xCKGJOUkjGbjqGygOdNE3MMm8BKcZw0LC6sQlaIYxxNhEhKnxBFaLndLqSlKC56ouprC8BJfDuVSg7Cfwjw4xOjaBP2UjHcngEEZWCZolRpbzj8/HlBEn9wQJjjdvs/rOkKDYMDYeGGswp49t6RvyhoaG6O/vl8xAhrq6OlpaWnKvdjZV6c2re+85aNeWFHVBmY2KJhdVO91rhurmVXClvnLH6ryqRUalQNVOz22yals91LQsqxd+t+DKcUWjkyopfaV2XF6rjBk7VTme7pul8lF+y+srha6yyU3NLg+qi55XfSsaV9dZcZaD0ta1CY+WGzKVr8AiXuUOqReoFntU1mL9ekrV/ybtEt7KU+E2XoqjsMwXt+GtcL5a7Kjd7cn5ZS34ilMhfUZ9p/tLQX1/U+8lstT3KqdO5Kj/ltLofoX4y+62yLXNQnHV7W2qOOuB8noX3kIbZG4d31m5sKckO6cBnWbndMzq49IayO3evZvi4mJ04kl+y3sg74F75gHDMHL3Q/2NncvlQsfe4OAg+nSLjsl7JughMjKMW681D1GVvOgNesDcIN0KZI95VTZElmlSrlba65ppbtpLjayUupOD9Icu8ru//ff8zV//ii9OfcK5ax/zwfnLdCWrcWYtNwKyGFMB6J7awR994zg/eNtDMj5B/3gGT2ELB5uaqd1xkBpLlFRafF3WROu+Vuq9YDXleMlH7vkk4lkSsQwZxb15zpA9L+2F3fgnPuTXp7/idNfiG01KaK734Cu0MB2DaDaNdWoKw2ElmolK1i5CNBzHNnudc4PlVJciE44Y02lDbC6gan8NU2e+5MLZqwxNzYucpZ8Q87Es8ZCJOybZoMgspmuOke4RpkfmxG9LcfP7a/aANGfuGizlmmmWIepKo/5O4MKFC+jNSd9o2draSlFR0TLMrXdoGAY2p0FJpZ0amXzXS5CyVmg+4KPlUIEssHhugca9Xnbs891St5xnk+A0tN9KtxxHjxtEn6Z9XpbiNu7xsvtYEVoWlttx+awUVzjuKE95LcIO4bfrSAHKe7Gueb8PrVs83kip+ijvRVr1j+q+eLzpcg3+qlccBfHbeuQ1tHtpPVqAtst66LT9dx68vQ+sxkN9pP1jtfP1Emh7i2wUlNmpbHSvuU1X41clQaLystoNlm762Je+vOj8+fO537vqAsyuXbvQx6OX4uX38x7Ie+Dee0ADOs2G63jTLLneP3Vh9N5LejgcNUBVeDjS81I36wFzswweVXoNjDLpLCu/Lt4rma59HH+ugtISG56Wp2k5+j1eadrP66/XUbD/NfY313H06T20vfunPP/6v+Fff/fP+OH3X+LI4SfZu+s4b73yCv/ixyckKHNhLzzCzh3tnHi2mWNvPE+VzYqz+R2eOfAy33q2naPP78Hd+jovNjnZ89pLHHjrmxzZs4+dkkGRRA3LN5nrYpOJgM1hIijLTps0P/0az77wLi8e2MdTB6vZ8/LrVLq9lO95mWPPv807T+/jyIFWvO3f460TL/KdH4ltL53g6domnnn3WxxpruXgiXc4fuJtXjrUzoGWWizVb/LNt09w4jv/HS8f2MXu+d/zm1+/twBnJnDtOMxz3/gTXj7xHf71N1qpOf4tjj+xn9aqAm6dsixTN394Xzyg/3enr68PvSFpMKf/l0dXIPWFKPqoiWFsg1YRFQ3pPYYMAgVTyjWDxcBUWIlmtfqVcDdSd4N/zsUGIFfhNeut8m7Q36TRYwU9d69A+SncK373m89GdFUahXukm2GBxTY11tumK+iQTmVJxNJkpEQ2nTjqvxXp7u5Gf/eqwZxm5ioqKnA4HCLbEKz8J++BvAfupwcMw0BfPKQ/TdDFFH3KRbPlWt5Pufebt2EY+WvI/XbyA+Avt54HIGUbisiKzpkMKOi+HC75WKTz+ygpcUjwZGLxFEk2rYoyVwHlZU6s3jJ8bieFRV68lbWUlDXSWFNHXU0ZRYXFFHhLqCgrp7auBKfVxLQWykXCS2mxm6LyYuwiyXBVUOwro6rYS2GJF9NTRonLxFtWiq+ikkKvD7fgrfYxcpMEOSsDVb5v+biKyikuqaSssIDiAife0jIcFgt2b6nIqqCiyEehz4PFW015aQlVtdWUlZZS7HRTXFlFodjmK6mguLSC0gIvBR4H2MuprCyjrLqRqppmmhqbaN65awGqK6mpqpSMSi2lpVU0VHhwFFdRUlSAx2Elvz0YD+jqWzwezz02osGcBnaFhYW5f1NQXl6OxyNtLv3AMIwHo9AapNwRRQamLr7cESd/Mu+BbeoB0wJWq0k6m2ZqahL9f3MazOk4raurQ4M5r9eL3W5nyz4ivU19n1c774E7eUDHm/7mXF9E1NDQkHvKRd8WPTs7i95n70S7lc8ZhrGt9d/Kvn1QupkPStB2k6PTWlO8Y0pwpPvbTf+Hqa/pKqSwqpldu3YvQK0Ei27bw1TpsZetj2xNTU2hK/1649Gbkr7VsqqqSgLt0txK/2PvpLwDtrMHHkndM9kMiUScqelpUqkUPp9PFs8qcwGdPgZmGPm70yPZ8HmjtrwHDMNAX0ykiyu6KKpPvOg9Vhde0ulbfvey5W1ZVNAwFq4n2zkwXbTlcS0lbHlcTV+D3dK/b/TxNSDnUfIeeLAekPmeZJKzaLmaZJ0IakZObzb6Oxwt9dERfdRS32qpE8PVaLd8/Z3Gp6Tw0umUTISTAlqmxU8Ckt1DzulNS3cX9sVSScmnZdKs/krJDTkj2ZFEZJ5ILE48kSKdSgqfBUinxeepNJl0hsVbd1Z4CheUn0I2kyIp9IFwlEQqo1W50/f8K50glUwST62Xs1ifiYltadSe9VLn8e+/B9KpLMl4WrIAaSySQd+xY0fu/85pdu7+S3+UJeRty3vg3nqgsrISzdppYDc2Npb7rWtK7ic37wv3Vtx942YY+UzdfXPuA2KcD+pWcXQmozfUDPFoOv8ij1V8lK9+uB5I5yZ9GdISNCzXRG8meoOZm5ujp6cHfTREVxUbGxvRyaE+OmIYEhUtJ9xOxxKXZGV05uIp2f9adTlIJ4mEA2hWcnY2QCgYIh6aJZJMk4xJoJVISCCUJJMIE0pkSYWDhIPzzOn/TgxHSMQDTPZeoW90hqnZECHx45x/htlAgHA8Q3J2jnAoSFCuE9lMmkgoTEqCwXQ8RioeJx4L4e87w7WeIcang8QSi+Hf11redU8hwNhLAAAQAElEQVTMyOFoKUZqm+YgV6lfWbKhCeZmphkP3jhWXNnNSkCbC1JvHGtUeQttJkk2OszIRJhAJCMUt35yuDnaDFkJUBOiv9bdipU/up8esFgMrDYTj9vN7tbd6KPSGtzdT5l53nkP5D2wxAPr2NWMnb6B1jCM3KPS8/PzpLZhYLcOk/OoW9AD+aBulUYx5YZqd1pweSxs86nvKhbmq7e7B6w2A7vTzE38WLJlJOsUCoXo6uri6tWruUdE9N8TtLW1oY+JLEHd1rsS0pBOZomF0xLY5iKQZfb003V9gGtXA6QC00x99Nd8NjpPz1e/5Pz5U5zp7iNw+W/5jxfSdH16iv6xESaEQzYwSeT8z/ksXkPabsdlTRMfG2X81Od0yPmEwMT5n3LuzMdcnE4QDQ7x8V//lM6JGTpPfsIFgYuhGMMi2+2b4dyHH9Bx8RpKJ6Rr+mQkUE9p+k3MSsaSkvWLEo8EJXMYIZa6wSIRIzF6hq6+q5yZSEuAGiEQSpCSgHb+8gW6zpzhSuQGciJKJJogLkEtEqRlYrMExs/w2dVxRvzLNJOALy4ZxngiSTo9zfz0WX7xXhez8wkkhr0hPF/cbw/oPcjmsGCz5393fL99neef98C98IAuvOhv7PSnDVeuXGFiYoKELCDeC94PgodhLGTq8gt46/f2VqEwt4oiW04PmUxFA2kGroW59PEsFz/yrxnOf+Dnwh/Wjp/j/aGf87/389X7M3eUc+53M4K3Ao7QX1QQPa+dnGN+MsHcZJLe88E78svJFprF8oLooDIUFus2XIo+6otzd/DH+Q9mOCewYRmiu/p6kc+534tvRO5m+Cmt8sz5U3jl9kWO1p8X/kuPtW4p6Dm1d2nd4v7lT2dlgpzEPx6n9+Lt7aLtr/SL+Hcru84GmB6Jk01LZ70xgPQNXH19fegb8rRK386lb+kqKCjIBXcWi0WrHykwbrNGaixWXG6LTIidYrcHt8uGEQtKdi7DTHCS4eEBBnoGGBruZrR/mHigm65Ln3Dqq0tcD2Sw+UwmLlxjPpgCVwEupxOX+M7i8+G0DTFl9zAxbSHRNyAx0jCzQ730DvfT1z/I4MAco1NZCThTmDYH2aQBEnzKN2vbUkz0D3Hu4zNMp6c48/5Jzv7sP3P2/GecutrNl7/4FYPTn/D+qe5cJnA+NCcBW5TAaCcj13/CH871cV10iEUiMqEIkhn5lI8ujtJ74UM6rn2E/juVjz+4hN8/QiAaJ7mk/yBZx5R/gPHRL/n0zEVOXxojkwoTCCQlwPu6n63NjjzWZjwg8ysMY+29ZjOy8rR5D+Q9sHkP6G/V9ecNmrHTnzfob9h1cXVmZmbzzB8AB8PIX28egJvvq4h8ULeKe7Myf8nqsrRANp2BdUBSX0OdXB+Nykjr7yei6WWylvHRH1CJTsv10ZV9hYV6yWGI/mpaVvHXoXtaVvIT0RRqg+q0wG+ZDmvkp/SabUhKaiGzmj/E0YZkljYjR+1OJdKkxO+aSshukl9OF+Gh+isg+7k6sTsVz8hk/Q5tJLjGKj7P6uRZ20VB8BZ53iyFbj26K25W+kJa+MZicfRZ/tHRUfSlKEtfqKC/wbFardodHjEwMCWjbl3pX3cYJlarBZvVJqVNSgsGuoWZTZdjSNbLjAzTkWyhLjIIGSveslpqaquoKCvDWXuUp/dUYQ71MD0xTsRmy/GxCj/GLzERM5mejRLpv8xEdJrUjlpCkhmNGmli3kJi42GyiSAz00kqdu+ivKEai4pfE2SIBEPMjE8Ry8SYGplkqn+EkGTaDGsK68xVrl68KFlFK4bbjcNmEpfAbuz6BQb9Q/SPhZFEG3a7DVP/x2TXGbrGRxmdjxLzDxOZHWaAcnweN1aLeYtGWcnihQcv0Ds6zHV99HQuAjaH+G8BN3/Pv8Vd+YO8B/IeyHvgFg9YZPHP6/WigZ3+Zj0QCOQydvr0zC2IW/DAMAyyMidT2ILq5VVagwfMNeA8pihZHC6D8jo7je1uGvesEQS3aa+bprXiL8FTuh1Ceyd5zfs97Nh3uy5NKvcGr7pWF55CC+4Ck6pG59p1F3rVe8dekSGgPNdst9Aux1VeTcJnh9ik+8vP67HaskNs0v2NgvJu2iM67/PQfAdZ6+HfpHyWwCLtgi2eVX2qdGrTIv7SsqHNhctr4pa2qah33MZDeSsspbnTfk2zi4ISC4lUnJHhYaanpyX+zKCPfugrz0tLS3MvWHhUB7Ahhsk9CFOuYoapR1Jxx49E09kJwkYDJU4f9YUGgcKnaUuPkMimyTrd2MiSCYWJWAqorHMxNzTE5PgM0RzfjJyNM359BsNaRHWliSs9xLXhKNmDx/BEEhTVFuOuKSY7NSsUFkzDS/3uZspqyjClZm0fE5uZxpKdY3xihOlwClmzkExZXOL/uMi2QjxBhoRk2TKk0ini0QAjAxNEElkiokdWgktJDxIORIhmEiQifqJpLw67myJHkpSRJR7LCj+WbFky6aRkHQeZEbpQLEYilSRj2rCk5kjqy2EyS9Dzu/fVAzK3kgnWfRWRZ573QN4D98EDhmGg/3qktraW4uJi9BHM8fFxNLDL6ILufZC5WZaGYWAYhlxzsptllad/iB4wH6LsLS3aMAxsTpPSajsaJNW3ulkT7Haz84AnN2FfE/4Nvg1Ct0OCkpbDXuplfz20itsgQV1Dmxvdr2l24vZZclAuwYPWrRWaJAhrOeRl50EPG9HjFjlihwahOw941+2PW/jc8NFqdRoEqxyFTet8F1naRk0SwK6my53q61pcOD0WCewslNU6uBPuWs5VNTnwFFlIJGOMjo3mbiL6IhRdIdQXoWzpAXYPlNNbjyQ3yaSyaMbydpZOnC5H7jFMw2LDVlhBgS2Gr6iUmrrd7NrRTnN9E3UFQlmYYnK0i47T57l0pYeZ2T46+nuZsRZhdRXhsduxy+qrW8K70UgDLS17ee2FZtp2lTA7VURpfTsNrbtpbt1BTbkHny2Dp7qdXRLQVRa6kUuJCFnrx4LXa6W4MMHY8CAhm5usNUl4doShqSBTrjaOHGnFNTPG9FSUeMagwG2QdUum0VWIR/YdxSaYaaJzKVx7DlLhcFFodeEq34GvtIySqSsMTSYky5cikwwxP+tndnaOufkw89lSigo9lMs1xGF1kDGceC3DxBIJUpIZXqsVebzNeSAX1Im/pXdvjlGeOu+BvAceigd0YbW5uTkX2OlLu/RxzEgkklt8fSgK3UWoYRh3wcif3uoekDv/Vlfx4einN9S0TBbj0czDUSAv9ZH0gGaVrDYD03qvLp5ZnE4Hx44do6mpCbfbzeOy6f3HvPH4pSHl7Xa30Na2g337fFgloKt4/a94sekF3n62hdZnnqRy11O81Oaj5Y9+yJPv/Ft+/Ed/xV/9+Ad8690XaW54jjeee5sf//mbPHOoifKaOqqfPcF+o5gX3n2ZlsYaPKUHqT/2I3707lt8o87KoRefFbpjHGvZwze+9xT7XnmDSqcL++2K3aXGoGTnHp749r/i3Wd+wP/l373LgV17aGg4zPOvv8G3/ugNKirf4Y++/SZv/sm/4xuvfZ8fPdfOa3/6I55++V/zl+8+yfHXXmXPs6/xxuE2iqve4PvffoOX3jguQehRDrU/z3f+5Z/y9Jv/V/7VCx7s4yf5/Xv/zC/e+zW/++g67jf+Bc+/+Kf8y2+/wzdOPEVFyQHe+dG3aKgpxHHP+u1dXJA/jSl3Z+3fBsbD9EZedt4DeQ9swgMOhwPN2DU2NqL/Uqi/vx8N7DbB8r6RGkb+WnPfnPuAGMtt4wFJ2mZi9IZqs5s4XNvPRRqQJhNZkvEsmbTmM7aZ8/PqrtkDFosFp8OJQ24cpnbaNVPmEbeTB+peeJX2vYeouddKuxvY9cRLvPLud/jGu2/z5utHaXTYcNxrOXl+eQ/kPfCIeyBv3moe0Pu0Poa5b98+UqkUAwMDbMWXpxiGgWEYq5mRr98GHth+EcuDcqr0a0O8Y5iy86Bk3is5orLFChZZVc/P8++VU7cen4QE7bFwhkzKyF+It17z3F0jXW9ZhLtgu0rK8PoKcN0Fb92nTTtOj4+ComKKigopLHRjl2uesW5GeYK8B/IeyHsg74GVPGAYBjabjYKCAholY2eRxdjJyUkUttpLSQzDyJlwX/XKSch/3Q8PmPeD6aPAU3+rk8plu5Y9filpsIystOgbBhcgTiKeIC11mYzM0NJplCIrDLKKm8mQTSaIRaNE9fXhghePzDM/Ocb4fFpoY8Rjek4gFpf9FET0dzIZ0upI4ZEVHgv7wluO09EAgelJRicDRJMgVYp5E3RImjIxMy1SdWOAyt76PlmRGPETiKTQf5e1LuJMnEQsxFxQbBeXrIs2j7xmD2jT5hYdtMHXTPXoIGq/1zGXTmXJ6th7dEy7zRJDJgGmafKYNvVt/ngcKrRfpxJyDX3E+/bj0JZ5G/MeUA/oNVwzdvqPyi1yTZ+ens69GTMt80adLyrOwwbDMFBdFB62Lnn56/eAuX6SLU1xz5RbOmG8hamcSKdihEJj9PXNMDsbITI1yuzkCGPBOLHhqwzNxQjPjjItgdfAhJwfHmQsHJYAKU58boKZ8SF6xmaZCSVIxiLE5ocZn5hkZCpOOBAi0HGa/rko+i+yUsFp5scHGQomSc90MTAdYXJonOmhPuExwUhHN5FEMhdI3qLnHQ701fo6CdZBm0llJNOTIpVKkpLgMTd/EBuz8QipsYt0jkeYiQiOXHRSMnlGcfyjTM2JPfHMwuCXcwnhI2QSYaZJx6bxTw1zdSBGOsdwUZksWaFPJVNodTYTYH52TvwUzR0vYuXLtXnAZjfQx4M1I7s2ikcQSxYNsrnOtA1t0whtEbah+nmV768HZF0QuVySu67eX1F57nkP5D3wAD2gb6heDOzGx8dzGTt9Q6bOyR6gGiuKMgy9Ka14Kl+5DTxgbgMdH4qKpmS5bE4Tp0d2lmlgGBKEZHo5/aWf+bkU0YFL9F0+zelRP5Of/jV/6Jxm6OpHXLzwFe+fmWTy9Odcmp9nNpEiMXKF4cEBLsVLKHKlsVhMzOA1BodHuD6RJRmZpuvD/8gXHUIXyhAZvkzX6d/yQVeQyKW/4/3zo1y4OE1kfpaQZZ6O//qPTEsgmJTJ7TI1VznMSsAZJhaJEZfMYWBiluDkKLMBPzOzQUISfMZiYYLTU4S6f8+Xg/OMzEaJBueYnQ8QDMVJXv6IM9dH6ZX6WDRMYC4gwZmfkGQcQ4Eggal+BgY7+fx6UIK6JWqkU6Qkgzfv9+OXADgZ7aHrWgcXLkyh/8ZuCeYD2M2L2O4e0FuPceMKlpSMRjyS5mFA7A5y73QuJYNWf/OaSmRlPKZzsFn9Y+H0HX2g+ihsVI7y3wz9RuUu0qn8xf27levClTZcD/7KsjNoeyokZcFrs37SBTGLxcAQ2O5jNa9/3gN5D9zqgaKiotwLVPRN1R0dHehv7LZCYGcYK6tcdgAAEABJREFURk7RrRBg5hTJf63LAzemROuieTyQJUhaWCmVnaUWmyZWh53CQg8eTxEFhT7cDhsWkMAkyXBokpHrg/T2DzEyNEh4sp9YuIOPf/Jf+f2lcabsHtLRINNfXWHe4sF0FeIt9FLgK8DnTuPwTnK99Djxa9NItEYoEWFkaoyRa/10jYwwNThAPBgQaRYMw4bdZsc0DZAPd93UlgRnfvslV65eoaOrg9/97z/hs7/+f/NhTz+/++mHfPmHn/LFtc/4u/f7GfdPkpQMXsQ/wXjXh5w78zP+5rN5ItEYSckNpmc76b16mp992s3syf/Aby99wX997wynv+iU4G+elOijEqXIfTKROYKjF7nW8zv+w0+uMjAaIKX/0FsRcxj5r7wH1u6BjKQw4rEMg9fCXPp4jrPvz6wLzgj+md+ugUbwVuOt9Kd/PYPyWo5z5v1pvvzlNGd+M7OiXiNdYWYn4gx1hDnza8FT2IQ+qsvJn0+h+qguenx6mezTv1rQSc/fDZSPwlK8U7+cytmkdWfEL6eX6ZyTqXVyTnHWCzn6JTqr/lqnfLT8Uv25Bh8p3RfiC6XRfS2Vx0qg59T/p4S34q6Es5a687/3MzuewD8ap/PLedTXa6FbDefq53OM9UVIyYLF2kdFHjPvgbwHtosHPB4PTU1N6P+V1ZenTExMkEwmH6r6prkQFuSDuofaDBsWvtB6GyZ/tAkNCZRM/VrBTK02DAPDUFCEOAkJY0bTL9KW/pIJSw1xs4bmTIC0p40Xvv/HvH6siYbG/ex76kXePlbByD/8A72RCFHhIYzIzk4TuXaJrnQp4cHLDAf66MmUSuBTSXvmY07ZXqUqm6QoO8H0/DT+sEG18C3xebGpCmuEVDJFOp3OQTKelUmDh+LqGtqq5WLiH2ZoPEThwRZqy0slaDSYGeyVzNsQo3GDxHwCq/6/K6+blH+a2YEuJlMRJu27qJ/vhJISLI3tlBcX5QJdY4lO8dlxJrouc3HSQkgyfBmrBbvLi8vpxpbvieS39XlA+5aCy2tSUGKhqNS6LihW/LK70xQKnsJq/AuLLeR4Cd5SHK0rrbRSXG5dUS+X28QmHd8pZUGJlYLilfGW8rzTfrHYUlZjo7higU9hjqflFtkqw1d0a91qPEuEzyKvRRxfkeq5QK/26XmVu3heS5Wh5UZAeZUs8VdhiQW1o6jUmrPDt1bdhUe5+kJ8ovyKpVzksVLpE9/7ChfsWun8WuoKSy1Ybcj10UDbdjN+UHkFYqvTZaJ9nPyW90DeA4+cBwzDyL25ur6+nsrKyly2bnh4mFgs9lBt1YBO4aEqkRe+IQ+YG6J6TIgkEYC+iGFN5mbDZLLzhG0H2FfupLRmN8XeYkpSY4wlZ+i/doWLp67Q0z/I+Pw4Q9PjdA3G0B/DL/BPMDeXYHDYzZNPH+TFg0lCkRF6Z6w4Pc0crnZgq32KOkscI50g4SmmsrGWhp01uGxW1taQBkioVWgPMj/TQ8fAkGQW05ANMDHURd9sloyzgGJ7kpmeHvrHA8QTQfzzEQKzCbLxOP5IiKw7Q3hymlAyTcJuIzsXJJEqwF1ZgSM6zfxQP+NTQcnmCWuRuPDJEAlFmZmYJ2NEiUi2MZq2kIoHSATHCErGZQEv/71WD2jfSckqvj7utVaaRwpPbohWu0l5rYOmdjc7D3rWDS0H7k6jOAor8W8RmbsOe1eR66Xl0GrnPJRWOfBKkKT6twoP5aP8VpKz1rqlPFoOeVC+S2lbj3jZfXR1nZbi6v5yfdqEdvcR3017Ww7eykvxczqswa/K/26wS/yndiie8lbdtdTju4HqcTccPa/81E9tT0h7SXtq3UageZ8Hn7SnT4LpulYXynMjfBZp6ne7Ka6wYbEaj9SwzRuT80D+K++BnAcMw8DpdOaCusLCQkKhEIuB3cMIrPKZulyzbNsvc9tq/lAVt2OxVNH8/2fvP4MjSbI0QfAzM+cEcHDOeXBOMiIjIzmvyiJd1dVVPT1N5npnZonsipzIycqKnOyP+3c/Tk5ObuXkZuZmpvk0KV5ZlbQykgTn4Jw7HHCHc87uPQM8AkAACBAHV4M/qJnq06dPP1NTf09VTb3eArNJga6oGkVVzWjOz0XzkTpUtZ7F4cYGHG6uQmVbPfLr6lAiydA+WYsoQ59jQ+2ZoyjU66A1VKCwIA9lFfkwV5/AhbZqnLh4FDUlZagqLELDoVZUN5/FqYYKNLVWo7TtECobWtBaUoBcHSBLWMehoKK1CsUlJSgqLELtoWroKTeL0JXXo6LtDA7VNaDWaoBUdhqHy61obKxFTdNJHK5twtFmK7QVDajINaGkvAYVzcdwsr4CFZUVyK85jpaKPFRQXWyFZThSGcV0X4/63lx3Vz8m/DK0VL8TDfU4d7gcNmspCovyUFrGGkAcAoF1IUDfharBayFDOr9UB3aO1k2V+ufnYx4mch6fkU/xJdVrkLFMXlOuom50Y6UZmeIqPVQ5JO+ZMpbJuxaeYpLFchfychmlNYbn13mFMktryfioWaW+VCaXUUThwnI3es76cz3U/CSTy8+WbFUm15Pkss4sm8t7Es9p66DCch309H1gtCjIK9GhZDWc1iDXSu1a0chioxSIQyCw/xEwm80oLi6GxWKB3+/HxMQEeIf1VCqF7TwkSex+uZ14Z7ssOdsC94s81f+iqTr6LFMlIzSaOpw8lYdc+uI1VB9C1aGrOF/egIsXC2FqOI3GikK0Ha1B3dU3cfqFD/DDt97B+2+fxZFDR9BURzNxF8/infdPoMSkg9bSjKqKWpw9UY6jl47CJgFK2UUcbzqNV07WoO1UNXTVZ3CqTIP6i6fQfPkSOV51qMBGDgnlJ8/hxNlX8caLl/Det8+itPIEDredwktXT+PwsTNoaDiLt9+6iCOv/mu8cbgOV18gx+2l13Hu7BV893IVjNXncfZkC440H0JLy2m8+vJJtBxvQXluI06fP4vzr76F8+dfwFtH0pgdHcZw/wAG+sfh1+ah8uKbuHzkCv7gnROoLalDffNhHDndjFyjvJHK7Jk8CxVV25TawBbGrv9c0UjgmSpZkdafWeQQCAgEdjUCiXgasXAKKd51eFdrKpQTCAgEsoEAO3SlpaXIpRk7fr+OabsdO0masyd2YpYwGxgedBkHx5Je553mJW1R3sEsyMsT15l5D7EbCgrQ9oc/QltODqxZ1dsAnakGJ956C6+//y7eff8VXDrVgApjVgvZc8KeOHRZcOr2XOWFwmtBQPAIBFQEDGYZ1nwNtAbxNa0CIv4JBA4AAiaTCRUVFSoNDg6Cf/KAHbvtcrIkSTh1e7mZiW+LFe6eJNMsiCJDoyWI5to49uMhyTK01IloKaSaQhxbiwD3lxIDvY/b1NYiKKQLBAQCcwiI/wIBgcB+RECn06GsrAxNTU2qUzc2NoZgMLgtVZXJFmQHkmlbChSFZBUBNi+zKnC/CCOfDopWgla//61vduz2fy13WcvMAuDhQBK+2ThiNKO8y2q3w+rwNGgMzoF+DPSOY2I2giQoLh1H0N6P4dFpOLxRNS6VCME/3o3+URdcgThSyRTS8SSe/MpGPIpoKAi/P4BAMKrGpxFEOBRHlDco46nXxDx3Kqnmz8orELEokgEf/CmAPpvDk6oedAeRiM7ruTlpIvc2IcA/qZNMpsU7dduE974uRlRuTyEgSWR7arXq5in8cwfs0PFPHvC7dltdEUmaM06EU7fVSG+NfOHUrYQrtWsasIAs3ldaCSERv8MIKBrq+HUSuJ1CHAsQIC+GHK/h0RDc4wNwTQ3i0VAAgc6v8Wg6DLd7AMPDQ3j4aAyenju450oh6O5Cz8AYOh6OY7Z/ABMkLUkUGhyA3T6JqVgccXLeUuwcztzHrc4hdEySo+R1wPn4c3w1kYDP3YcZpwsz/DOSlHfjnzSSkSgiXtI5nUQ0HEMikUKKq7VQKKUloqRXLDHn+JGDmYyEESOnND49hunhQXTORJFIRjHr84OX8CST5HgSHygk/xXpRBwxqluM5C8ULc53AQL0HTRvX+0CZYQKAgGBwHYiIEmS+nMHJSUlKCgoQCgUQm9vLw0w+rGVm6fwTB3XUzh1jMLeI3nvqbw9GvMoaSySgncmjunRKByjkY3TyMp5pziNKSOfzu2DYTgoXK7MqaEIpoYjq+oyMxFFJJQkSsHtiD3Dy/kztFwZa45jHZnmdWe9We5G8z+Tj2Tbqb6Tq+DxTJ55XVaKZ/0YQ8aXzzlciZfjmYd14PNFNK/boriFZVP60rSZ8SgZ6CnwDBvfF773GdkccllL86x27XcnwO1UUQ7mY8y+SYpmMvg55fBpz8DeTwRTdh+mBwcxPTmMwWkvxu61Y1aTA7M1jZBzEp23uzDUMQCPuRh51jhmxycx+KAXM2MjcJAwdurCYz0Y7G1Hx/gUZoJpyFSod2gEAz3dGJ2ZgdfvxWzXA9zu6saYoxsTLg9mN71KhvTz+OHoHYJzsgO9U1OY8sYQiZNSCz6pkBfe2VEMjU2gb8CBAOk6MDOLqdkwQpMjVI8h9LhCSITt6Jt0wzMxBJdzBmMzAbgH++HyjmJw3AX76BB8LjvCYiJvAbo7f0o2HQ3YSOBw57URGggEBAI7gYDBYEBpaSny8vLAP3cwMTGhhjxAtxX6SJLY/XIrcN0umdtoDW5XlbJTDhvLQW8SY70hdN3yoeuGP+vUSTI7vvGh84bviewOOn90zQsOlyvz0VdetFOe5dIycX33AvA5E/C7EhjpDJH8xbq3X/fh8dc+cJjJs5GQ8zNx3k6qy0PSm3XrpDqspD/zZqiD9FiJr5PksWyur4oH8WbybSbkej/+2kuYUP0Jg86b/ifYLyeX6/OYMF+atlI887HuHaQ/h3ydoe7bfvhnE/BMx9X7wvWf08WPR196wdcZ3rWEg4+CcE3GkDyou+ORg5WMp2nwIgneKXDpk5/wOzBpD2DGE4Us+TDoMKG+zIaK+hbkaxWkpsYw5DbhUK0NJfWHkZ+OQUt5FvtkfjjtAxgYGMW4PwklFUTPiBl53nHoYhMYjRkhJQth9NzC6LQDs6E4z+UtVWWd12kEyTmbePCIHLsvcKunE+2TfrhD7Kw+FRWbHsD42D18/fAxPv34MUa/+gz3ZgOYnI0gyh6glEZKSiAdmUDnwCy8Y50YHe3HrfZR9F+/gYmBz/HZ41F0P76P2fFe+KJPZYszgYBAQCAgENgdCBjIsauurkZjYyOmp6dht9vVd+xSWVnrv7iOsjznFoiZusW47JWrubu3V7TdVj3TkAgdWZEh6zSQ9UrWSWGZOpK7QL7GoIHRpgWHy5ZJ/ArRsmksj4nSJZlGeIlkjQxFJy/SXWfUkHyF4pVF8avKZLlLSKFyZDKOOV+mLhyn6Ek+EcevRhpVj2WwpXJYHsvSUBmmXMKDeFeTtdY0jUEBlyuzflrCheSvlldn1sBgfVZHVT/Sc7m8nCYT5mq4kIfKIu8Ckjxr6a4AABAASURBVCKB07VUJ4NFA5VvDbo8UxblYXmpLLgR2IMHt3HeGTAnXwudQX6mBpa6C7j03ctobshH3ydjMMGDCJJIIIpYSkPOsAFm+BACKDaMaFJBPKmDhq6ffipw6Pw7eP+7b+KVJhnp8G3cH/Ij7HHA6fCga1SG3mzFsfeuID08jMCkHUsm1J6KWvOZAqvVgMqmEhhOXkJp331MTk5hasm7k/7Bh+gb9WIiEIM37EP7eAkuNNbgZFshiouspJcFJpsNuvxaVFm0yGmpo5ldFzwDXRhT2lDU2YNwcAJOXRHixgpYtWtWUDAKBAQCAgGBwDYioNPp1HfsDh06pDp14+Pj6oxdtlWQJAns0G2Fw5htXYW8ZxGQn40SMYyARIa3KUeDiiYTWs7koOVs7sbp3Mp5D12wofX8kvRzthXLOnLZhkMXl/Av0a3hhBXWAi14O+zqNjNalsojfQ5dyAXTZurVRnovlHHsSh4OXbStqPt6y2o7b8Nhqm8LlbPevCvxs75MrYzBJRs4XIn3SfxS/AjvNrpvhyn/Ex6KW3jOui+85vOm0zmw5mmQW6hDVQvdF84zL/voi3lgvZhvrVR7xIqCMj205Lhzmz2ItFqdI44BtF+7hYGhaVSeqcPJF6y48Zvr+O1/+kd0z3iQ8+IxHG7T4KO/+hS/+0//gKEkINXlIzx5C7/4D/8R//E/fIIH449x6+aH+Kf/8Pf4m7/6Cu3fdCH35cs48Ufvo7rAinR3LzlxCqCUk/wzqKkphVbCpg8WkY5EER8ZhavEhBA5dMlAxl1Mk/w4pp0pgGYO5UQIUjyCuspRfP7VDfz6ix70uzzw+52YeDSAyQigvjInV6FCNqO5IA79hXoUnj0EYzgB2RMjBipRQ2LFZ9cgEA2nEPQnlp2F3jVKCkUEAgKBbUNAURTYbDa0traq79jxrpgejyer5cvzM3VZFSqEbRsC8raVtMcKIhMHMjl2OprZMVoUbBlZ1yfbRLNGRqZVdDKYFCgaSSWdcQX5LINpFTnPrTPnZ5qXwU6wcZ31WbUMkmVS5Wuyhz/LYyKd52SvgA+lr6obpa87v3nuvmjo3uiXtKs57NZXT71JhoZmBCFDHIsQYEBsOPFCE05fuYIzp87i8skK5Bx6BS+dPYxT56/iwtnjOHe8DiWHr+D18604dv51XD7TSmlH0HD5XXzrwnlcutCMlkuv4RLRmxdO4jQ5QeWtL+OFlnLUVLbgyOE2vHC1BcVnz6BJMaCw6iLq66pRkbdImQ1d6EpLSe4FtFWdxOWLb+G1Q0YY3J24+fsv8MXvvybqRvLQRdL7DXzrygt4/92LaLr8Bi62NeF4QzEK6w6huuU4rrSVwKbLw9mzDSgoLEBB/REcOXcRJyts0NdcwStXzuHixaOoqCqFjju9DWm7JzLtOSU1NDqg08vq99CeU14oLBAQCGQdAUmSoNFoUFBQgPLycvB7dfyOHTt2PLuWjQIlSRIzddkAcodkyDtUrihWICAQ2CwCNGGjduQUblbU/srP3okRlQ1lqD/chvraWlQXmSHbGnCopRZNh4+jqbYSVTTTpi9owIlDNWg4fBLN1SWoLC9BUeMJnDtyBMeOVKOy6QhayDk6faQFrcRXWH0INTl6mDVWFBYXoa6tAtaqKhTR6KbWWI7cHCtyjZtHU0NyLDV1KC2sQWMVlV1dROdmGE1mmE0mIiOKG5ppZrANRxrrcfhwHWzVh9FaXYGGyjzYispRUFKFZjq3ak2oriqA2ayHvqAUBZW1KDdoIJmq0dBQg9r6CtjyrKCxhs0rLiRkDQGFboiWBm2oaWVNphC0FgQEj0BgdyOg1WpRWFioOncZx45/7oDPN6t5ZqZOtS02K0zk33YE5G0vURQoEBAIZAWBp77c07OsCBZCdh8CujwU17bg2LkzOHPuFFEjSk166HefpkIjgYBAQCBwMBDYwVrqdDoUFRWpzh3/XA3P2PHumJt17NipY4eOaQerJ4reIALCqdsAcOlUColoFPx7UKn0nEGdTiWRTMQQS6SQ+T2pubg44hQ3z4XFe1qkwbJSJI/lZHhSGQGLdCPeOYZFsRu6oPL4gc2GOJaTInkb0kNk2hQCEk1ISZL6b1NyRGaBgEBAICAQEAgIBPYWAhnHjnfGzOyKyY7dZmwyduoYBbbtOBSUHQS2S4pw6taNdBIR/yyG791F+6ALnnAC5M4hHpyBc7gTj4c9CMaTSPEee95JTA33oGvchyg5aml2/JIpJJNUKDmD6UQcYb8Pfq8HgVBUdQiTyTi87jiSvE19IgEwM/++QjIB+oCyUeZNfgIeRMIhhFOblEPZ45EYArMBOhMfgYBAQCAgEBAICAQEAgKB7UKAl2Lm5+fjyJEjmJ2dBc/Y8VLMjZYvSRLZmWmkxGD9RiHc0XzCqVsBfp7FSpMjliJazBJHMBJFz4gG+f4v0D7kRM/9RxjpfoSHIYoLfYbPbo2j7+tr6B8cQG8oDr3nS/ziq2m4xm6if2QC/Q6SmPAg6bqGW31huAJp9SFKx13wTt7G3//0MZzeCHw9n+LB/ev4emwWMec3eDAShz9CeRd91nuRRtQfpjrEESanMh4KUkgTiFzhjCjyHNOUFvaHECMnVPX9yKNMRiPwhyNIRx/j3p0e9PXNwB8KwRMMIE5OYpw6gRQ5oSnKk0wkkYqG4Q+Tg/oMhpmCRLgZBOKxNCKhJJLxhTdvMxJFXoGAQEAgIBAQCAgE9hICiqIgNzcXdXV1iEaj4J878Pl8G6qCmKnbEGy7JpNw6la7FTRiQZ8lHCnEIwFMD/ej59EIvBE3pl0+uD0pFJaXorisFPHxXgz2jMMbViiuBPn5eYgMdMHnn8BsiBwq/pHfdBzJsAP9D6/jzsNBjM8GEaO08Mg40nHKH45i1pOAZ3wIY8O3MepzwR1Mg3ylJfqs9zIJR88IHP230Df2EF/1e+B0BpEkRywjKR0PI+oexoT9Lr66S+FwFyaGu3Hn0SS801MIxpyYnvHBPzuFmZlxdPRNIjX8NTqnQxjq6IG95yb6Jrpxq9OOWXJMZ9we1XHMyBdhdhDgDRR4MwVprU9xdordNVJ4eUgyloKfnhPXVAwzE9EtpenxKOxDYcxQmI2yQr4EeNv6gDeJJ/JYNpFjNEJlRZ7GZ7Fu02NRTA1Hsiqb9Z0cDGNigPDJoq6MC+vLxOfZItbXMRJBNuU6J2PqIEskmILPGd80vu7pGLiNJHnVxq556oQiAgGBwG5DQJKe7orJ79klEgnwzx3wjB1/T65HX3bqOE+KBunXk0/w7g4EDqg5uAbwafIjlUwjQV+odLoogyRJULQGaPPyEA8E4HMFkUxpUFSYA1NhJQwhHwKeCNIS71CUB5OtGAafk2TFwSsvseCQFS00Wh20mjhCXjfGBmZQljeK/ukAzeCZYdJroJdcGB+eoFmzJJbqskDUGk8lJHxuRMIeeH0OjA/1omsihCjVMyMgGaK00YfosQ/jYe8kJns7MT01BntMgZ5/E41IVvTQKCQrHoHHE4AsuzA82Iu+ATscNEM5M/QQD8am4XJMIhSJET4QR5YRUAh/jVYm7KUsS94b4rj+/MPjXjKgx3ppQKE9iKEtpsHHQQwuLYPiNlKubzaBeDQFz0zsid6q7I65MgYeBzD4KPgkbSNlLJdnsD2AAaLl0tS4x0Go4dJ6rnLNuPQ/JLmr6LvRurC+g4TFcjoNPPKj774PfQ+84HPmXY5vadwg3bNBqs/gajhQ+tJ8q10PdwVVJ51nz9lp5DJW4udyl9N5cEE9J/rDCAeTsOQpwMF8xCEOgYBAYO0I6OY3T+HlmDxjx45dMBhc11LKjFPHjt3aSxacuwUB4dStcCfUpZfk6CTj6uLDRVyyzgxzWQvaThbRjFYC6UAIWimIKfs03OQIBXWFsObqICX9cNin4J6ZRMhYRE6QDilymNzT45ianoEvocBS3oaGmgLkaWcx7ZlCX8iAkmIDfENTCHjCVE4lymproKEZsgQvi1ykyUYuFNhsehjJ+TQbDMgNdqNjKkxOXaaeacSCPrhoJnLcLyEcDSPi8ZBTFoe+0Aq9yQyF6q9VqGydCTpjDgqsBmgaj8Fovwe/ZERCY4OZnNhQ1AefphYGnQEqP2URnywiQIYejS/goBp8Wr2M+uMWGM0KEjRjxwbwVlKEDOwYOWEcPiknkEQokECYwidxxLeWc1OOgrxSLQykf4Y/EkqCz6OhFOKRFEL+BbK5DC5rjfJZznIUIdkxkr1cGtdjUZlrLItnHHk5MDup2ZTLshiLaHgOF75m8rkjmJnyYGpiFs4pH/zuKIK+OML+xXzMuxyxvAhhzbNqajphG+K8FKrXa6z3Qt5YOIWCUj1sRVpIMvWdq8mi++qeCcBB+nucIfg8VB+HFxOjM3A7gwj640jSCKC1QIvqFhN28SFUEwgIBHYRAnq9HsXFxSq5XC7Y7Xasx7Fjp46rI2bqGIW9R8KpW+GeyTQLojXIMJg0S2xmCelYCOHJDtz+7D6QY0HjuUroDSF8+S+f4Zuf/Rz+mno0XqwDIi6K+wR3Pv8C0ROnYLLaEBy8g7uf/A1++fHHuD2Vwsjtn+PTX/0NPvn4Q/R7UtBd/lNcfOWPcTQ4CInyh5QcFBQ14uyL55Fr0IDUWkHjdUQrGsghF2LxIHzWImgDXqTiMXUmMZGI0cxaAm4/GZyWEFLRAJTSQqTkBCa//hIPvnmAsZAOEf8QXE47pv1pKBoTGTFtaNPFUdKQi5yTTcirqoTJG4ISkykNKkEcW4PA5qdvt0avLZaqo+ez8bgZL35QiKvfL8ZL3y3aWvpeEV7+AyqHwidl0blaNoVP4taoxys/KMZrPyrBKz8kmUvyXP0+lUXpLxO9lJHN4fee5V1vuVdJzssr4UVpV5fWcYluy5V3lfR9lerx6h+uoB/JXVSXNch8Ug7lfWm+3le+U0j3uwCHX5JQfMiFghYHjr+uIRzL8eoPy9bcDvie8b1kvdVyqAz1nEL1ej36ZXgp72s/pnv6R3P3VJWXSVsSXqHr8+/loPiwC40XYjjykozSw7MwVQ+j6WIcF97NobZWhAtv56Oq2QRJ2uKHSYgXCGw5AqKA7UJAP+/YNTY2Ynh4GA6HA5FIZE3Fs1PHs3TCqVsTXLuOSd51Gu16hQwoLK/FB3/xDl79g/8R719sRVPLCbScex9//sffwSs/+d/wg7NlqGk8h9OX38O/+uMf4vUf/I/4ERmfRZWX8dL7P8H/6d/9JX74/T/F1TPfwr/5d3+OP/+Lv8T73/oLvHnxJbzbokCCDee+8w7OfffbONbShlp9MXTlr+J8kxa5Jmz6sJ09j4Zjr+Ji66v44OrL+MnlFPpufoLf/fJn+NUvP8cjexqV3/s3ePv8H+Lf/+QNnDn3Go6ffhM/+IPXcO7lF1BnbsVLr7+GCxdP48yhBrzwQitAVkfZqz/GuZYmNBTWo+rQm/ijH7yOsy+dR7HNSjPWribnAAAQAElEQVSZEEeWEUinAF4iDJrBzbJoIU4gsOsQ4N9f8ng8aG9vx+TkJKxWK1paWlBRUQFFUXadvqspxIZTXl6eurlBb28v7t27B41Gg/PnzyMnJ2fP1We1uoo0gYBAYPsR0Gq14B8ob21txczMjLp5Cv+e3fM04b6Jedix43BHSBS6YQTkDec8sBklKBotLDYLzNY8WIw66HQG6AwW5OZYYcopQA7NqGl1Rprl47gcmHPykKOXKZ8RJksObHk25FhzYaI8fJ5rs8FiscFsNMGiAx0yDFYLkRV6nY4cIgWSxgyjToKchRFb2WCEVm8ieWa13NziWjQfP40TZ87jzJnjONJagxKrDVZjDvJyzDAYzNATWa10bqK8sg4msxlGowEGvZZCHfjQmHJgYH0VLTR6MxknZsLASAaKDIkZBGUVAfKjIckkUhLoEgris08RYOOCf3uJR5z7+/uhJWOFHbnKykqwY8TO0F6rOjuoTqcTTKFQSK2TyWSCz+cDO3mZd2H2Wr2EvgIBgcDuQECSJHWgiJdilpaWgvuZ8fHx587YsVPHfa6Yqdsd93G9WrBJuN48e5lf6L4UAUmBpM1FQVklKqqqUVlVhuJCcs6W8onr3YcA+XKSxP92n2pCI4FANhBgQ4Rn5TLGCG8AwAZKQUEBDUhZVGcoG+VspwxeBjUxMfFktrGmpoYGzgxgp5XffzHTgBk7eMoem33cTgxFWQIBgcDzEZAkCXq9HiUlJTTIngOeqeP+NB6Pgx235SRknLqV0pfLI+J2DwLy7lFFaCIQ2E0ICF0EAgKBnUCAjQk2OnipJb8Lwi/78xbd7NDx7zDx7BzP1u2Ebtkok0fAY7GYamzxKDrXh+vHS6TY6GInj40wg8GQjeKEDIGAQOCAI8CDRNynWCwWcL86PT0N7mO5r10KDTt1HMf9FIeC9hYCwqnbW/dLaCsQEAjsNgSEPllDgA0JdmzYkRsZGYHb7VbfnWNnrqysDBmDI2sF7oAgNrAaGxtx6NAhcH3ZwGLjiuvIs3Rihm4HboooUiCwzxHgvoUdu9zcXHDf6vV6wYNJS6vN/Q/3R9w3LU0T17sfAeHU7f57JDQUCAgEBAIHAgH+sdyBgQHcv39fnclqbm5GbW0t2CDZDwAsrQM7dDxTd/bsWRw5cgRsUPHyKHZsl/KKa4GAQEAgsBkEuB/l95F51cPQ0BDYsWMHbqHMzMCZcOoWorJ3zoVTt8K9SqXS4N8y8jhjcIxF4BgN7whNDYdhH1pf2TMTEYT8SUSCKbgd0VX1nhoOYaQzgCkqZyvrODkQgp1oYRmTgxQ3FFpVv4X8mXPWdbyX8o2E1503I2NhONEfBOuyMC5zPkVlTBFGmevlwrHuAOxUl+XSFsZNj0fAvxEWCibhnpm7L1OE+0bxn7VHEfQmkIynV2jFIlogsDcQYGeON0EZHBxUZ+NOnToFXobIs1qSJO2NSmxAy7a2tidOq9FoVM95lnJ0dFQ1uDYgUmTZHwiIWggEtgQBfseOB8pycnLA7/BOT08vKoedOnb0UqnUonhxsTcQEE7dCvfJnKuFyaqBczyM0fYARtZBw4/9GHm8vjzLyR966MfQI5LVQbSO8ifI4YlHk4jHkpghhzQje3iJTqznEOnKTslIxwb1pfzDrOMK+mXKHCXHkZ2XjC4cMq6jK5TLui2VO/jQi4EHHgy3+6DKW6FMlr0ccf7+++45GaQ3Y8v6sQ5My+WZiwuueP9ZxmgXpS9TD9af6zEnI4AxwiAZTyIaSmCGnMW5eP98XfwrljHH9+z9sQ+Ewfe5oFwPif4gDoHAHkKADQd+t2xiYkLdJIQ3EOERZB5J5o1Q+J0yNjD2UJXWrSo7rZl68iwd/0wDG13s5PImMesWKDIIBAQCBwyB9VVXkiR1YybuZ3U6nbrEnd/nzUjhfihzLsK9h4Bw6la4Z3klWtQfMaO6xYTiKh1KKtdOxZV6FK+Df0XZVXqUVutQSuGKPMuUU16rR+sZq0pVTQZV9+X1Ifkku7yeeNZZx4w+xavUtXheNw5Lq6ksokw+Dktr9Cih8vn8WdI/g6HJFoPWFIS1IIkyquNa70tRuQaKwY+0xg1zXlyVyzpxmRyyHqwfXz9DjAvTfF0WpnPeEqp/ed2zdSsh/kw6n6tE9ef70nzSgqomI9Q4qv8c/vq5a8qnxq8hrGgwoO4wt1EjhE8HcewhBNhhmZqaAs9IeTwedRdLduSKi4ths9nUrbglSdpDNdq8qpIkqThkjK1gMAimzUsWEgQCAgGBwGIEeACpqKhIXRnBP63C/TAPtEmSpMaBDjFbRyDssY+8mr4HOc1q05DBbMLJqzYcu5yLo+ug4y/m4hjRevIsx3v8Si6OX6Hy1ymLyz79ah5OvZKn5mfZXAeO5/MM8TXLP8FlrKN+mfwcZmTw+VLKlPkkXFIPzsu0NB9fczzrxucZqj+hoOJQArXHJBy5ZEHbeRMOv2Bd9d60XTCj6kgahQ1BVB9N4/BFC05cIVxetKnY8L3icri8o8tgkNF9pbTV7tFSuSzr5Mvz9+Ulm6o3l6u2sSXYLFfe0jguu+2cFcXkGFI/fJAfV1H3PYIAGwns0PGulvxbbLwRCs9W8VJL/qkCXoK4R6qyJWpKkgTGobCwUP09KR5B59+025LChFCBgEDgQCPAKyN4MI2dOX6Xl/tm7qMzKyRE37P3modw6vbePduNGm+ZTtzZ8Na7vEyLO5toNKq+a+Lz+cDvnvCGAhy/nAK8sxO/CMwvBHN6dXU1uAPLdFgcJ0ggIBDYegT4OWYDgWeexsfHwU6dRqNBZiMUduYk6WDNzK2GemYEnd93YUNrNV6RJhAQCAgENooAO3YlJSUIBALgvpltKkmSIEmSujvvRuWKfDuDgHDqdgZ3UeoaEWDHrKenBw8ePMCtW7fw1Vdf4YsvvlCveVMFJh7tXyqODUg2iIaHh8EzAWw88s5PS/nE9XYjIMo7iAjwc8wv5fNzzI4db99/7Ngx8Mv6kiQdREhWrTO/68KOHf+uFBta7BSvmkEkCgQEAgKBDSAgSZLaD3OfzEviecCNB9FZFNtRHAraOwgIp27v3KsDqakkSep25vyuDf+u04kTJ9Tfdzp+/LgaVlZWqk7bQnDYgGRDiNeJ82+y8NIuNpIkSRiPC3ES5wKBrUaAn0WeUeedLdlgKC8vR21tLXh0mGfqJGmVZ3KrldvF8iVJgs1mU4lH0LkvYyx3scpCNYGAQGCPIsB9MdtK9fX16ioK7m94hZRw6vbeDRVO3d67ZwdKY0mSwA5ZZskkdzT8Qi/PwrHjxoZiZnkSj2az4cO76fHucTzKzcsKeKZOkoTxeKAajqjsjiPAzyC/N8fvakiSBN4AhN8X49k5rVa74/rtdgUYI97MgIk3lOGl59zH7Xa9d0I/UaZAQCCwcQQkaW6TJh48z8vLA8/U8asrHG5cqsi5EwjIO1GoKFMgsFYE2Ijhrc7ZceMOhg0bNhZ53Tc7eJzOsjjka146wE4fv6PDy5fYIOJ0QQIBgcDWI5B5Dnl2jgde+N1XHgXmZ7GsrEyddRdbZq/9PnA/xpumcL83OzsLDteeW3AKBAQCSxAQlysgIEkS+OdUePCNX1XhFQLc56zALqJ3KQLyLtVLqCUQeIIALwHgUWve5IRn3ph4CdfRo0fVJZgczw4dv1vHs3fcIfGMgHDonkAoTgQCW44AP6c8+MI7NvJzyEYBP5v8rgaHW67APiyAHWKe2eQRdHaSefR8pY2h9mH1RZUEAgKBbUaA7SYeSOLVUTxIzgPoPFi3zWrsguL2pgrCqdub9+3AaM1GDW9y0tDQAH5/jkf7eXkAGzaSNLekks/Z2BkZGVHfQWE+duwODEiiogKBHUSAv/D5GWQnjjcmam9vV3/ctqmpSX1mDQbDDmq394vmAS1+L5hXKvDMJ69c2Pu1EjUQCAgEdisCNpsNbGfxYPnAwAA43K26Cr0WIyCcusV4bMuVKGTjCLCBw0sE2IBkY5Il8cwA76zHI9o8K8DpHC9IICAQ2HoEeLkzf/HzTrQ8W8ebGfFMOi8d3PrS938JkiSBB7d4WRQ7dLwiYf/XWtRQICAQ2CkEeJaO7SleYcG7FfM+BTxjt1P6iHLXjoBw6taOleDcBQiwccNOG3c0PDvAS5J43TfH8Qwdb6oiSXMzeLtA3c2qIPILBHYtAuzA8fIcduh4kIV3tOQZJQ7Fc5jd2yZJEngJJvd//E4x453dEoQ0gYBAQCAwhwC/98zEqyx4MIn7eX5PWrzTO4fPbv4vnLrdfHeEbs8gwCNIHMmGDTtzvPUudz78nh3vdslpggQCBw+B7asx7zDLywB59JYHVfiLnzdCYeJtsdnxkCQxsJLtO8I48/su7Exz35dt+UKeQEAgIBBgBDJ2Fof8fh33O9zn8KoM7n+YR9DuREA4dbvzvgitVkCADUZegslLkHgzBp6t45kBm822Qg4RLRAQCGQLAR6p5RFbXu7MzyDPkFdXV4PfdeWfDslWOULO8gjwey6MOb9DzPciswR9ee4VYkW0QEAgIBBYBQEeKJckCWxfcX9TVVUF7mu4zxerBFYBbhckCaduF9wEocLaEeAOht/V4Rk6Ni7ZoWNDZ+0SBKdAQCCwXgT4y52dCH5/lQdTeMSWlwPyZij87gUbAeuVKfjXjwBvAMXEo+Xc/7GhtX4pIodAYG0ICK6DiUCmP+dVGZIkgft43lGcr3l1htg4Zfe2C+HU7d57IzRbBgHuVPh9Oh4t4pd4ecllpgNahl1ECQQEAptEgB0Ift56enrASy55VvzYsWPgL3lJEsssNwnvurNzn8fEs6XsbK9bgMggEBAICARWQYCXXUqSBO77M2w8iMfOHdtf3Pdk4udDEewSBIRTt0tuhFBjbQjwuzw8Ql1fXw/ueMRI9dpwE1wCgY0gwL87Nzo6iocPH4IHT/i54w2JeMZckoRDtxFMN5uHZ+r43UXeCZP7Qx7o2qxMkV8gIBAQCGQQ4L6ezxf2LZIkgd+bZseOnTpeirnQ6WN+QTuPwO536nYeI6HBLkGAN0fhZV/c4bS0tIC32BXLAHbJzRFq7CsE+LnipZZjY2Ngx4HfmSsvLwfP0rFDxwMq+6rCe6gyjL3BYFCXRPEAF9+rPaS+UFUgIBDY5QhwHyNJEhY6dawy9/38uguvFODfJOWBJTGwzsjsHhJO3e65FwdMkzTSSBIl1kSJZBT+gAfJVAzFJYUoKS2E0aRHMhlDPBFVZaSxNllzfEnCO0UkPgIBgUAGAf6C5qWWk5OTYKeOl/fxMmd+UZ4dOt6kKMMrwp1DQK/Xoag4H6FwALF4BKn0evo+7vfSO6e8KFkgIBDY1QjwwLkkzW2UslBRdvYsFjPZYEWAlEQw5Cf7K7IB+2s9/dVqvGxDsi0n+jPMH8KpmwdCBNuLQBqp+Y4gTuHzKRwNIEGOndliRFFJPrQ6iRy7ApISRzQWXJOMNJaWgISBUwAAEABJREFUIzqD7b3ru6Y0ocgSBNJpejricfBs+NTUFHgjIkmiZ6ykBGK55RKwdsGlVquBLS8HOr1CA11RldLP9G9L+7u5a6iDX8II2gW3UaggENiVCLBTxw4cfy8wLVRSq9XCZstBRWUpImSXhSMB6n9iG7TB5vqktfZdy/OxHbdQw4N9Lpy6g33/d7j2aeoInk+pdArBYAB6gw65NisURVLz5eRakU4naaQ6Ss5dWo1b8T/N8MWTKep80k/4drjyoniBwK5AgL+0Y7EYeGnz0NCQ6tDxckt+f453l90VSu6YEru0YHK4NRoFtrxcGuyKIRIJU8gDZU/7t5XPdmmdhFoCAYHArkGAHTumOA328XfEQsW47ykozIeikRGJhmlgPfLErlq531klJZ0g2yyBeGoVHi4hHUc8mURiAd9CvcQ5IJw60Qp2NQLcmfBmDby2W6/Xg98lYYUlSQL/tAGicYRCYQSp4+H4ZSkVB3ydGJgIYMa/LIeIFAgcWAR4ueXIyAgGBgbAz9jx48fBO1vqdLoDi8murzgNdIH6NUkyIhKZxtDgJEaHRee2o/dNFC4Q2EcI8EwdEw/4rVQt3jSF04PBIHip/kp8z40PjWLaYcegYxVO7vN83Rie9MHhXYXvgCcJp+6AN4CdrH5otBPt31zHNzfvoWewHZ/+6mt02IPwkQ8GvwOOzuv42W8+we9ujSPinsRQ+z18c7sLHaMejN75LT7/phOPP/8MX3x5E1/1jCLiGsTdTz7E7+/ZYXezECAZ8sDT8xV+99tPcKNvHI8eteMW8V9/ZEeCKi8WIREI4nNgEXA4HBgcHKSBkZC6zJLfnTMYDOrOspIkHVhcdnvF01EPvIM38N9+2YvOnhGM+/2Y9jox3X0bn/3mGh7ZZ9Df/gD3PrmGGze7MRoIw9v1Db7+/AYGRqcR5dfqdnslhX4CgX2KwF6oFjt0iqJguZm6eNiPqXsf4+ZXnRizj6Kr4x4+/OUX+P3dMfjjPgzcv4Gvv3qIR497YO+9i998fAu9gx24/tWXuP5wCCMLnLLI2APc+fJz/P5OOx4OjuHRF5/j428GYZ/sQefdO7hxpx/DLj8CfV/h048+wfXuETxq78Sda9fx5f0JRGjWTnRnT1uUcOqeYiHOtg0BdqUi6H44StSO0ZEe9I04MTgeRCyRgmpLBv2I+XxwaXIhTQwiLEfhTwYxPT2L4QEPnCMz0OeZkKs3wqDIiAWmMfXoJm6OONDZNYIpTwAR+BAIzaB7WIfSfAP0vl709ffizuMxTPaMIUD1TRGJj0DgICHA21BnZuf43TmTyQRebllYWAiz2UzPn3Dmdn97SENWkkibCmCy6pGOBjHRO4iO2/doJLsPHUMOdI+EEI9EYNbMYnxmGLc+78Fw70O4ZmcRie3+GgoNBQICgZ1DgB06pmedujiisSi6hk3I188gGpzG+GwSPn8auc4e9Pfcwlddw3j8aBjjPQOwe5yYNhXCoE0gHnZjatINx1SYKsYD7yPoHaG+TNLDBidcw49wrWMSQ/f7Mem0Y8TlhdPjQijmQHu/HoW5BhgCAxgc6MGt9nGMd47Ak04jiX17rLtiwqlbN2QiQ3YQSMHtiSJKQ8Z6rQYS/en05ISFU4jxsx6PIRmLIaQYkA74EPb6EVVSCKcT8E7TeViH8qoiVFQVo9BmgSYRhnfGjhkpB5KcgiylkEYCvN7bPhVHrs0MU9qLEFkzobgOemr5UnYqIqQIBPYMAtFoFLNk1I+Pj8Pj8ajLmXmpZXFxsXq+ZypywBWVFA10lhwU5hhhpcEtiQbDQtNe+GY9SFu1kFNJ+KMGGHMsKCvSIBwMwU6GlCzL0GhEzwdxCAQEAqsiwH0FO3W8vHIxI1lW1L/MBnSwwIdEIoBAUoN4QouUcxze4BRmQjISFKdLJiGnJegqq2GJhCDp0wjGowjSoDuQAhDClCNCNpsOVn0CqTA5cREjDLJE+RRo5BiS6QBmPWGMT0ZhsZpglgKIRKI0I6iDQYE4liAgL7kWlwcFgR2tp0Sl61FRV4z6tkOoqz+C1rp8tFQGEQimEI5SMo29ROkBd02Ow2cthc6XgE7WQl9gQW6uAkthEYyKAmOeEXqjHorGDF1pJerKqtF2pBbl+RYYqcvRKVYUGKZh98qQC6pQV12Pwy11qDlSAysVIx4AAkF8DgQC/OXsIUduampKdeh4Zq66uhpWqxWSJB0IDPZNJWUNJK0FlvgsQANfGmMOiooL0NDciMr6NhyrL0ZlqZVm8azQ6gtQYKlA8/FK1DadRBH3nfp9g4SoiEBAILAFCChkXzE9O1OngVbRobzAQ86WBhqdBiZDAr5QDINhA4oqa3G4ugZtRxtQ11yDSkseinRAwulHymgim80AsyFNGmuJKlBgpMH2aAwhbSFKahpxorYaDWebUVNQiYZCDXJMGvj8uSg2TYHG85G2VaCG7LijTXWoO1aHAlmChiSJzxwC8lwg/gsEthsBBa2XL+Limy/ixPE2NNQexYXX/wRvn8xDpY3HcDTQGgtQR07fH/7wMo6+/i4un38T33vhDN596xCOvvUKSk1G5B0+j7MvvIDLR4/AUncR37vShiuHS1GUw1aLDnmldbjyox/g4uv/Cu+99DK+9+45vP3WURxtKQE3fmm7q70HyxMq720EeLMhfomdf3uO36HjDYaOHj2KiooKaLX8xbq363cgtVfMMOS34b1vt+JY3Qkcb63EiZfb0PbGB3jz7Fm0lZfhxRea0HjyKHJLGnCithQXvvctXLx6BlWl+dCJju9ANhtRaYHAWhHgmTomHgxcnEeGOScPF999HWe//T1cOVRD/UsFWi5expX3X0axrgWvvXwKr15tRcPJYyg8fBavl2lQfPENvHT2dXzvxZM4d7yYRLIFloPT77yFS+/9GK+//B6+9/o5fPDdM7h0pgb5lXWoP/E6Xr70Et45V40rf/QDXHzjX+Hdq6/ie++cwzvvHMOJQ2XQ0oCkBHFkEGBUM+ciFAjsGgTi+VWwNh3DSxVGaGkk5nmKsXFqNpvh9XrB7ww9j1+kCwQOAgL8LPAz8fjxY/AsXUFBAappds5oNG5F9YXMHUJAo9Gos628vHaHVBDFCgQEAvsIAZ6lY2KnjgcGV6xa7nE0NjbjYqtWXfXB72tzP8QDiSvmEQlbhoBw6rYMWiF4NQQkmieToKX/umUpEpMQDKdhUXRQoFuWR14Qr9OYYdRb4XUH4XJ6EYuknpNHC4kkg/5DHAKBfYhAOBzGxMQEenp61Bm5srIysFOn09HzJIuufy/fcon6LQmaRX1cNJyE1xNcFCcv6CMz5xL1exLlx44eonCBgEBgNyPAs3QrOXUS9SFypm9RcmAg2yvHaIBea4Ys6eCc9iAUiOEJT4Y366GWejIF4niKgPhmf4qFONtWBCR6GGUiZVmKhGMIBiLQ60yQJQ0k6kRWI0XWEK8RFnMOHFNOMm4CSCWxaj5AhjgEAvsNAR4h5dk5fneOQ35nrqSkBPn5+WIzlH1zsyXq22Siuf5Tq9Gr/Z3X7X8SJ63YZ8oAcUEcAoG9gIDQcUcQYIeOiWfdFs/USaSPRD3IXN8jLehnNDQIn28rRMAfgs8bQDyWXJZvYZ7Nn4v+DAsORmPBpTgVCGwnAhIVtjzFYnHEYjHwduugbmEtpNFoUVJSSsZNCrzULBgMAavmhTgEAvsGAf7i5WeGd7fkd+d4GYzFYkF9fb3q0PES5X1TWVERQuBp36nXGyDLCrjPS6XSi9KwbB8IcQgEBAICgRURkGUZiqKodtizTE/7HizoX2RZgc2WB51Oj0AgCL8/ACxI37pzqIf4BzFVIRrB7kOAjdNEIoFUKgW9Xg9JktakpCRJ4HeFKisr1Y7I5XKB5awps2ASCOxhBPiZYYduZmYGQ0NDiEQiNMBRgrq6OnV2TpLW9gztYQgOtOrssDNxn8n3ntvDgQZEVF4gIBDYFAIKOXRMbEOttz/hlSH8PjcPrnO4KUVE5nUhIGbq1gSXYNpOBDJb6Go0mg0Vyx0Kz1D4/X7wjMWGhIhMAoE9hAC/PzcyMqK+P2ez2dTZuaKioj1UA6HqZhHQ6XSqA8/9Hjt3m5Un8gsEBAIHFwGZZurYBuOQHbP1OHZ5eXlqXxQMBtVVUwcXxe2vubz9RYoSBQKrI5AxSHiUaHXO5VMlSVJnKVjON998g5/+9Kf41a9+hc8++wz8o8vL58pSrBAjENhmBHg0lB06Nubb2trUnyrgZcuSJG2zJqK4nUSAZ+p4ZUMgEFBXOeykLqJsgYBAYO8jwA4dDxbxKhC2p9ZaI0mSwIOL3Cc5nc61ZhN8WUBAOHVZAFGIyC4CmREh7lA2KjnjELKRw4Zuc3Ozut0uL8nkDSQ2KlfkEwhkC4HNyuHRU56JzrRn/qmCwsJCdQnyZp6dzeol8u8MAjyqzv0dj46vxwDbGW1FqQIBgcBuR4C/Rzbi1HG9cnJy1D0RuD/iAUfRJzEqW0/Cqdt6jEUJO4AA7/rHjl1TUxNaW1vBTh1vGME7ObEhvAMqiSIFAllBgL8cfT4f+MfEeZBCkiTwUksmHhmVJDFDlxWgd4+QNWnC954NsFAohMzA2JoyCiaBgEBAILAMAhmnju0mHkRchmXFKO6LzGYzuF/id735e2tFZpGQNQSEU5c1KIWgbCEgSZK6OcpmDBMeGeIOid+vy+jFW7pzHL9/lIkToUBgLyHAX4w88jk6OqouJeb2zG2cZ+j2Uj2ErtlHgAex2JBip47bSfZLEBJ3PwJCQ4FA9hDg7xee/V/v8suMBuzU5ebmgp06lrEZmy4jU4SrIyCcutXxEak7gAAbJ1zsekeGOE+GeOqfDRu73a7uhMmbr/C7JpIkqTtqZvhEKBDYKwhwe2aHjtv0xMSEupy4vLxcfXdhr9RB6Ll1CPDySx4V590vue8UBtTWYS0kCwT2PAJrqEDGqcv0KWvIsoiFdyNnp44H0tn+4p00FzGIi6wjIGddohAoENgkAmycsIjNjOzwzAUbOL29vfjyyy9x+/Zt/OIXv1B3YiorK2PxggQCewqBzIYovOTy+PHjaGxsVB27PVUJoeyWIsADYgaDATyIxYMAW1qYEC4QEAjsawTYqePZf7bFNtqfsB3Grwbw76fyMs59DdguqNxWOHW7oFpChb2MgCRJ6jpsdu54hGgjI87cGVVVVeHChQvqO3V8fv78efCoEe8U2NPTozp4LH+jndVexljovrcQ4M1Q+B06SZJUZ66goECdcZYkaW9VRGi7pQhIkqS2CzbCeLZuSwsTwgUCAoF9jQDbUbz8kp2xjfYn7BQWFxfD7XaD5exrwHZB5eRdoINQ4cAisHLFuSPgER6est+IU8eSeT13aWmp+vMG3Knw7oDs1PH67nv37mFwcFD9XS+ezeOfOuDNJzZaFpcnSCCQTQR4sIHfjxoeHgbPzvEMDM8y87uh/GxIknDoson3fpDFRhj3nX4p754AABAASURBVLzMidvPfqiTqINAQCCwMwhwf8JO3WYGv3n1gNVqVfdJ4GWYPOC0M7U5GKUKp+5g3Oc9V0s2TJg262hJkgSe8eOOieXx73exQczGMhvKHPJ7Srw0gGdD+H0ljhMG0S5rMvtcHR5M4FHMsbExDAwMqMTOHLdJJm6zPDDBDh1/Se5zOET1NoiAJEngfo6dOm5TGxQjsgkEBAICAdUR4/6EoeCZuo3YRZIkqSuveJ8DdurYvmJ5grYGAXlrxAqpAoHNIcAv2PLMBL9HtJGOZKXSuYPi3QIbGhrUjqaiogK1tbXqZhPs3PHsHW9CwR1PNstdSR8RLxBgBPgLkwcUeNa4s7MTGWIHjwcieIaOvxSZV9DqCBzkVEmaM6DYqRP910FuCaLuAoHNIyBJkjoozrYYf0cxbUSqJEngAUme8WPHbiMyRJ61ISCcurXhJLi2GQF26pjYqeMZjGwZKLycgDsoNpDZweNllzyizUszDx06BH73rq+vDzxjwo7dNldbFHdAEeA2fv36dRw5cgTvv/8+3n77bRw9elRth3V1dWJDlAPaLtZbbUmaM8LY+MpWn7leHfYQv1BVICAQWAMCbIvx5ktMa2B/hoXtLpvNpr5Tx47dMwwiImsICKcua1AKQdlEQJIksPPFozvT09PqzxJkQz4vxZQkCdzJ8A6C3NHw8jZ+z46dPH4Hj+O5TIfDkbVyIQ6BwAoI8KwKf9HxzxPwMmFm4yWW3P75WpLEu3OMiaDnIyBJErjtsEPHg1UQh0BAIJAFBA6uCEmSwE4dvwvHtFEk+LuMiR1DMVu3URSfn084dc/HSHDsEAJs1PJWuOx0cSeQDSOFHTd26Fgeb6TCM3PJqA6j/W4M97oQmAXkRC50KIBzMoqxATdc9tiqNDUcwcx4dFWe58lwjEZgH4pgenT9cpyTMdgHw6Tv6no+TwdOnyY9nBNzOnBoH4zARfI5bT3knIiBaT151sI73hemupJOz7kna5G1kGdhvRfGZ/vc64w/8zRxe+R35nhTIJ5hYQZJktSBB4hDILBOBNip43aUjf5ynUULdoGAQGCfISBJc04dO2NMG62eJM3J4X5pX6+C2ihAWconnLosASnEZB8BNnR5Jo2NXt4whWczNlsKO3U8WsQj2X6/H+zYJQIWOEdkjPeRE9cXgWMkiWQwD/4ZPSYH4xgjR2JF6g1jtCeMMQpX5FktfyaN8rOcUQrXLYfycN5N60C6jPZGkNGBw9Ge0MbqRjplQ5+lWIx2h5/otzRtM9cL670ZOavlHe4MgSmdWtyK2QDn9zl5sx5+p47f6+R36XgJML/vybPLi3OIK4HA8ghIkiRm6iAOgYBAIJsIsJ3EDh3TZuTy++GcPxu2HMsR9CwCwql7FpPdGnPg9GJnjmfreEmkx+OB1+sFG8CbAYJHsbljYeKNKXjpWzJsABJWKLIJcZpIYdLrLbBY8qHVmp/EcfwzlABSkJBISqvzzct9Jv98fDIlI00GWTK1fjkJ0iEtyYhTuJL8tcZz+Zm6JBISUhuVy7owzddvreU/j49uEtKE9/P41pu+sN7rzbtWfr8nCftwGIl4EpFIFOzIcZt2Op3gpb482MCzdezcMfEXaFtbm7qb4WbavMh7cBCQJAncx/GgFY+IQxwCAYGAQGATCEiSBLaX2Fbi5Zeb6VdYDqsSiUQ4ELQFCAinbgtAFSKzhwAbKPyuEXcmHnLseNnkZqXzqFNeXh7YqeNlAJKcRn65AbXHclB/IvcJNZ3OA9PCuOXOm87Y0HDqab7leJ4X13g6FyyHw+fxPpN+kvKeJR0onEvbuC5cfsO8HK5TM8mtn79ej2zOy7SePGvhbTlvQxPrtOA+rSXf83gW1vt5vBtNL6kzgtsaO3IzM9OYnJxEf38/uru7wY4dO3AvvPACOORNe86fP6/uGMaDG5tt8yL/wUCADS4e+OJ+kjff4fODUXNRS4GAQGArEJCkp8sm2bHjAaONlsPv5kmSpG6YslEZIt/qCMirJ4tUgcDOIiBJkjpTkXHs2PjdrEbcsfC7euzcsVHt9Xk3K1LkFwg8FwH+MmSH7tatWxgdHYXb7Qa/LzoyMkKzvHE0NzerI6I8msn0XIHZYBAy9hUCPALOS3jb29vVwQKXy7Wv6icqIxAQCOwMArxqigeNuI/ZqAa8GoVl8IDTRmWIfKsjIK+eLFIFArsDgYwTxsvTZmZmNq0UO3atra2qwxiNxsioTmxaphAgEFgdAQkWswU8A9fS3KK2PR5Y4PfmeJdXnpWWJAmSNEeryxKpAoHFCPDM771791BQUKD+JEZhYaE6E8y/ebiYc2NXIpdAQCBwcBHIOHWbdcj4e45R5FVSHArKLgLCqcsunkLaFiHAG5yw4cubRrDxws4dz3xstDhe0sYGdWVlJTiUNipI5BMIrBEBWZag1WpgsVjg8XrAbZANcCYeZJAk0QrXCKVgWwYBNraYampqwCsbeGdfNqB4RngZdhElENgqBITcfYhAtpw6rVarvve7mRm/fQhv1qokZ02SECQQ2GIErFYrcnNz1c1SxsfHwZ0CT+VvtFhJktR3lswmk9rJbFTOrs+XTiEacMPjnoUnlCJ104j5puCaccLjjyCeiCMZ9cA5aYcnEEUsmQZSKaTiMUSjEaIYEvEAAp5pOKedcAcTSJKUhZ808SeJP5mIIRaLUB6mKJ3HwHEZOfFkEvPi1ezsmPM9TEUDCHmdmPFFKZ3KV1P32z8JCar/pH0SvPNqTk6O2p7Z8Ganbr/VVtRnexGQJB400ILfF+YBA+4ruV3xezDbq4koTSAgENhvCHBfwt/VbHdtpm7s1PHgfDQaBbAZSSLvcggIp245VETcrkSAOwI2WIqLi8HvivAOgdzBcEezGYVlRYZEsyibkbGb80Znp+B0jGHSPoapqUnYfUk4R7roegRj43bM2MfJyRhG/8AUpiaGMDHtxsyMByHnFGZCQQRDEcTDk5im/MNDo3BMjWLMm0Z8gWeXID7v2BC85NAFw05Mk/M3M+NHyBdAyDEBZ9APfyiMWDyIQNAD+4QHKcTgmnTA757ErGsS4xMzcHnCSJBPR5/dDOmGdEun0+ANf+xTdthsNnA75jbNcTx7J0lipm5DwIpMKgLcvnhjFN4khc85jMfj+3vASq25+CcQEAhsNQLZmqnjVVc8kCmcuq25Y/LWiN15qUKD/YkAdyz8fh0vL+Lf8eL360TnsNq9TmPi7hcYcbgRSoWQHP4Yv2qPYKBnHCmNH9Oj3Xj4xaeYDAxiJFGF9OQ13LhzH9eudcDefge9sRjCNLWWDg1jNpyE1+dHcuQ3+MXjOPzRp65XcGoC/R/9Av2JBCLSGAYHJoiCSAa8mL31BXr9PngSKZoAtGN86B4++c1dhFNTuPvhNfQ9+A0ejg2jfSYHxRYt9qt/zYY23yl+14nbL7dlfq+A2y87eZIknDrGR9DGEJAk/jmUuLoJTyAQAPePPCPMI+wbkyhyCQQEAgKBOQT4+4rP+Psq813G1+slnqljp44H5NebV/A/HwHh1D0fI8GxyxDgkR5+F45n7RwOB5h4RHqDau7jbOx0hdAdroXJWI1jLTXIa65H+EEHUn6aoRvvx7g3goC2ADmyAp0xF0XH30K9QUKu7zHGnQ/x1a9/iq8H/PBHaF7NO4PpiUnYnUlY88j5UpY4IWRUQm+C2WKCxZIzRyYA8T7c+ZjktI9hcsoNxTmByPQoHky3Y2zUjfFUIfw+L6KDdzAS10JKS5Ao2377yLIMs9mE2upadZOUzEwzLyvmL0xJ2o+13m93cffWh/vEc+fO0Sz5NP7xH/9Rde4aGhpw9OjR3au00EwgIBDYEwgoigJ2yFjZzThkLINXqLBzyLIEZRcB4dRlF08hbRsQkCQJ3CnwRgC8yYTX6wWPSvMytm0ofo8VIUGbToG9pJQCmgVLI5bWIK3JgU0OwJJvgrasBhYAkiRD1sQQU/RIScUoyTuEM6++jfPNhbAZNdCTQyIZChFP5ONolQS9Fs8edG/YecmQJBug0dTi2JW3cO5oLSrkNH0xJKBtMmL8Zy4UHUojnlOLwtoXcP54KbT3fobxYAzkQz4re8djNq8AY8xtl2fo+L1QHowoKSmBJEmbFy4kHGgEuF3xjC//NAYv7eUNUzjkQbADDYyovEBAIJAVBLgvYeeOl3ZvVKBWqyWbQANhr20UwdXzyasni1SBwO5EQJIkmvUwq+8l8UxHMBgEG8k8+rOZpQHYVwc7CjrU5rngne3F9evt6OuYROHhSmhMebCWtKHCqkdubAKTwRAcXZ/j9ld34YYeprJ8pKNuTI8NY7CjD1P+EOI0k1dYVoKKShPsQ7NIxJJ4/pFEKu2Hyz6Gke5+DA644ZdzUXi0AVLciKa2XBiSYfhn3HB7PJgcsZNDlwLPMT5f9t7j4HeefD4fhoeGkUgkwLPNOTk5e68iQuPVEdjBVDa6eNCA+0EeXNlBVUTRAgGBwD5CIBtOHQ8+cb/Ethp/H3I/tY8g2vGqyDuugVBAILAJBHiDCR6N5tBDToHdbge/R8IG8ybE7qOsGlTVFiA3R4tYWIGsFOL4sSKU1Dchv+IkaorLUG3TI22sQJkliGRMj+LSIlS0VMJYlA9TMIBwMIKYphh5+SVoqC9FbVMldAEnZsaGMDrUTw7KKJyhFExNh1AgK9DAhvz8HHJYtJD1ehgrK2CORZAIhhHR5MFU1ITm2gY0nm1GTVUr6mxm5MoxJDUmmGqPwKYnGRL23cFfXvxFNjExAR6E4HfruO3yyOW+q6yo0LYjwDvJsjPHqxb4Zwymp6fBqxg4ftuVEQWuGQHBKBDYKwhknDp+Z3ejOkuSpA5o8usH3FfxapWNyhL5nkVAfjZKxAgE9hYCZrMZpaWl4FmPoaEhsNHMnc5SY4YN6oPo7BlqLuHEmVfw5muv4tKrb+Bkvoymk6dQlF+MsroWNJx5A4drr+Bb3/823vngA1w4VIO6+mbUv/AD/ODN9/HOm2fRVHsBLRUVqKsqRk7JCbxxDPBO9KG3qx1dXX2YjmlR8so7qNdoYEAVamrLiEzQWItQeP6H+Pbr38F7b17CuZcuornpKFrN+Th14RgsBadwuO04XrhwCueuvIjLb72KUoMW2n3q1PGSE6/fi8qqKpSVlcFkMkEcAoFsIMD9m9PpVN8x5kEuHtzia3b0siFfyBAICAR2FIEdL5xtKl56yQPoPGDEtF6njPNz38Tv5Q0ODoL7KO67eNBzxyu4DxQQTt0+uImiCgDv8MaOncFgUN+vm5ycBDt2C7Fhh487ENF5LERlA+eyHpK1GSevvo3X3vkAb7/zKl4404QiErUPfTGqVXY+NEAJq8WCC+cuoJwcOj3NYmZHspAiEKBBFq8XvBtwU1OTOmDA/SEbXFNTUwIegYBAQCCwaQTYCevo6FAdsc8++wyffPIJ1tu/dHV1gVdUvfnmmzh//jzu3LmD4eFh8FII+2cgAAAQAElEQVTMTSsoBGDOqRNACAT2AQJsJB8/fhxHjhwBjwZxB8RGDs/O9fX1qUveuJqSJFwPxkHQ9iIgSTJkRdneQkVpBwIBHjnndzV5ho6dOYXaWXFxMaxWK3imjn/XUwxmHYimICopENgSBNj54lVR77zzDq5cuYJXX30V3NewrbV0AH0lBdihM9DA+8mTJ8F9FQ/Gv/zyy6ptxvbaSvlE/NoREE7d2rESnAB2MwiyLKvL2fhdJd7eW6PRYGBgAI8fP1a3+eb43Nzc3VwFods+R0CSxIDCPr/FO1I9dup4CRP3cfyOpiRJ6g5zvAkPvwfD79cJp25Hbo0oVCCwLxDgQSOuiM1mUweLuG9hO4sHzdfq1PEAE9tpPNjEA0+Zc5bByzFZvqDNISCcus3hJ3LvQgTYiCkoKEB+fj74Haaenh5wh8EjQzybtwtV3o8qiToJBAQC24AA93Hcv7GRxAbXwiK5z+PRdX73hQ0n4dgtREecCwQEAmtFgAeLeDk3O2aZPPxuHDtma7WrePUA90O8/DIjg2foeACe90TIxIlw4wgIp27j2ImcuxgBSZobqebOhomn/Hnt9+joqLqe2+FwqLN3vANTKBBFyJuAdzoGtyO6dpqKYtY+R246XzUvp2eIy6DzRXnpWpXBIacvoFmKY+J0zuOajILP1fI4jXR4cr0gn5qeuSa+RTx0zbKexNG1es4h5+FwIXHcMsQyFtITGZyX+TnMEF+vRhk+DomP68yk1oPiuBxVPqWpcfOhykPpT+L4nIj5mdQ8dJ0JOY4pc70onJf5RNbCa5LxJB/H07Wal8/XQH53HIlYahc/NTul2tNyU6k04oRRLJLCRikaTiESSm44/9JyWRbLXBq/1utIMHu6sB5MmbL53OsOIh5NQ5H0QFqj1jsZlwjHNJDSqPGc7veGEQ1nT5eMDkvDaCiFkD/75USpTXB9l5a3VdeJRBppgvBp6xRnAoGDiwAvteT33vj9N7aj2BljO4o3++JZu7UgU1FRAbbH2BYbGRkBE29sZ6PZv6Iifit/LVIEz2oICKduNXRE2p5FgEeTuMPhkaVLly6BO6S7d+/i008/xY0bN/DgwQN0dnait7cXjgkPxvtC6L7pQceXs2umduJ9/PtZtF8jovNV8341i8fE10Eh8/H54y8oH8XxOcdzyLI4fSFxnEqUl3ke/t41J4vK5PhHn7vA+RfmWe6c9c3Ecz6VSIYaR7L5+okcvqY0Lu9JHF2rvAvCx1+48Ij1oZDPmZflPCmL5DxPRkZm+xJeVQ7ho6ZzGuO1oGw1nq5VPgoz16oOdP2Y9WJiGZw/E5Kuj4ie6EVpLONJfsq73Pkz+hGfKoPC5fiXxg0/9iPoS2Lf/ghfFnoLNtpnp+KYGY/CORnbEE2PRTE1vPH8mXJnJubKZ1kb1Yfz2Ycim6pPRh8OHSMRTI9G5nAh/abo2kHXIY8GEZ8OTopz2eOI+fXwTadVPr9LQipqwdRoCDMTC3AhXtaP5WaTWKfx/pBadjblztB9dYwu0H+D7WMtOjFOXifhGKXnNQvtWogQCOx1BHgDJp717+/vx9dff40PP/xQfS+OX2nhVQJrqR/P6tXU1ICduGvXruHzzz8HL+FkZ89gMKxFhOB5DgLCqXsOQCJ57yHAo0k8vc/T/LW1teD3TKqrq8GjSfxiLi8B4M1U+GXdqqoqaDQG+GbimBoIY7Jv7WTvD8MxHMbUYBh8/ry8C+XzuWNoLi+fc14O7cvowPFMdtLNQWXNkCHH15yH+afpms9XJdJ1oY6cb6neHLdQBvNnylkYv/DcQQbr9HAEHDJxGsvhvHzO9DwZzMPE9VvIy+dMnMbEeC2Uy3FMzLM0nq8drBcRp2f4OGQ9p0nvTDzHsc6ThBGfr0SsH+OfSecyFsrIxK8UOscjiNFMSYrsRDEBsHy/4pmOo/0bL2595Majr7x4/I1v3dRx04fO2/5151taVvt82d13/Oi4sTF57df96L4dAIdL5W/kuuOmH+1Eat7rPnTdCmC0HZgZMGK8S1HL6b4VRsJdgZEOScVg8GEC3rFcjLSnqR4BNS6TP1t6qfLm8eoi7PsfhJ6WMx+/kGcj5+1U3w66txvJu948tz/24MHvPZigPnf5lipidzsCQr/sI9Dc3Iy3334bvHNlXV0dmNjRW09J/HpMeXm5uvPlqVOnUFJSos7erUeG4F0ZAXnlJJEiENibCPBoEDtr3AGxA8fXvGabz3mUiB27iYkJ+Hw+9bftbPkmHLpgxbt/XooP/n35rqfvLNDxwrv5yC3S4NRrNrz7F3tD/53E+K0/LUF5g0G939utx8X3CmDO1ezNh2qbtJYkQG9SUN5kQdNZG1rO562bWi/k49AL+evO90xZF+bKbr1I4fz5MzzP04/ytV3aRP4l8tuoXm0Xn9atlXQ7dKkAhy8X4/Clwrk6U5mHLxeh7WKBes3h0RdLCJNCMDaL6kC8i66XlLeRtFbS79ClfLXsjeRfKQ/LbSPZK6VnM76yxQJTrpYm1SWIQyAgEJhDgG0pfreOHTNeRjk+Pv7MT0fNca7+n98B5p+d4sF3HoRfnXvLU/dVAfK+qo2ojECAEJAkSf3dOh5B4s6HoiBJEnJzc9Vdmzjk6X/+zTqmRDIGa54GxTV6lNUZ9hTll+ig08uwFWtRUq3fU7pvO9a1BpRUGWAwy7Dma7YdK75XikZCOkUtUkzVEQjLfMiG1mhlGK0aWPJ0dJ+0u4A2qUfBJvPnPwcDkp9DZM1fWM7i85wCPeG4MO45Mp9X5vPSC7ZY/vPK32Q6tz+NToY4BAICgcUIsBPGu11m3ovjd+vYjuL4xZzLX3Fe5ufNm4LBIPg1Gf5ZhOW5Rex6ERC91noRWw+/4N1VCPDyS0mSwKNNPP1vtVrBHUs0EgUNyUIcAgGBgEBAICAQEAgIBAQCyyPAs2wejwe8+ok52Eljx4wdtec5drxTL/9mJttdbH/xADtvVud2u9WdylmeoM0hIJy6zeEncu8hBLgDYXV5ExWdTof6+nr1RV9ZkXfcp2O9BB0MBCTudaWDUVdRS4GAQEAgIBDYPwiw/cRO2eHDh9X9CvinCHj/Al5OyfGr/WwKpzPxxio8sM4b2MmyDHYS+ecR9g9KO1cTNi92rnRRskBgGxHgmTrefpen+nlUSZIk9UVfHjFak4293JK5+TgO0qkUUskEEskU9spW2NwBs96s/9pvRRq89XyGf07G+iRk8u6uMI10KolkIonUMtV55p5ShFp3NVxck2WyL2bY+JXIuScRSFHfQO2K+oi5tkHXiQSS1FeobY3bELW9xX0HtUeOVwlq20wlqX2yjDkhi5FIk8xUYkH/k8lPbCSD/j/9LJefU4kv06b5chEtSMvwqCGVmaRKUPIidnEhEBAI7C8EUtT3sFPHyyZ5N0x+/vlVFnbQ2FHr6+sD7zjO8UtrznEzMzPqDB87czzTxw4d734ZjUbBs3XMszSfuF4fAsKpWx9egnuPI8A7YfLWubwOnJcNcCfFVVJtHPUfX80TG0lkdJHtRRYVEA/HkY7HkUykQLYVGVlpxEMUl4gjGk3B75zERN8jPOh1wB9LI7lU3rzY3RRE3R54HDPwk1JrUzeBRDyEGUcICcIBSMJPMpxTLvCrYiRm734SPrjGB9H1qA+jbrrPqTgSdB9T5OQl6B5HIomndSNDNhYJIeDxwOv1IRiMURtIQ+WNJxGNPWVddEYgU1a1PS2KFxf7G4HoNOwDvRgacWA2xu3KhfGHd9DVb8eMN4p4cBbe8S486hyBK5BAnB6mZDyCSNCjbujkC8QRm+nHUFc7+oYmMRtd0BbnkYsFZjAz9AAP+ybhCSWQTIXAS8vDvgTSsTCoWSKdTiAaJVlEaerY4pQ3ze2cOqtULIZYKEDleYlCiMZjlCel9mMpcji5vYd9Xvh9rJMHgWAYIX8AgbFH6B5xwsf9I8kTH4GAQGB/IsAOHS+h5IFwXu3EYYL6EbapysrK1Erzb89FyUlTL+b/sbPGThs7fBaLRd3fYD5J3ZWc5bBc5snEi3BjCAinbmO4iVx7FAHePIV3weTw8ePH6ku63JmoM3XqvwUVi5CTZp/Co9E44rFp3PzVdYz0XUPnyBh6JqNk0E/iy3+6BvvoNVx7NISvb0/AOTFKRtAEvvjrn2LE7kKEjPgFErf3lIfOYxGEwjHEyAFLsYMaiSMRDiNBRlwiEsN0dzf6Hj7ABPGmo2EEyTCLP+GNEW9E5aXkOd15JpL43CEy9sg7iYVnMdYziP5Hw2ADcY5pj/6PTMHt92PcGUG0/W/xsweP8PF1O/q/voPRznt4GFCeVizQjbHRIbSPpciRCyHt/gYPBnxo//oBBjoegqKf8i48ozZGE8QLY8T5vkaAf7/CjRtfDsEZjCIwM4TBW5+jNzyBrhENtMFOdPV048aNYfjHxuDPiaPv07/F7b4RPOodwlhfBzw0Op6imbDgwAgCiME1M4Lh61+ilwYO6DF+gl7Q68fM2DA0Biduffwpeh58iK867uHzrj6EXHfx0X0vZru+QO/oBDp7ezD68CN8zT+z0fdTfN1jx6MHg5ga6Ka2S22anLi07w6+utVJekzC7bbjAaWzAed9dA9j9glMB4fgnryDL0ZtMCoa6BRq3E+0ESd7CgGhrEBgDQiws5akEW12zCRJUl9fYUeNiR0z/nkCXobJfAvFZZw63jHTbDaDZ+gy6XzOq6g45KWZmXgRbgwB4dRtDDeRa48iwFP+meUC/NMGvINTKBQEG01psr8WVSsZQjAUopFzMnKSYTholD3gtcMdCNJIeJJmcYKwD9oRDNgx6fJhyhmjGTwN8gtyUakZgJ9GsmkCZ5HIbbtIRREL2vHlrXGMtd9E98AoHnSSQXn7Uzy0R+DouImOkWF0DU/T6P4QZh2duN41C3v3TTL67Ojs7sfAnS/QPh1FiAzKlDSneTruQdDVj/ahIIZu30b/yCD6aZZuajqgztTtpA87p+Em/tM9jtMXVpgmQRT/IMY8bkwMPcbDHgeGZ7QoMs6DwEXE3Zge6cb9O49wr3casbgd0/238HAsiIlIDlb75QJJ9LqM4MEgmgVDYALjyQLIOWUoNcegiQyjfTKAmWkv/FMDmJmdhdOXQJIanrYwD4X5IczM+DAx2I+J3ht40P4Qo0EZIc8svH4XJqdnMGWfRZTaUXpBk0zQDGA0FIaG2qln0ompIeIfG0HY78Csxgq9/QvcHvDAHweUhAMTI+3o7nfAMXwXfYOjcIwPwDF0D/faH6HPlSR9phGZptnB0VG0j3vgmg1BqzdCCQaQoFGelEFDAxpeTPX0wU99ZxIS/R2M2ypqKRDYDALxaBpRGhhdjSLBFELeJM3Wp9bEG1wDbziQBPMxsfzVyl8uLehLIBJMQ07rECH9dRozwsEE/J4I9QUamAw2RMMpeKivCPhiyMiIBJOYnQ4iHdcjndAhGk4jHoVKfK5IBiTj6fWB4QAAEABJREFUMrzuEDJ5nhdGAimEfIQP6fE8Xk6PMJ7UUXHI18tRmNKZlkvbqrhEPLtWE30tbKZpirwCgb2HAC8b4GWY/MOZ7NhJkqRulJJW/2+iPpICRWOBNacYbVUSZJrYSSSxM0cijJhnFDfGEvAHJmGfmkFPlx2OwR64yeEbbu/GlMeHCJlhab8Lvt7b+IYMvHEa6XfM+mAno3B6ZAAeaJCWJeLC/BFFPDFD6XY8vDsKJ3XCKUrPbrc0X9QOBIlYFNEYfeHktaGlVAdNiIze2SAZwgpyDYsV4iVpSbrBiZQMRQF8rhFMByg/jLDQ9WLuBVcSnTNRID77HAGa8ULUh0RuMfSWIhSTt59ricHhAZKJBHyOADlKGuQUmCHJOuiNNlTX2chokhEj4yjNM+PEpzYwKYVk1IUADbKE9SUo0gDyQvjSCTKMojTIJKOkNgfBoBkKOYzmpBtj6RoczumHA5Uwmy3UlhV4QmloZx6iO5iDtNcNTdSDOMng2bgkdV6yJCHXogeifjgcdjiTGmgMBuh1euj0BuisJaR3LRryYohO9ZGRF0Byv3QEC3EV5wKBLCGQpucj6E1gvC+M4a4QzcSHVyTmGeuldCbiH1uFnvCuwsP5n/D1hFUdOG49ND2ShMeuUYlleae08E5paIAzicmBKFzj1K8F82hAKYaxnuCTuo33R2hWX1HzsYypoTjcdoX6Py3slG9mNE1ytHBPyk/yrEkvwob1WBMvY/O8epM8FXPm3QYa7gzRxEAE7CxnqYkt/k7IltCNyRG5BALbh4BCVjjP2LW2tiI3l4woWYJMhIWHJCNFw0lRrws+vw8RrQGSho2cMMIcFwwiajBDkeW5BykVI0PMTaPsTgy7cqDTKtBrsTOHakyGIRUWwFhdATMZYfq0BcbCerTVAf6QATa9GSW5OujSEYSm7QhEpuFRymCz5qIoLx+moga01pjJQZHm6gdAMhihy7MhDzNwRPNIrg0lBi2Mi6xL7NkjGYsgTCOJiap38FqLASZNCYqVKKzSGDpmAkhH3ZgNxBCl0bXcihYcvfQa3rpQB5siw6evQ37SAxPP8tGI6IogpCmFiQLx2ecIyApgsEIXmELEN4UZb4SeMwV5OQr0efxcFqKQHKccSxKJRBBe5zRm7OTomY0w5pfDVnYYR4+dQIU+BEUyIdemR35pLoy5RTDTjJuEBQc988loBH4v0HBUh4TFgjT3TfEQBkdiKGosQ1VFI3KNQBQ5SEt1OKZ/hGHLqyhRUrCmU9AUNKLl6Ak05VADpWdaKjqEinwbKtJTmEgAFPu0QMkCK/GfvHIK+u4vEHZPg8ZDnqaLM4GAQGARAmkakJmZiKLnrh+9DwIYJSdiRSKnYmIogrH+8Op8LIN4J5mXwhXlEd8YOVfMx3JHn8O7nBw3OXBRnxW+ab2qk3NMQsyXR9cGjJLDNDmYgBwthddhAJ9nZIz3R2nmPx8Blw724TimhpMIucyIeHIwOZTAxGAcQaeJZNlUuZl8q4VjhMv4YGTt/FTf8QHip3AluSyPaaX0bMf33Augj9qBcyK2qJ1s5oK67c1kF3kFAjuAQJaLZMMoTUPMyUR6sWS9BWH7CAZ/99f45MvP0F92CLriBqRGutHzu7/D7+/dwXDDOVi0RpCrB4THMN7+K/zV3/w1/pPjKBSNFTnaxSK37UpngpxfhoKuz9D7i7twhKJQaqxUvAaSVIhjJVPo7b2HLx6Mwk4GXu7hBuimfZB8SdDkHGAg1hU/XNsmHNO1o6f3Or7oHcdkaEXmPZVgzCtBZfNhHK0yQqtIKKxvxJHXz6CijEYfP76F6PDP8C83JjHkJIt6Sc3qG47h8sv1yM0DHtz1LEkF4Q6QjQ2yvSGOA4KArAMsDaic+h167vwd/v7GGO5NVuDFOhlGsw0NLx2FFAxj+uEDTM/cxkd/+5/xH7/MhdVqQo1lBOMdv8E//u1/xV/9+j7GfTHItlNoKTCiAXdwbQbgDVWeIKmxwFjQgMPH22DuH0VBK802f/dbaGypBx49JN7UnFOWdiIlp2DMacSx2npU1BxHuRJDIjmErsFr+PCv/zP++m9+jx5vEPxYWyqbUHfkDE6Y8WRwRy0zPgvP5H38/tMvcWdKQSCuQJbUFPFPICAQWAUBW4kOjSdzcfyVwtXp1eekL8y/Vl7iO/HaOuQuKOPU68U482YpTr1ROqc3yTr5WhFOEB2n8xNEnH76jZK5uAV5z71dRvko/lXiJzr5WjGYGIMTxHeK8px5s2xOLl1z/POIy3sez8L0Exus90IZ2TyvO042YqEW2TzkbAoTsgQCexUBmQx4RSMtVl8pxKELL+KP/vs/xduv/xj/3ZtVqC5rw5k33sUP//JP8a03vod//0Yx8mtfwZuXWvHBD97Da3/2v+N//vP/Dv/zj46jqsiEHXvAZD0MOXX44I/exCt//GO8du4wXj5WhcNXLqNIVlD00k/w3pvv4s/+zffxrT/717hQ/yb+zb96Ey+/fRFtVUVoaazDoYunkBsbwaPf/Bof/svP8LN/+S0+v+6AR3ME771fgTM//hO889YP8ec/ehff+f4ZsKsnYXcd69LG0oK6+iZcbOZcGvp3GOcuVKGhpRG1zSfw5tvk1BtsqCywwVxyHo1NLTjTQGyKCSh5Ey8czUN1/SG0HD6FN8/YKGHxh5fepFIAwb84QVztYwRkqpsBR979Md54+1/hj77zAb79zlWUGY7i5VdKYCs+hBNnz+DKB9/C8Xf/J/xPP/k3+O/+1Rs4UV2I+mNv4OqP/jf8mx/9Mf743ZM4/OabaCmvRF31cVQfu4hjrs/wxUc/x4e//hk+/OoexpNWtJy/jEJFQe7Z7+F0fQ0aLMWoIqft3e9ehL70XZxvs6G8oA61ddS2X2qDrvkdvFirx+E3XsGJ9/4S3/rW/4D//id/gp/8+GW01L2D881laCizoqi4HpdeOASFZNvOXUJ9ZTXKtPmwlZ/CK2+9he/8+R+jvrYSOomqKz4CAYGAQEAgsCMI8DfOjhQsChUI7B4EyBKhD5gWKiVpYLRYUVhaBFtuIUpsOuh1RlhybSgoLkJebj7FaaHR58JmNSKvIA+5RZUoKy5BWYEJes1OPl4yOQ965BXakFtYiFyLETkmHYxWK7RUUW1OIelvI2MtH3lFRbBQHYoLc5Fjs8Ko08Jo0BOvDXolD5WHDqPt2FEcPdaGptoKFBlNsOXpYCksgs1WgOLCPOTnW3bOgcXaD94QZ266Ypk8ihF6vQEWA6dJ9M8Ei0UHvdEAvcEMW0EB5KKzOFlnRkGuBQaDcY5XkgGtDVaThviMMBqJ16JQ/hU+LJpphWQRvSMIbGGhMkx5hci1FaEwPw95thzoZBNyaBpfozXCbDHDSvEmWynKCotRUpQLs14DgykXOQUV9HxRPpsZptxcGHU66PUmGPPLUUwzaC1tR9F2mKi+EtUlNhipv9JAgmLJh5meYb2ihY748/KtkLU2WIwKdBo99HpquzlGSAYbcvQyjCTbRLPUeXmlKKXnurAwB0Y98Rt0MGgVaLV6mj0kfgkk2woDv1dH/aOiM1OfYUM+9Yd6vY5KhjgEAgIBgYBAYIcQkHeoXFGsQEAgkBUE0uDtgpNxCrMib6EQBbKSg6LaWtQ2NqChsQaVZfmwahfy7LFzifRlomDdH5kqbqpEiU0Lkw7iEAjsGAKSxgB9XhWqa+pRW9uA2vJiFFj1O6bPwSpY1FYgIBAQCOxOBOTdqZbQSiCwvQikUwDT9paandLmlvWlqQLZkbefpcjSRj26/YyKqJtAQCAgEBAIZB2BfSEwjVQ8hIA/iFAkjmQqDd6VNx6PIx5PqNepVByxSBA+XwixJKWTUcKDzRTMI0D2SSqCkN+HYCiKGNlbqsFC+SJ+L0JhiqN8SKWQZrlIIZGII8HnTHSeTKbApMpNxubK84cQJ1lqHBVGpcyJJTnzBR+4QDh1B+6WiwovRYA7Anbo1KV5SxN3/bUEWZag1csQ/grEIRAQCAgEBAICAYFANhBIJZGK+OFzTWJsdBwOl191wOK+WbgDPvgDIUTjYYQDLszYRzE4PIEZdxBRyhOOxEAf0iKNdDqGkGcS9qEhjI1PwcX5ElEE3Q44Rgdgd7kRIE8vHYsgNj0OVyxGzl8QAbcTHiJv0I9wNASni8qLhBEJujA9OYqh4UlMU3mxqA/+UISczoTqDAZ9YfBOo1T4nvlkS1E5W4KEHIHAXkWA525kBVAUaa9WQegtEBAICAQEAgIBgYBAIGsIJIMOeB79N/y6K46UToZBC/hG7Zi6cx3dVEqUCMEOdPd0425PEDlmF7766W8xMvAhHg+PoW+KGNJhJKK9+PjXvfDRZXCiG71f/w73pnrx87/6HF5dLkxmCwxkfoWcg+j79P+FL4bDcJPwQG8XJro7MAKSkWzHr37djvGeb9DZ2YsH/UGYDTO49k+/wdjQb/G7r+7imwcjcHvG8c31bsRoFpGKO3Af4dTt+1suKvg8BHiGLhJOwe9O0IhU/LnkdsTBvyvisseey+tzxeGdicMz/VRu5tpNcR5KY57lSM3jnMvnpVC9JnkZXpYT8CTAP8UQ9Cbhn31WfzUP5c3k8dE568/hk7gFMpmf01l2Jp3jFvE/R0YmnxrO86oy6VyNW1AeXzMGq5a3hJ/zMB4sk2mRbivwqnWYjcPriiEeTSMaSi1771gPlqnyLyOLy94ohfxJJFPPa40HOz0WScHrjGF2MoKpwTAm+9dO4z0hTPQS9YXpiz+k0lryc56x7tCisjhutCsIJpbLNEFyM/L4ms8n+kJg4vOlNEH846QPx3PI13yeIY5jORzPIZeVSVsuZH7mZWJ+vmY+1pXj1HMqc4z05vMMD6dleDnka5UW6Ma8HMf5lhLHcxkcz3yMFdME1Z3jlhLzjnWFnsWfdOPymZ95WJZK83pwPBPzjNG9nOx/ek+4LOblcjlkmlylbUxQWVwG8zAvE8fx9VrIRe0v6EsgHj/Yz6Oo/cFGIBSWMDiqxaHWEpSXFMFi1EMre2gGrR3Xf/sz3ByYxRR5bmlIMDe3oLSgBidyJuAIBzFNNpX6fRf1Iz1+F/7yw7AWN6K5QkG+bhSdfUMINr+OwsIKFFiN5DB6EJY8GNG2INpphy6lkNNmglFvgM5shlGXpOcxiSA5lUmF0qi8svxKnMwZw0QohGRoHDPTI/hmyK/yrbgh2j6/pfI+r5+onkBgTQi4JmPouu1H+ze+51LHDR+6bhHd9D+XV5V33YcOIvWc5fM50aI4jl9CajrxZfKp1wt5KG2EjFF2FibIwOlcTn/ieUyUkcHnrH/7grhMWjvJ5jSmRenE+5jSnvDRdSdhsIhnYfqC80x5z8hcwKPWi2Q+le8F53tyvYB3YRzLZFqLHiofyem+EyCnIY6pkcjy9470UHkpXFhWNs7HyHgFOXW81PegfuE872Fkh9s9FcNEbxC9tzzoubkOYn6mmz6D/9UAABAASURBVG70cEjU/Zz83fO8XFb3jQVlUd7e214wZWT1MC/JU2VS+iJ+in9WVzd65+PnQtJr/lqVweckR5VLoVoWx61AT2WQHOLn8lQ56jnFqfmoTNK7+wZdU/zTPB4Vy6fXc+lqfs5HvKoefP4MLeAlPsaq9/acPNbhGWIeTqdwIUYq1iR7UZnEM6fTYnlcxsK8ahnMS5S5H2odSZ6a9ky4WGc1D92/J2U/w7+4/LGuAGbHo4h4E89rsiJdILBvEUglUoj4otBZdNDqZzE6MoLeHi90hhLUHDqO+nIbbNokJElCUm+FTmuECUEkUknwK3JzwPCXXhwpjQ4ajQFmHcgxDCMcjyFtLoReq4dOo9AU4BT89hEMp4oQG3wMZ5R4FA0UDZMCWZ6TpknEwBepJ+UF1PJ0eZWw6RQorj4MEMtBfXLlOZjEf4HAwUWA+iNIsgRJkSFpnk+KTobGoEDh99jWwC8Tj6yVn8jma4WuM7RSmTKVk0njPAtlcLwaR7IhAbIiLas/68p8zM/E5xzH58sRl8HpHGbSWU/Ol7nmcKFufL0ScT6Wx8Tny/FxWUyZNEWrUH3kJ3hl4heGzM8ymRbGL3fOvExQ768CyBJA3xAr8bJMpuXSNxXHZUrYF8dWVSKdBrgt5+RrUFimRWE5hWuk4kotiirmiM+Zip6Tt6h8nr+Kw6dlsZwSimNiOUwcx/oUkcy5a82T8jg+v0SDSDCOSCAOgxFzaaQTpxVRmMmvXs/LmJOjBYdcFqetRBkZLIf5mVgXvmbifBwWk95qyGUyESbMq6bPX3O6Skv0YJ6lpPKRDC6L5bB8Djl+KS9fc/xTHs2Te6jGc/lUJteFZTDxOefLEMcx2QoVhDwxFU+zVVYxysjldJaXybM05DSVqCzmZcpcL+Vd7tpWQIYkdRWJKBmkW9XYhVyBwC5HQKeXUFwiYbirF2PkaPUMj2LYEVK1liQJUacLEbMVCXK0Qn0PMDTeg8ehEljJUVO8oxjrvYvOwTFMyA0wuzoxPf4Qj0cDmImWoLakELkzNzAy1oOuwVH09TjgnkmjrK4GzYV22L1hOIPPPn/awmIosTC4vMHxfjwKlSFXq4PVVobColJU2xSkJeyJIxlPg1enxLPYz8h7ouZCSYHAliIgoaBcj9ZzuTh8KS/7dJlkMmVk8/lCysSvFmb4F/JQXM1hC0xWDSpbzGg7v036L9RhK86pXoeZsiz7CMlrPZuL3EItSmsN2b/PJH+19sP3CNTjSkTsiG9pk96jwhWNBFuRFkcv5eLF7xTi6veL9gy9+EEBSqr1KKnSkf45e0bvLcZ4wzhceKcA+eTYl1TrcPJl24blbKR+R1+0obBCD5Bjt0cfJaG2QGDTCBitJtQcr0NwaBSOcT9kgwF5VVZIhjhcXY/R2zUMh76cBrGMyJnuwJhjBGO20yjLrUJ+YhbeyUfoHZnCtPY4apUJ+F296HHrEDacwJnaBjSlHmHKMUg8Exh2aQFLG14+14YXL1dCS38p2QwDOY1GehAlyYrSEiuMtYdg0+lgdnRg3DmOsfxzqMitRIXVgPzySlQ1n8TZMgu0PHiL3X0kEvNOXSydNUXZvMiaMCFIICAQEAgIBAQCAgGBwJ5GgKaMU0T02dPV2FvKC213HQI6G/SVr+EHP/wAV1//CT547SrefetFNLzxb/Hvfviv8eMfvoqTtW04fvwSXvnBj/HKlR/gL79zApUNL+PSGz/AH//pn+KDt7+F89UFOP3tn+DVV/8QP/j2O3jj6kmU5lbj1A/+Hd65+g6+/fJFvPnuizj14mnkaYyQ6r+PV46W48QLh1HZehh1MEGjOYYPvn0MVdUNaDj9Il75gx/j1Svfx7/9znGU1b2CQw0VaCwzI6+gBpdeOASdTrPr4FyqkN4ow2LT0MC8sjRpw9fyhnOKjAIBgYBAQCAgEBAICAT2GQKSJEGWJVAAcQgEBAK7DAGhzooICKduRWhEgkBAICAQEAgIBAQCBxYB6cDWXFRcICAQ2IMICKdu8U0TVwKBpwik00gm04gn0qCTufh0CqlkEolYDNFwCOF5iieSIPY5nj30Px6iOvh8iKxZZ65/FH5fFPxTEGvOthJjOIhYPI44QYx0HKmYB95AAgnCfaUsWxafDCPonsbUxBRmQ0mk0kSkRzpFdU4l57ZJ3mzhVE+1nVC4WVEHK3+anq80knFQCKQSCSQTcSTpeeQ4xiJF7Yjj4skUYpEYEu4JjI7PYNYfRTzJHLucqCLpoAuzwSRia9KXG1EMoWAUsehchlQ8gdCME1Hqo57dYmCX13+d6kU9dkzZiWZDUPtousn0uCJN7YL76BTDMy8zFY+o/XUoFKY+O0Z9ThKczG2Gefl8nlUEAgGBgEBgzyIgnLo9e+uE4luOQMIHl9uNgREXgmMPMeCOkwE1BY/HjWl3HGGfF5N9PXCRUxQlI3NXGgbJBBk8SSTJwkmTN8EGTIp05fdFUuSI+icnYB8exCyZOOl5XnbWFvOCUufRTieQiIcw64kgMDpKdfcjoFpSaXD+WCIFdoKYknSepDLIAledNCp+XkgmSCFJ2IWiMUTZcYr5EPYMon8ihHAWd4PKlMYh14vDZSnugtvlwPCwA+7xR+ibtmNozI/Z8Ul4nRNwrN3zXVb8k8hd2VCeaLejJ3x/EuThR8NJ8PlTZZLkVIcwPBQmByYF/9goZuwDmArNYmw0Ah588QwMYGayByN0D3sGPQj2d2N0dgYj9IxOTNjhIYfwqbwdOKMHgJ+5RDwJ1eEi5zNFz1ySQqZ0xIvo+AO022PwUP2T9OwkeECJ2kuKeFL83NJzQmLmlaeEZAg+GmCJkFPHz1zU68PEvQfwRKLY6erOK7llgXtsEFOTw+S4j6G/fQAzQ8OYibkwTI68cyaAhVuau8dH4HTNwBeOwu/1Y3pkmPrycQxNuOHyxp7RkftApjT1m88kigiBgEBAILBLERBO3S69MUKtXYBAzIGR8TF8c2cQzju/wGc9dkxMPcLQpB3DThkJMpxG796Cl2btEvIue5RoBiOVCMPt9MJDxozHH4TXF4R/ZgpuXwgh7yw8Xi8mevsw0vEIUxEf3G4/vGQEe4NhMhQDKq/HH6ZZgzQZ2PP3IxFBPDiLaW8UM7duon/cTs5OGPGwD+5ZH+V3wOt3YcblgdPhhNc5BQfJdTvcCETjCwwtMkgRg3/aDV/IT+SDZ3ocLkc7Ho/4EYioZu98odkL2CBmWlZizIlANKJuo5wa+Bd80t2Jr+8OoefmfYz29cEe3+DLzMsWJiKXQ4Careq0hfxJkP+ygCVOMyxe3LjpRpBmUafv38dA59fo8o7i7j0v4uQITt74BgMdn+HucBc+v+NCoGcciQINZgdvoq/zMYZ8W9OmFii5ymkaERrA8NKzOEsDRTOuAKLOSbjcXniDfpr59mHWToMHA1/g5tgsxhxeeGZdcNMzOuuLwG8fAz+fIXLe5ubkqCgCKx1ywUVOnd8boGfaDfukA31ffg1nOLzvnTrnhJMGmGbhnh7GN7/4HL23r6PD/gjfdIxgcDKAhduajz+8jaGhfjiob/O4fRi69RWGB7/B7f4ZTMwmsXSVZYoGqlLkUK/YVxD84iMQ2CgC9OhS/5bG3MBn6kCHiXiKnuPUgcSAv+Oy3cfsMkt0o4+IyCcQ2EoETECyCuj/OYacdsyQca/RG2HKyYXJbIE1Nxd6nRbyUstgK1V6nuxUEGF3D/7+N73o//qfcfPBY3zy1V08+s3/F5/TzMYoxX3d8wiPpoMIzjgQGPoC/3zDgZHbP8Xtrl58df0mHv7uv+LLiQSC1OtkDKRUbBre6Xu42RmELxChLyYylH2DmOy9gV/eGIHrzn/FtXu/wH/99Tf46Je/QMc3/xn/j99P4tbf/RMeT0xg5onelA9BDN54gInxu3jQcQdffvYYPr8LcfrGY5fvCWsWT2S6Sc/b/EAiHq1BC61WA8l3Cw+mUxiNNeFMfhYUoTYica9LYRak7TsRsiLBZFFgK9ZCofONV5AAlnQwWUtx/GozSkpz4J8MblzcpnPG0fnF17jz5W9xs/sO/vZvbmD0d/9P/OxuF7oGH6Dn0Q387PejcHodSEbv4fq1Djy4/hU6u77CP308hPa//b/hs45xjIbI+KGqsTrpVBwJz0087nWg96uv8fjGp/hk3A3PLJBKMscBIEUPrc4Ms8YAfSKK7p9+CZTnIq+tAvqF1ff34uHXv8Xvbz7GQFAmjKfx8T9PorjKgop6y0JO9VyjlaHRyeD2CHEIBLKMQJym0QO+BD2rkVXJ7QwjQx5X5Lm8nlniIT41jyus8vO5Gs9p8/Qkjnj43D0Txux0SC1rKe/Ca5WXdMrEuSl/5pzDpdccl6Hl0lje7BSVu6Ts2ZkQDUZHVP0z+Z8JqWw3883XScWH6s58LJfDFYnyqvyUl3mZVF7Oz7QgnstwEz4ezkPxKt9qIednWo1nPi0YSCKxcElBFtoZmxdZECNECAT2NgKrOxESFK0RrS9fhOSYRICckyjokIh26yceAwKziNW3ofDMceSbzNCGjDCVtOJYYxxjLhvK8yrRVmWDFT74+rrgTjjg0tWgwJqP0vwSWEoP4WhjDqwaMm7m6ykbLTAUliMfWpiNJnJq9Yj7ZuEc7YM75YPTcBhVVhOKiwqQV1qK8sJ85BRWo6YsD0aDBk9x5q4nF6WlFpj8I4jQWHmy+SwqikqglWW6wo4csYCbZkcS8Jb/CN8+YoQhno+cgAPGeDe61Zu+I2oduEKlrLUAkhTwQ0YKisW8gziGMRYvQdpyBscrmtBidiKIJjS21CCXZr9lGrItPt2EqsI8aKYfYzDsRH/ECkkpQ0t9HlB4Goebislf0UE3XwtJVqApqYJNF8P0rIJwqhQXmkvpmQM0mnmmPR7Q+A4NHAE0rvRsTWJezE56oOSW4NS3T6NA6odcVYbJvhBcg57F/LnHcP617+Nbr1/EcVsU8qwdJa1J9ExEMTZFFvZibnW2mJcAJ2m2bknSbrkUeuxBBLgdu6fjsPcH0XnNjRv/4lyVbv7MhZs/c6p046fO5/Kq8ohPzfNTl8p/k2So8QvKehJHPDfn5d/6uWuunAV8z+Zz4ibJz8TfpPyZcw6XXnNchpZL47Jv/YrK/QUR6ZHhvcU6LygnE78opLJvMl9GX+ZnoutF8XS9KB9fU94MnjepXCaVh/MzEQ/HzdG8bpyH4lW+1ULOz7Qaz3xa99duTPQG4XU+2wdttHnLG80o8gkE9gsCaarInPHAZ3SxzEeSNDDm1aK+oR4lBbnQSNgdB31L8LtHvISBTp/qpNFCMuXCOt0JR8cYAvEkNIVWyDorLMZcVFi9cDqGMDDuhDdtgL44H5LbjWRESyPfGuhMWig6E8wGBQrVlT5zssnhkjU6kHToTRG4p13wRtOQcsyQPD4kYkbo9Ap05MBpdDrotBpoNHoY9BooNAOGJwdL1FBZJD+3EHKYn28hAAAQAElEQVQijOhQO4bGnIgmUwucvycZtuVES5jZyupQVVGJIquC3LJaNBxroHuuxVT7+KZ0kKjKDEGaZ1HSmxJ1ADMrkOIJaMY/wq37n+BWSIOQoQHlkQSSI7/Dl3c/wZ1kHtK6IhSq6MRotmoE9z79ED//yg9HyEwDBrKasjP/DCg1+pAMdqHbPoJZXRXo6aJnUY+cYhOQDmGKZsj77T7ETZXITcahjwSRokZjtOoBrQUmoxY66nioGUE96ETS6aGRjCgw0IhDZBztvaOY8AIJbmPYBwfXcZ6eqY02F3nFFaiuKUMZDSJp5QrUHn8BJ3NcgH8Yd/sm0f35bYySwxxTzLDaCpBvs8JsNECTV4/Wc1dRG5qAMjuBYGqxdHbmmHgZ5uIUcSUQ2BwC/F2dW6hF6xkLzr+ZtwbKJx6mtfBmeBbyZ+JWCon3rXl6k0LSqe4Q9U78/ZevobIX5qN05iWetem+MO9y5/m4QPKYzs+XrcqlODV8Xjlr5VtVDtVpYdlPeOfjuQwmij9yMQeJaAplNXocv5yzBJvl6rd6XPNJM3LyNEgklnRAm2hi8ibyiqwCgf2DABkOgPoPTw5tHkqLi3C0tRCWplaUkhFRUXsWjQ01qLABGr0BZS2HkMOG1ZNM23vCvgE7c88st1KM0OZW4WSVGQW2KpSXFqGBRvpLahtgkU2oPkT1IUOorK4e1acvob7hHM631KGutgZFeRYUkZNXVF0JQ9INR28nejseo7OjG4NjfkTkUrS0WpDb0oLSvDwUFVSjtPEUzjTXoqq6BoXFLWitLUVdfS2s5cdwrkKBrbkJeUk/2VpdJIdkdXejk6xPuYL4K0+gubwWzZWFMBcewpFaK8wGeXuB5NJ0xSgqq0FbQwHyLTrIUhkaD9ei8eRhVFTXo8ysYa4NU+ZecbhhIfs9IzVmssHV9yvSi1x7DfQGK9qOFyPPZqHnrgmVNa00OFGC5sNFsJjNqDxyCBV1x9FUVo1ThwtgPXQUtTZqn6XNKCkpR4kZO3joUN9Ugrq6Ytjy8lF/pAlFhw9RmzIhr6gWpdUNaKJn1Fj3Es4dPo+XT7XgRFstKsuKUVZgRAXx5hgMiLvGMdb3GI8fPUZ7Ry/6pnJRXF6E5pP1qKZ+qbQgH7WXX0CB0fhkRm8HK73posmnBdNyggobDqGmoQGl1B5MZgushy/jSHUjTrRWoKLMhHQ0hNnpWcSpTRU11CHflgc9CdLn5KHi9BXUVR3GsfpilObpnilDIedZo5XE8kuIYysQsNg0qGw2oeWMdVdSeb0RVnLobEXaXanfTuFWd9gErUFCcZUe9UfNm8amstEIc65Cg3rZa2XyZkSJvAKB/YCARJXgGRSahKKzBR9dEarKy3H2eAlyjxxDpVYLg6URZSUlqC4AdGQ4VR8/CZvBQDNX2JFDgkTlSnhGd0lLnU8xTl44jraLl3GovhKtlQUoJ+c0R5KR0/Iijh8+hctXzuPE5atoKDqOKy8cR+vRZpTl55AzW4xyMpgsqRD801OYnrJjasoBl5tcEpplOHY8F7bWs2htbkB9RR3KK4/j0sWjaDjUSAb0cZxoqCLHrxm2mvN4qVZB4dEjKNECcDlIDslyTGPKE4a+sRWlhc04VH8Ep6+8hJZjr+FSqw25JoWYt/ljKEdhYSkaSrhcLr8K9fUFKCotRX5RDVpbSzlh40TQkX0Jgn/jMg5ATp555p0HF/l0kKG35OHYO+/g/OkX8crZQ2ijgYNcui8n3n4bF09cwmvnW2gg4RCqqxpx+XQFbGfexVsvv473XzuNIw1FMEo7CZ6EoqZDaD31EjltJ/DCyWLknT6BSosFVmMVqhpP4uorF9D24g/xalsLrlw6jhPnTqCxphJV+QbUnjqJfJMJCHngmbHDPklkd2LGX0aOTT6qTx1HA2HwyvljuPQHr6PcatoXTt1qd6yUBoqKi4thJCaFnPrckydQpdejsPYIamrq0FyWg8KmGhTSA1fV2oqiwgIYiNdgtaLm+DHYtAZUHDqMkopymJa0DZ1ehs6ggJ07yiI+AoHsIaB+D/C/7IkUkvYmAmwP8GoAdfVOlqogZ0mOECMQWA0BkbZVCEgAO3QanQxJynYhOijaCrRcfgWXX30Dr7z6Es4ea0QpW1EbKEpX0oqW01dJDsl66QpeOVwKi0GzAUl7OAvdI/U+UbiHa7F1qhM4iiKpy3IlSYC0FOjcqiM4+sIbeOOtN/D6a1fxQlMOco3yUjZxDS1yCorRfKoVuTRipwhEBAK7AQH25VI0MZMkYot+N+gkdNgxBNihS8TTSGTx3V15x2ojChYICAQEAs8gICIEAgIBgYBAQCCwDxGgcSqJRhhkjQSJBhv2YQ1FldaBALcDrV6GVi8hW4dw6rKFpJAjEBAICASegwB33bwpz+Klhc/JdICSU8kUwoEkZqdjSCZpWHu1uos0gcAWIpCi9se/VbeFRQjRAoFFCCRjMcTjUcTTT7e6T8aSiIdDiAR88PnmyB+MIUHtc1HmnboI+hENhRCiGchNqxCPIOmexIQ7hWjWtvqPI+yZgb1/EPZICE5nCLEoTZVuWtmFAvi7KoLpnm4M9E/C7qX7mKIZOKoEv06QjEaR5N+xWJiFztkekNR/dJGlj3DqsgSkELOXEeAHci/rL3RfKwLcwa6Vd6v41E58q4TvcbmSJEGjlWAwyVuwnHiPg3MA1ecBEN44Z7ODIBuBTpIh2iDEsZ0IOB8/xkjPLXRO9eP3v+yCh5yPib5eOBx2BEJ2eOztuD2QQDCSwk59lyUTCUSCQQSJItE4or4QQsEwggk6j0QRDSegvhO9DHCpWASxWBxxcnjSqQSiwajqnKorUZNJpPwO+Ieu4+vxODyhGDlfcURjz3qLKdIhHg0jykTOXypFeRNJxAmveDxJ2CQQDUURT6SQnB7E1OggOgI6mJIh+EIJhFlHSkuTHqn4s/KXUf05USzDi8HRKNwTvRjpb8dn18cwcv8u3O5HuNs7hRFH9BkZ8Vga0TDpGM+eDUrd1jPliAiBgEBAICAQ2AIE1K47yyNzW6DmjomUZAm8HMVk0UCm8x1TRBS8KxBQn5cd0kSSJEiKtEOli2J3CIEtLZadlyQZ8AlyVHgmeGlhvpEhOMgpmPCNofdBB9r7PRjtH4HXH0RSiiIdcWB0Vg9JViBLO9E204iHgnAND2P43k30ujwYGZzCzPggxmeGcffRBFxjD9Az6obL/3Q2LE1OV3i0C0N2O0acATjHHZjpfogB9zS6OgYxbR/AhJ3q3DuK2YmH6J0ZR0/fFCbJGZuYGsfAVGwRVIHJYYx3Ed+0Ez13uzDt7EPHwAh6qVy3x0Ozcp2YcjnQR/JGOzoxPj6BYfKpjOFBjE6F4B4dwfRYNwbtkzQrmCAncJH41S+oU+KfO+F7+ZSRIhGmOmuQCs/CPzuBh91OTPU/RPvdR5jwBilVfsq+5GyxrCWJ67xcuZR1ChLsAoE9iwB1jpFQCt6ZGNw0mrKbyeNYrGPAHUeCRpqC3gQ8e0D/ncbW54wjRqOcYfrC2W5d+B6pX8Pc/zPt2QdmCxWnbzcevfS64nDao3BObIImN5iX8zGtpezJGJxMxOuyxxANJREJp+BzJRbrvlZ5JOe5dWZZTGvhXcizUp55/Z9b7kJZW3XOOjKRfDf1dWz8xqMpeLk9UNwTHed5nlwvTFt6vh7e+bxcXiSYhFh+uYXP+gEVzU4dE88SrQSBTp9GTn4Cox2jsM9GEJF00JtMMJuNMOrNMBm04A2lVsq/lfHJWAj+qWF03niAYXJWJkfscI4+xtB4Bz67aUfQdRPfPBjDqCMyr0Ya6WQYEze/Qc/kNCb8EcwMDKPvy68xEvej8+Z9DLZ/jccDvbg/EqCZOS8QvItbd/vR1dmJ4dEBdIyRRzYvjQNPfxcG791Az6wP/Z9+ir7RG/i6cwgdoy7Muidw+5MvMTI1gkeP+ym/C6EYO24hxKKDGB4LwDvZj5HOm7jzqBNjgTRowo7FronoKwp8/1KpZ9nTiSgSMMNoLURpgRbJ8DQ67s9AMetgLTBi6cG762p0EjhElg7h1GUJSCFm7yIg0VMwNRTC7d86ceMX0ztDv1xDucRz89fER2FGz+6bHvjdCfTf9ePOh9ugP5V9kyhTvhryNdM8dmr6gmuVZz5txXPmZ3oe3wrpXCbTivI5H8m//5GTRgKjGO0MLL7PlHaDifnWSszPtEb+gXtesFNHg5Z792HZYs15BNRNgxMPfu/BZ38/g4//dnpD9Anl++TvNpZ3PWWq5VBZnOezf5iBfSiCqeEI7pP+HJehhXyZuI2GG5W1er6NY73Rejwv35c/c6qO8SRheuuj2Q21g+eVsVL63U/dmBgIIxLkZVVb3OiF+AODAI0fQ2eSoTcrULTyyvXWFcBQdAFvlQ5gyheEPSitzLutKRJM1jTy6k2YLn8fF0rKcKzSAptNB0mnh760HOXHj0OhmcWULzCvWRzJlBud4zkot5XhRKOJHBw9nIlaHK5qwpkiLRIzTgTo27HoaB3Kci2QpzowGHXT7FoOtLpiNFYa5mVlAiP0piJUVBfhdFUAnmgK1tJaNNTmQJecxOOuFIKOMIoqK1Db2IC66ipU1JXDVFaNfI0WuY21QCwf6I+ivJp0lzNy1xKmwTajJD3LG/dOYzpYjMKKQ3jvtAny7DTK2mQMkYM7ToNLS3PESO8oTSjw4NXStI1er6sqGy1E5FsfAoJ7mxFIA/WHzXjjxyV498/Ldob+bA3lEs/b/7oU71KY0fPsG/nIo07x+NUcvP6TbdCfyn6HKFO+GvI10zx2avqCa5VnPm3Fc+Zneh7fCulcJtOK8ikfp7/6R8UoazCg5awVi3i5bCbiWxS/2jXzM63GsyDtxFUb6HsLsgJxrIAAj1jainQ49lI+rvygFFf/sGxD9BLle+mHG8t7lfMxkYznlf/SD0vBxHwv/kEJSmqNKK4x4uhLeYv0fonksU7Mt1lSZZG89cpR8y1XJ6rD1T/cONZXl5O50TiuFxPlP/9eMSz5OuRSezh+NX8Rnuo9Ip41lT0vb0288zKPv1yA8gYTjBZ5hZYqogUCW4uApNXBdPwyLjSUocai2drC1iw9hfH2AXzyf/w9zY79Gh+2T2LcPbc0Mh6cxUzn17jxy1tIFRdBV0xOkypXC0UuwPH6GfT33cOvPh+kWT0vqgpG8NFXv8ZHDgsMFVXIibjR/enXuN0/i3jZWdSmErCF3UjS3Bf0GlXS038+eJxduHPjJn49UYVKow7UTVByAWzmapxtDmE2HYM3rUcKWiiU8vQTx9CXXYgZAsi5mI/hezM0k5h+mvycM0mSoOGfkFqmazCWNaOxuQ71ZVbisUAuP4XDF76Ls6kJFHr7EV1SjFYrQWeQoazm4D9Hn6XJ8tIIcS0QOHAI0IOmNUgw2xRYbJq9RDDyiJ9GgoFCS66yp3TfCaz1JupACS+9afux4nukPlsSBxXEFAAAEABJREFU/WeiQHyWIEBfmLysSE/t2ZSjgTl3E7TZ/Ossm/XlL3uFvqi5fW1K93WWvR/LYjz1RhlGiwI+38468rPK91JSpCUNVFwKBDaOAC/di5Nlz68ALLe0t+zCC2g7+RqO59fj4qV86KyFaDl3HLXVpTDry5BTdhKX2wDyYTauxKZySiioa8WlH/0F/vS7b+NKaxGqzx1FVX0dag0W5FQeRfOZd/DqIRnpqQf46uNP8enHX+KLLweQOPEKTp45i0uHa3Hk5GE0vvg2Xm47jdfeOI6mo5dx8uQLeOvNl3H0jb/ED8+ex/feu4QrL1/EkbpC5AV7cZNkfUb06cd30DnoB6yVaD5+Cq995yoaGq7iZGMpGkq1sBZV48x738GLZ8/gQlspStvaUNrQgtM2AySpFefOleHwS+fRduoKTre04VBDDmR5Hc85sdLXFChYgKRC58U4RbJr66zQaWSYbDa0vvw6KvOovNPHUVFfCfpqIL6nH5n6F4XsEVl+GrfZsyyK2qwqIr9AYOcQ4F3W0smdK3/jJafBu2Al4hRuXMiByMmdsCTxf6ouOfL0/wB9RFUFAnsLAX5UM0aPJM0/t3urCkJbgcCzCPB3D3t3z6bAUl6O/OIaFBlsKC83kLOhQU5xAaxWM7QaM3TmElQWABplmczbEiXBlF+E2pNncbylBXXFFtjKimAtbkRdeRuunGtEWW0LakryUVJoQ35hAQoK84lykVvWiOryCtSV5aGY8uRUNKKhpApN5LTZCspQVFxJs1z1KK0/gdaSInLUKlFRXYHC/HzkWcywqbIKVFnlreQUnriAIySvqaUCObmVKMolHrMErdGCgtpmVJeWorzABHN+AQ0O5qNEr4Ek5aO0zIxicrAKqexiax6KCwwUj00e3D+ZUFxshMWiqLI0ej3yKytg1GiRW1IKMzl5spry9B93a0yQnsZt9mxpGZuVJ/ILBPYmAtTR7lW3iL8f2LED1WFvgr99WvOomNqJCrC2D/T1lESNmT7rybGreNXBIX4Nay8/i7sFUcKQ24I62MYnu0UvoYdAYIMIsO3O30EarQxJ3qCQ3ZhNV4T8kgacazFDodkn6PJQUtuEQydP4MTJIzh2rBqFOg20G9FdMcKQV4kWknWc6MTJJhy5cAKNbYdQSvIYUwr27Id/siWb79nvp2a1Z2+qUHznEeAOVl5uCn7esGAN1d2qyLigD82OcQywMC6ViIN/OyUcjSNF+eY4tvq/BNZby2u8s9G7JeNIJFOgDzZ6pCizigsLYLCSMZKZBp9y1G6mNPWwqWQSSaIU3URVZ/rHTjNd7mbV94VuBDXSKwKdBt8TEBM/Xkz0BCK94J7N3bcUiGX78SCFeKMXJlJp+8vfJSWm6f5xH7BYnTTdkxQSCQJpccKKV8zJDh09ipT3WbZUPIJoNIqo+rtUlE43nfOozHROMeKzxQgI8etEgL6jZQWQmJazN7BHD0mGoigw6JDNSSesdMgaDTQ63ZJ35Vbi3t3xvAxXbJSyu++R0G4PIpBKpsHG2CLVadg9SQ4KGxU8sZPgH6yMx5FKsNFP5iQZL/FgHGly5qKxFHwzk5joe4T7vQ74oymQyEXi9sSFzw6Xyw9XaOPaBlwBREPROQGJCFKzo3B4k4gk5qJ27X8aLotHwgh4PPB6vQgGY2Q00n3kNkD3PDL3Pvim1KfvdFCzosazKTH7NrNEho7MI73P1DBNDl0KoVCcnr84+LlkxylF/+KREMI+L/xeD903D923MOh2PSNhOyIkKb0tRs121GWjZcSjMQSoD1mcP4JIxA/HdILu4+KUla4kelhkDch4A7hdYMkRdHRjoL8Hg5NuRGJpIBJHgpw5dva4T6bueUkOcSkQ2FkEqHkiSd+DyXgabHPsrDbbWroobCUEqJ+TJPq3Uvo64+V18gt2gcC+RIANSUWz5MEKj2FsYgJ3BuOIRe249o+/x2DXx3g4NIKO8Qj85Kx88lcfY2z4Y3x0pw+f35iAa3KcRqwm8Lv/z99iYGwaYV6KtYWIpcnbTNLod8iXWGIsUUoqQUZwCKFADHFyOlPknMTDdB4KIZ6IIRwMIxKOg6LJyWCjKITI0Je4NzCGdkcKCfbCKJqd2TR5qMlohJy1kGpAx279Ap91TWPUT+Vm6sffWPEQ3OEAwgn+5qI0zyT8PR/hzmQY7nk/L8O+68JgP8bGBnF3iOBIxZGevYZ7vS7c/fw+eu9cx0gW7iXBCUn0uiveenVGlNqaOnLJ7ekJZww+nwP/8N86MTv8e3z+5X1cfzQK9+wEvrnRi1g8Ae/9OxgdG4WdngnG+UnW7Tqh7kPW0Ii1VoKs4JkjGYsiGqRnLBxFgj0OamPRQBjRWIKeRyJ6vuKUK03PTjIWp1n/CDlCYQTomaUHj3yWFOUjBp5Np8EHPz27aT4n3gg5u7Eo5fE4MfnbX+H+jBfuxMIGy4jEEaFnPhpNIEkjCynuA/whKjsNhjpJzlg8FKFyY4jTcxyOp5CMR+k8jijdk3QqRs9+iLBOUVwScdIhFqFnnbBPRx/izs0u9HTTgBb1L25ytElTJEJ+RFivpBd+/zi6u7xIkixO2yxNj9hJhyk4Jzrwyd/9Cx599Qm6g1347GY3unumkab7sdkyRH6BQDYRkKhNKjRQwZsp8QqbbMoWsvYmAgrZnRodNYwsqb/3zYssASHEHGwEyMYhp4gNnwU4pKJkkEThj6TABo1nxoNIyE1GVgRBnolLROF2uBENuzFLxpHHR0aUZERRcTGOl9gRJiOJJnsWCNyaU4meYq1eBn9hPCkhGUbEM4wPPxvBwOPf435HN7653o7eL3+BW+Nh9H/xMToG2nHjYQfuX7+Bqam7+O3XYxgZHYTLP4WBviE8vvEYzpgTdz+5i96vPsaDng7cm/TBYfch7ZnCDFWOJi/xBLU0maShQTzqd2BqvBsj/R348u4YXDND8JKDuMjGfKLoLjpJhTE73ocHN27gy4d0/+Kz8Ax9g/apEEbTlSjZ0AsBK9RPWiH+gEczLNKys3Upmn2LY3omRIMNHkjeIYyNj+LOqBc+fww6owl6mlKXFBkwGHZsIwH1GeRKPHMf4xi6fx9d92+ga6gbv//iIWZnRjA5dQ83H3bj8d0O+Ifv4fZUAhP3vsZw54f4/PFd/O76fQx++VN8MjKGm9fuYKz7JnqHenG3fRDOrg9xq/cGfv3ZfTy+8xUGhtpxdyKG0PQU/OTo0VjPEy3S0SCi7R/i/nAv+px+jA4Oo//RdQzPjOHGVw8xcOtT6g86qD/oxMNf/RzDQ7/C50MBTA3dxeBQJ77smkLf3WsYnSXMbz3Gw09/hgf3Psb1gVHc+/IhPGEnXO4AzXI7MD09iseDLiA2A4djAu1f3yYnqwfTyRjCId6N6kmP8US/jZzEaOo8TTOjPFsbcvoQc0+j56vrcNNzmi6wgVrCRsSqeVLUWSWJUllyQFWh4p9AgBDgARQJEvgDcew9BMjMS9JMK9/HbCjP3xnSZjqrJUpkUdQSyeJSILDLEFhVHbWPpX+rMj0nkZ5MWTHBZM5HdaFEM3YAD8hjCw+Jvhl4xO8Zp45mARIRN7omE4hJZJw5ZtDXOQn39DQS+hhGu+0IhhNIBX3wDXRiaKgLw0k90hoNFDkOn8uJyaFJBJMB4u1H971BzMyGIRv0MNBMhKIoUAw6KGRESwvrp6QQ9EURGBmC02GHA3ro+aXwRUwLM+yuc1lL9bPkwpZjhp5G0Lw+N9zeABI006lVsqQr27RMWRK3r8TQNxx9IPMSTD5ZoXKWXBsMiCHgGMVEXIFE902r1UGr00Oj1UDede0tRbP4s3C7Q4jFIvB03cMoOXG9k8PoGLbD7ppFPOXB6MAg+gZmEXX0YtYziwlXCHFHH0bjBrin6PkdeoDh4W5022fgnnUi6B3GgCMIr9+lDi5NuWV6JjWEgwJpEQhp6inC8Ax3YniiD+0DQ+h4MADX7AxmfS6M9I1ReeT40Sy7u/8hXK529Lqi1A+MYsbVj/aRUTy83QfnDPF7g3DRtZvOvWTZ+CeGEKKhnbSGnGl6SNLU9wQ9XoBmvntp1n+4sx+OqRlQzAp3c4PRyQjC5NArJupvD9fCmnbAO+unQTgJiTTVf4Ni1WwSNyAJknoh/gkEsoMAPS6IhdP0XMUx1hNC1y3/rqLu23P6jPeHVB3d07Ft1697l2Gy8B4NPA4iRgP6jtEo+h8EN43NWG8YXmcc/DMX2WlhgJwtQUKOQGAvI8Df4UyL6iArSEZCCE6NYto5jYDBCllvBkJ++B1jmHG7EbTkQ0N8CmdMhhH22TFMBk+nqwBarZYcIE7YIZJAThoZc0bSW9IANItoyKtCY6UGGp0VOsUAq14HI1U8TDONSq4OCuksSVpoKK+UCpDR54SbRsQ9IQVKSoMcnQQNzwqadEjHqTNKJJFMY+6QFcBShDwj5Y9GkEzEoVh0kGXtXPoe+G8uqkbjqcu4eroaNp2CuLkWRYY4bNERDM/STOQm60Cwgr/YNylm/2YncOgDXu67GlByfj1KC4tQrfPBnaJ2vksQ4Rl/1n9ZddIapCVyfBQtrOkAZmjWzO4NkxMSRdJohlJQBPPIFxjTVMOiM6PMbIUtrwQ2mxXW3CoU0POpodnkaNCNUDyGsKYKFVYF1sJi5BYXIddEs5UpBQaTTEZCDPFkCgSNqoqk0UJTXAuj3wGPawJ2tx9edxzhQAw55YVIUt+gIUfITAM2slYGCYEU8sLn8dHgjx/xeID4EwiQvqbCQphMxbAaS1BSUoQCSwxpnQGylERa0UPRW2GTY0i5+zEy5UUgEEGcZr3CNDCSCvuRWhEgVdW1/0slkSCH3lpYgqbTTbBIYeTUt0Dr9SMxPQMqbu2ylnDKigRFA0iLHGOIQyCwaQSS9FyG/ElMj0cx0hNeG3WHMMK0lJ/jmJbGb/S6e04f1s3vScDvTmDNOmbKJH2Gu0jOvKz15ad6krP7JA/JWrbembJWCYc5L8tiPZhW4X1S3lKeJzJILzq3D0Woz0nDQ47YBJ2vmE8tN/Rc7GYmojQIniRbKWNEbbp5gXrvzQsREgQCex0BXmaTfOKdzNeGHJ+kZwbOex/hzqMHcFa3wljcCI1zHPa7n+BBfz88LafIuMlFjl4Lo+yGe/w2Pv7oI/wmeBQ6vQUWMgzmpW17kE4mEJzoRN/tHkQVHfIaK6Elp1SR8nG4PkGj8Z24a/fDlVOPlrpCeG/fQffgLEIRHQrJWLToptHR2YHRsAVlVQmEQiO4frcXDwacSNi0CI6Mwzk9C3cwjHCYKYJIXIKWZkpya4uh0SQwda8dnZMRKEiD7CTs6oMcX41GA71mXkvZgPr6Nly43IjSSiMGuv3zCRsMJMrHRIH4LI8A2/vJRFodDeXzp1wSZEmB2ayFTDNCWo2CnIoa1B45izN5WmjJ+JZ1OmpzGijYzmNxWSmamk/x0pzU4nj1KuKCc/wxzbKNYjl7oVUAABAASURBVDz/GCzhHBQaAKMSQzJlApI5KPHcRLKuGilbMXRaHYw6DTlJZhioUjqaJbfW1iKviByqSBI66KExG2AyauiZ05ETogWxQGeLY2bADqfTA7/6XNKzGQwhSrNlkeJcQFeJChqMaq6X4Ve0SGjK0FASR8Q3hAc9YxgP6IGSJuTMDmN8eAJOjwlleZU41iwjqJER15igoYEivV5PuMvQ6o10b3KgiU7A652BOySR7jQgRg6gwWaBZJLIwVKQoHjFN4Ek3dh1mTArMGusVI/6ZtRVlyJXa4JiOoGWoy/iSlUAJToHvJsYg+F3O0lN6rXSEIdAIFsISBJgylFQUKFD89lcnH2ncE105u0iMD3Dv1J8Ru7bJD9DmbiVQuI7/WYBzlJYe8SK3AIdCul775kyV8rP8ZT3zFtc5pycdeVV8xfh9Jucn4iuuc5M65dD+VU9GLdCwq5wTTgvKudJXVjGHB25kg+9SUFFsxnHXspbWeZbxM/lUx0WyVxy3XQ6F0WVBhjMcraaGLInKWsqCUECge1HQFYkKBrqcbHg0BTi0IUX8eP/4U/xzus/wb99qwrVZW04+8Z7+OFf/im+9cb38O/fLEZ+7at461IrPvjBe3jtz/53/C9/8W/xv/zoOKoLTTv6gEmKlkauz+EE6f7elRN4+1ItDl+5jGJZQfGL38PrL38Pf/L+S3j9rYsoa3gP/+7P3sQbf/K/4kevXcD33jiOC3/w5/iDqz/A/+V/fR9X/+BP8Nbr38aPXjmJKxcOQdf0AX749ik0pnrR+/uf4qf//FP8/Jcf4/MuHQ6fbkXN0Zdx9MI7+NO/+AFe/PH/Fd89ZkOZBbv7sLairr4JF5pJTVkHFL+G80eK0NDYgrqWM3j7nI0SNvEh+5ANRUkmGRKR+DyDAOOTosEVduwWJ+phs5XhL/7sBAqb3sTR5kq0lFtRUFSHqy8dgTqQcO4CGmrqULk447ZeydyP0Gy2eo+XlmwuRXnjC3j16tv4o++8gDM//Au8/tKP8efffRfvXKqBEk/CnbyIY/UG5B99F2eOn8U755tQdfXHeKNExqkrL6K67W2cP/smvv/dV3DihQuorXoX37vcgCNHzqCi9hgunSpA3qUf4d2L+VAGb+PGr36KX//q1/j42mOMlL+KFy7+Ib7/4gm8Rs/42Xd+gnfPn8dLRwpRe+X7uPLKd/H+qSY0ludCLn0XH7x/Be/+yf8Z33v3W/j+xQacfP9P8e4LV/Dy0TKcee9NHL34Eo7m5ePIq++g1HAIl199DRcvnsHpQw249MoFaI/+MT54/RX84C9+grdefhcvNx3Faz++qDqq0lJslrum5yWVApi4XSxlqaf7XUP320oJ2lwbil9/G4dMZlQefQVlzSdQQI8wJW3oI0kSJIkI0obyL5tJRAoE5hGQZBmKRqZ+a42kIz4mLYULieOYFsZt5lyvqDopJEMme4jUhJbO10Usg2mjenHeTJksgylzvZ4wI4fzM60nb4Z3iQwNYULdArQGug+ryeS0TN6MrGVCtjlZHrJ4sHmRRXFClEBg7yFAtgONyEKlxdrL0NDov9Fsgp5Go030kCqKBloaoTaaTDQqboBZL0NW9NDTiLrBaKBRHCvMlGY2aqHQ7AF26lBMMOY14rsvlqOiJIf00xIp4PrwQy/rSFcio0EHvV6n1sFk0pP+Fhjp2qDXQmcwwaAzwmIxQGdkDAwwcjzVVdLMnRfUHMHh81dx9ZWreOnKRZypsyLfqoOi1UGr08NkMlJeKwzUoe0kHGu6DTRTpygaUPWIXQJkPbT0xatoNFA0WuipDpQgPluIABsRGp0Mg0nB4i87CbKsUHvSQtbooaGZOg05UBynoxvGvLJWB0VRdnSmjvXAsoeWRuaP4fCxVhTQc8HPndZogp6eLxNNr+l1OpjzS3HkvXfRnGOCmZ4vrVZL6RooxKOXQc8T1Y/qrtXqYaA8Wh1dK3RO9ddQ+1QULXTURmWdiZ7bEtQcJgfrxau4/OJlXDh/FFW5BlgMRkrTQq/XgWfYuFwdt3HqC3R6A4oamtD66ltokA3Iob7BYLLAQPEGnQZa6g9Ufq1C53podSRDlqHR6yFLGugo1Om09MwodK4DNFQWlWOkPkBPMvQaLfRGHVbGCIsPCXTP52i5PNzH8P2WOBfpIVP5GmJUtHrIVFZW+htVOBcgSCCwfQgsLYma9fLPDbVPTlvK/+Sa0pGhJ5ErnBCfKotCjUaChvoSifrYFbiXj6a8LINJLXd5rpVj5/Nn8rIcppUzrJCyQA7nZ1qBc+Xo5WRQHOumyuPzlXJTmsqzUvp8fCqRVpdeppLzEVkI5CzIECIEAnsaAXr++DlVaU9XZKHyshaKPgcN5QbV8VyYlM1znTkPeUXlKC8vR1lpCYqsZNSt94sgmwoJWXsbAfomlOlbSSajAnS+tyuzUHsZuSV5sBXkQLswOnMu0XNjzEFxTSksGiULjqke5rxCFJaWo7S0FMVF+TBrJXK+sOqhs+bAVlUDG5AFHUhINj5SNoQIGQIBgcBaEZAkSR1QoQDi2DoEJBp5UmnjfdwzysnPxIgIgcABRICX9zDttaqnaX6R3//g5Wo847hQf0mSodUAomPG7jr4RjHtLq12hTbp1NzIZSycBLfrXaFUlpSQFRkrjnzTsyopGtDgOLL4/b5uzSXyqBWa5VLWnXMLM4hnZQvBFaJ3EwKJkAdetxOzvjASKdYshWQ8hlg0ilgsgUSSHoZ0EjG/U92VORCJI5lKUTzxplOg7pMtArXvpGiOJIoiHkvRjBDm4pOqYIrfjk8SyWQMwWCKyt5geakEUvEIwgnWf60yCKdkAOFoEnHKt9Zc281H3T5k6mwlOXslZ1FU9pQSknYBAgdIBXr8Qf0hEZ/tvYpzR86bvOxFp3Tvob15jcV9WhlDxiYRT4GduidbN67MLlIEAgIBgcCeQuCJrbGMuRGYGYF9tA8jk3ZMTUzBn/BgZtoN96wPoUgE0UgMYecophzjmJwhB9DngT/gwaQzjLR/HA5vFMGQD4GAF07eKYgLi4xhzOGFO5BAnGQE3G7wHkLLFL8AxzS4LyYPcUFc5pTSUklyJOecTB58S5MHmSJnUc1DbGlKT1FcOk06R90YG4sgkZjLx/FssxAbeWlJcvpSallp0jWl5iPN0jH4vH6EwjHVoYuTs+uOALzJEpeTIgFcVprLYKePr1WB8//I8UV4DNPuMHxhLjcFzkeSgVQAfn8QoVBcLXc+x9oDEkKqYnls1i6GOVlOihx1Dvk6GyScumygKGTsaQR4ZFymGS2Zl3ztsZpINK6v0BS+Ti+Dgh3RXhS6PgTUUTlpfXkOCresSNAbFVjydSvPah0UMEQ95xAQz8ocDuL/nkeAHZFELA0mNuaXVsg16UQ4MIWIvx9f/N3f46H3Mb66O46xkQDYkYm6pzH8m7/CnVAOFFMOclPDGB+6g998PYxk51/j5/ft6B16hM6Ou/j4vpO8oCjSg7/DL289xoMJH7xTkxi4dxMuKni117iSlJhMkN+SIsYln3QyjkSYZPln4fYlEYnGEYuEEAqEEY0nkSbHLBr2IxSMIBLzIBAcR1enF3GVL4BwMEx5kkiSM5aMBMgpjSJG+ZI0GxcN+skpjSEZs+PG9fvo77cjEooiGvQhSM5PMhZFJBBEOExhPI5oKIRI0IMgzVjGKf2JqmlS3t+BYXsALm8SiUgYQX8QEapYKtaO+3c60dUzCxo/fJJlTSfs0NFNTNDMJ/mTa8qyGlOM5ERDKWoPywC9WsZV0uRV0kSSQEAgIBAQCAgEsoWAkCMQWD8CZEitP5PIIRDYfQjw+AQPHssKIPEFlhyyHnpTOepqqvHqmTi6R9NwdF3HnS++xPVHHZjQ+vE4eRYvVBShvtgCk1GnvvuaIB/GOQU4JzrgHOjDxPgYJkLkHCZl9A4XojowCG3ajuklxa10qZB+igZQByCx8EhjemQSN3/9W0wO/RS/ejCMLz77HO0PvsTDvk588vNPMNv9N/jlnUF88+kneHjrK9xyU/4UzQ0O/xSf3u3Btc+uof3rf8Rve+7hp/9wC+PDnZj2T8E+48DI/bt49LO/x1euAFzRFM3ikdPonMBUxz10kRP5zU9/gY6uz/H723fw67//FR78/P+OX4+M4JPffIPBITvCVNTSTzIwDbf9Hh52f4H/8tM+eP0h8Osq5HsuZX3+Nd0zSZKg4UF05fnsz+PgwXidQYYky89jXXN69iStuUjBKBDYZQjQgzrRH8H1X8/i2s+c66IviT9D6827iP+nVC4TyVsUz9ccz8TnS6j9ug++2QR67gTwzQb0X1rWRuqyXJ7l4paWxddr5WNepvXyc56FdPPDWcyMxzDUEVrXfV4og883okf3bT+NYtLoJ42CZmPpxi57irKiTopGW4PeBPrvenH/ExfufuTcM/Tg01m4JqNwT0UxcN/3fL1/t3fqtv33wYnH12bhdcYxS3j23PI8H88stpU+an+uyQjikeyNoGflARFC9jYCZGuwwyQrEhny0jJ1kSleC0UmZy2lwGQGrNXHcej0WRxvqUAuZUmkddBrFWg1MmRJgkRSkikZDq8Fh/QOjMX08EQ0OCwNYTzchXvDCciBCcw6PRhyEvOaPhJINCBhyZFGIh5FyOehGbIQpU1ieNiJkQEvEjQTZ7TlIDQyAY3FjMIak6o/+WL0vZeGl5xBGPTIrzbDqnPB1d+NkaLDsJbUIt8QRsAxgoHecYSiPszGdJA0RmLXwWLUwmJKI5wcR487B3pTI8rJmTWGnTTLp0FueTVydOzORZHAs0fEOQr7aD96nVF4fF6kFA20ejN0Wj008rP8q8aoA0xp1SnMxpLJVCoNdcZPWrXUdSWut0rrEi6YBQJ7AQH14ZQlaPTKukmhPDLvVqdbf96F5SlaGQuvF54rJJtpYVzmXNHJ4NE0eYP6Z+RkQpm+LBQqL3O9lpD5Od9CXoXlEC2My8Y5l8PlrVXWIj0MCmTCWaIvVJl680UyWNd11ntRfmoHz7vmMtNp+laQII5VEOD2bLLKyM1X1kzWXAU5ecqa+Vm21aYgh4jP103LlMXl6/QStPRMmqzKc3Vh/nWXuwwm1lz5mXpYN4DHarqwrixzNZ5spHE5ufPY8v3RaiXwaLYl5/l4ZqP8jAwztT++j5DEw7rKo7o7kvaaFtSkJPq+BoXPqB51YGr4Lm4+6sY9fw1aChQYkl74PeSYOFyYpVmvBtsY7nd04cHthxiesMOdjpMzE8F4ugyHKzTIzatGnqkY1alp9Pf1IFzdjIpjTdDGk/ANDCLg7MKd69fwsGsU3kDkGRVWj5DIkYwjmfJjdDgNo96AXGMa6VQUQZoV1OUVwWzLIyfSB48zglBMA4s2hYTbjgg5eqlQED5XCIGYFjk5OmgDDhoEs8PlHIfD44EjkEAs4UMoQmkxLwIBH3yxNAwGEyTJglw9OX80q+eJkQ5aG3Rd7eeIAAAQAElEQVSwICc3jxw/QKOkQN+umDsIXK0OQbcbLsbI5UY4EUE46EMUeqTjHsTCHoRJ9hz/Gv+TWEBCNrsFSQZhiqwdJC5rsoQggcCeRCBFhratSIf641Y0ncpZNzWesqJxA/ma1pXHuqxe5Q0mGMwKSmqNG9Z/oR6NJ63rrkvjyRxwvkVy1ogJ48a0MO9q51wOl7caz7Np1ifY1R2zwJqnQWGF/kkc869Hhwz/evOU1BnpS0cCd+KQ9uSjsuVKS4SL0aKgus2E1nNWHL6Y81w6dCEHbeeJl8K18Gd4Dl2wgvNmrtcacp4MLczTRvrmFmphI6ppNa2qt5qf6sbhQhkbOWcZTJm8fH6I8OAwE7fpkLDNukyq/zN6cTlEHN98yqI+q4xp7RHzqngyfzapltqfrUgLjZYa5Ja3elHAQUGATA0k42ma7UqBVyUsrbc51wQtOSfBcBKRwuNoyilCpS2BVIKcE08ESSkHrU1WBINBeMhRCcT10BNPQ5URlro2lNe34Fh9I9oa6lFQUgFDPBct546h8fxlNJQVocqShsVmRNA5Q7NWIfVdtqU6PO9ao9fAnGOi7zIjUjEr6uorUN9cgdyCfOQR5TafRDEPniYs0BnKUV+Wh/ISGeamIyigGTYlboRsbUFz8xEcMbiRDnnIiVNgyCtFeXMDCiurUW6woKrQpA7oRBUK86pQZarEyWYL9Log0kYTbGp9G5FPX6j5xSXQpiPwTQ1jdHQYY+MTsEdLYNIB5twC2Erq0VxZgsYKGz3ThcjLpTqYkuScPnUDn1fvJ+kSoGgkULFPojZ6IpNzr9Ags6RsVMKz+eRno0SMQOBgISBLEj3oktqB8CYN6yWjRQODSVE3eFhv3gy/gWToV5DBTpvBrFlWvpbXdsuku1GG3kBk3JweG6kL68f5MnXhkPXleD7PJnE565HLvKyLqgPN1OkMGsjUibKxpsbN48V8K+G/kG8z51qdDEmGOFZBQKK2rKEvTJ1OgWH+3jwPc372zDkaqPdwjXlYpomeOaNFAZ+vh7g8LovDxflkcNuS6B5rdNKqcjmv0Ux1XOGZXyx3dR1NVg0W1oNlmwgPlq9fBx6r8XJ9WSbLXo1vs2lcDhPL0dHzyljKMqhvllbFk/mzSVqaec+W4QZxCAQWIBCLpGmWKEWO2rMORenxN3H5vb/ED999H99+sRE52la88N4HeP8P/xBvXbmA082VyD32Pbz/2hW8/NZVHDl2Fafqz+GDS8146aUjsJaeR3NdGVqPN6L83Pu4+sLbuFSsh01XjrYjbXjxvTdw8p1/hx++/z28er4VRXnmBZotPE2DHVDy3BZG0rkEk6UINa1ncY70k6NJFDWcxsmLr+HS4WYcqcuHUnAeF184jZffvopTJy7icHkjLn9wDsXlL+DiuTN45e2XcPrcSzhUdgSvfPsVnHzhMlpbXsSFkxfw1jtXcf7dP8bLtQUk/zKOH2tFRU0tLPWncLFQj9YXX8fps+/jlTMnceXlI2h6/T00UQfRdPwUcuUwZrrv4sF9okcd6PE24fipZlx86wpOvPgBXj/zGv74u2dRbG3AkTPncehYA3LIbqJK7dhHkgDu4yQKkaVDzpKcAy5GVF8gIBAQCKwNAXW577Pf52vLLLh2LQJ8S3kUPs4v+Cf4atequicU46XK/PtaMcJzQ5sa7IlaCiUPEgJsvBstMow0EKOhAdndWnd+3pjU76olSppzc1DR2AqL9Rzef7kVtRXWJRw7c5lbcwrHr3yAd8kJfuftd3ClNQ82GjTbGW12rlTh1O0c9qLkg4iAqPOBR4BH5g48CPsQAB5spUFjyIoMmWYc92EVt7VKkiRBq5Vplk6GrGxr0aIwgcDWISAB1LSxmw9+3pik5TwERQPFZEFOjgVGLZ3vkspIpKxMSiuKAibugwnq3Qzzlugmb4lUIVQgIBDYHgTSvEwira7Rp9PtKVOUsnkE1vBts/lChITtRkBSJJDNA7IvII7NIyDRczI350knmxe3ZgnJRErtU5d772nNQgSjQGAJAvwdnYimwbP5u7ttSeBnD9KSCvAlJUiyAo1GgRi7YkB2F8m7Sx2hjUBgZxDgzpZpUekUkc5sOUsJqXgK6VSSKA11G1qyNpLxJEBxyWQa0ZAPvlk7plx+xBJpUHbKtT0fiXtfaR1lJQMIR+OIBKNIhEOIriNriiofCUTA2KjZEhGkogEwFOr1Xv1HNyyViCMWiSBCFIslwfeV68l1TtCt3qtV2/t60/NE7Y5uCeg20SM39yymkklEwqm5uJAbbocDDqcXQTLK1TqnogjMOuF2+xDgzCSDsszxJykfPbf8MKfDdM9JMG9gHw954JmZgn3Gh0gCKq8qaw3/yN5RDZ31PIprEPs8ln2dvjNYzpU6939fwysqtwMIiHa1A6AfkCKFU3dAbrSo5uoIkD0HNt4XcSWDCIZCmA2kyIiMYHpkCkHPJNz+ALyhJI22BTE1MIlQYBKT5MiNj04STzfGpqcwOjCKQDiKLfcDyIqUJAmKVmK3DkuPNDkpSXJM+f2UNBu05Jnwbp8Ij2F6NgjnhBuBaQfclDGNFFKcPs/Pxm6KHVaydMl/JQ76EFDJeByeWR85PFQ7kpnyTyHqGoaXPENKJqY9+kn4EPC54XAGEQoFEA3Y4fRE4Z6ehd/lhI8M/KzUjMFkyoqwfSaEGhA1KWpbafDfk9qlEvS8BTDoiCOaCGOWHDf3jBN+7wx6emdpQCGF6OQIJsdGMDAyjomRMczGg5gcHodjYhIujx9BGrxIhKdhd6eJPw7v1Cxmp72IhPzwDzzGiD+OMDXp4Mwk7MM9GJ50YKR3ArFYdm58mirGz1eSnUm+/1TX5Pzzxs8kO6gcDYpXefnZIw80QfwEiLpTGyWRl5lCOhOfpnOSmyQnNkV8qVgUYbsdbhqwianMGQTpIU664ZzxIxCIqbKIXU1M0/POZbMuT3SjlHQiQXwpUDJd7dBHAqh7w3YfikaCRiuDZ163u+ytLU9I30kEJGrPGj21Lb0MmWb1d1IXUfb+REDen9UStRIIrA8BmZ6EZzrZKBl3Djvax+JIxBy4/eHX5Kx9ge7xMfRNRRH0TuCbn30B+/gX+Kp9ADcfTMHrdECnc+Luv/wTRqecoEmE9SmSLW4y9lKJKHxeHwKhGCLRCBmvdO4LIhCMIOnvxfi0D+OD03CNj2IqnUQs6kfQ74ffH0LEH0TM74U/GESYZijJbpzTLEVYRH2Y8vmRoBm6WCiI0FQXvOP3MRMme3OOa2/+Dw9hYnwA9wcjiBJeae91dAzY8eDGYwx0PIRDtbg3VzX6TmebfXNC9nFu9kOS1N6ioRSoCT+taSqCgHcaH37thMc7jAcPetHx4CHG+m/jpx92wE1Tav7BSQRTMbh9Dgz87ld44BvAb375AFMRLYx5NpgTM9RWb+DzBwE4XHY8/OYeHtzvxdTsGLo+/ytc6/NjNpyGx+GGzz2DlDyLr/7mNwh5/U/12PBZGhF+ttwk2xeAj2bIk/EwQj4vvPS8hQIhxII+BGiGPx4MIMK/z0TP2KzHRwMoHoSCfnh9YfBzHIuEafDBTzj4EI4E4PME4XcHEAyGaFbShckPP8J9mmV0k6wn6qYjQPQhvvmyD4PDbnquY2DnLkV4+UluwOVBgHWjASs/6RaPhKgv8MLnDVKZCXKwn0gSJwIBgcAmEOB+LZlMIx5LqbtgxshI2FlKIkqjWQt1SJBuSeo/kkQL47fnPEm4ZGgnMcrowOGcHvFISv1eStB3FJ9vFg/GOUVtIZsdLJmym2idIqtAYJ8gkAV7HZB00OqLUFLWhPcvJ3neCyGypbATR9yHsOMu/uG+Ex1DLvTc+gaPb3+G9pFufPgvX2CKjMin8w9pREMePPjtP6Fn9DG+/uYOrv/6v+HBN3+Hf+7xIrTwBzoTHvidPfjs/jSCE9fw9c1HuPF4Ar6QdydqmfUy/VPkLHz9IX59YxQBmmeNj32EnrACe+55NOk3Xxy3M4l7XWnzsvajBIlw4cEV/kkAPn9SR40RGl0OymZuITp8ExGzGZFkCbTjbtRVjOEuzaZ7EgHMOsYwRLPPjqAE28xdpI68iMKqJpTmmGA2ahCndtr38X/A3/2X/4Jf3uvHUMCFkOLGoPUMkg/HQVPwAMnxO0cxPDKKcUMFErL2iRobP4nh8afXcPPzj3Gz4x7+7u+v0WBQNwZHr+FXv7+Lax/dhLvzGn4zlEDfR79C+/X/ir/58nP8/35xDe3/8n/gP3cP4Nf/+Cl6bv4Wtx8/wO++7sT0zf+CX93+Lf7ff3uN8v8CDztu4KOhNOLxKHhm/lld44gn0kim3RgZ6MHtL24h6LuNn3/+GL/+Lz/H7W8+x1f37+If/uYjPP7ob3FtbBzf/O4b9N/rpGfhWWkiRiAgEFgfAuk0aCAniemRENq/nMWX/zyVXfonkse0DrnXiP/aP06Bw4w+XTfcmBkNY2ogtDn9WDZRRu5zQ+K99o+OOV3o/MsMraM+C8tQ68Qy1pOf+DnftX8iPQgXVYf5/Hc/ciIcSGDooZ8G+Wc2hw3J7PjGjenRCHgQc30taWVueeWkLUsRggUCuwoB6mfVKSbucDetmKQAkhaJiAY6jQSFLrETBxvB5jLUuL/E0OR93OqZwmBfEMlwHPlVZTBqNHj68PtpZopmqB4G4bYHYCCD2ZJTDrOmFLVNRbAYZchkbKvV0BqgsRSgQEki0D+ClNWE3Jpy5FnNavJe/2cpaUTrhTfx5oVGFOgUOJM2pN3TMMz2waM2lM3VkGFU21kWZG1Ok12amwBSnTotnSzy6hQYFAVnbGP48mYQYZ0PEf002ocmqS1P4vFjL80w65BjjsNUZECqsBX1GkCjaKDICpGkLuPTGMyoOvs+Xn/nHVxqqUSp3w5/fx8G4rmIDN3DWNCDWdkIk0ZGkSEEue0YoNNnBax40gitqQJleQWo8nSgr+fG/5+9/3COK8vvfMHPvektvPceoAPoTbHI8q6rjboltVrmSSNptG82Jt7GRGxsbOxG7F+xuy82Yt/uvHkzI81oprvV6lZ3V5vyLFbRO3jvPRKJ9Pb9ToIgARAAARI0IO9l/vLce87Pfu89J8/vnESSm2NLjC1GiLksmIo8xDq/oX0hl+x4klKHC09WEXluK/bsOnLdEJ8cZHq0j8lYFJ+pnEpbHGt2AZ7CXHKcNvSQFYfDiUPpk/HnnuMKS5sdm92D01pAmd1EUXyUa7eGSFd7SdizsHkqKfM4yJu9zdc3x1mcmEIcwJKVi4WX64hGkkRCSRKrF7ReLgiMaJ8QAnaXTk6hldr9Lg69krW7dFb0KdqB3oOns9h/wivkEV+8QllUNTvJFh/zSqyZ60f2U3xpFdqu/MEzXvad9LD/tJeDSm6FdhDPalsZ20rHTuQVv/LjhId9gsvBM1n3MGg64pExVKewwkbTUYXX/bbVdrd7Xt3iIrvAgsWms1vH7mna4xFhrAAAEABJREFULY8MPQYCzwIBjcykj9WH2UbMN8PM7c+5032bqewyzJ4i0rNjTNz6gs6hPmYL67GbrJiVXGyOhdHLXLjwGb+frcZkceB8VrMhlTmkkmCJsbiUxpRKYDFH8cfTmLLysdochBcWiYSniaTCzMw6yHPFCMpkMWZxYrbn4jB7yMqyY5bJoZoTog7djK7iMoHdayXqn2NWJn9z/ohq3fNkcXjlA7eCiqIsbCYdT0EjjTU55Dr8dA8EdyU+edR2Rc8LqSQFSdlNikflRD3D94LUsNjNlLflMJ8oIzcwhduWIlJ7lgP7DpHdd4tQMIKeXUlVcTbVXj+9+j684xfoa/+Kz652cadnlrTJgruohsqqSkqz7cQWEizMujhyrJmz+5aY8kWY9NskiaqgpKyexnA71nSMXTmiQRbnxhmdm2XekkNMdhnjkaD0QaG0E+y5FIz/ntn8KsxODx6rFYfDhd1mxWb34rSZxC8HJlOapD9MPOXF69awuYVHyGaxSPKVxuaMMDMyz2IgRvye4zqYXBCewCeyOHTsWWmuXDFTX+rArYcFh1HGfEuEXQVUZ6cFzxgRWcTRHPbl8e2erhf/RJdVLEX3xr1nHrLhwIuAgHqeTBYNp8dMfpmN8kbHM6eKJgeVLU4qJZErb3Bm/MkrteH0mnBlmzPXT83PpmU/KqWsuOvLU7O96l5UiH2Fh8KlXM5XfCiqsmG26uQUWSmpsT82NuoZUM+Cbtq9p1vfPVWGJgOBvYmAJm4rkmLty5KNRyZLBc4YyZSV0v315BQ2Uuhxk2NPoEnyU9HWhDenjrqSPGqr88jKz0VLJEmXHiLL5WIXF2DW+vbQKw3dZCW3to2G8nra9jfQfKCOgsJCCvK8WNzVFGQ7yS/Jwl1QSaGlnCOnmimrKqegIIeckkK8xaXkSmIYmR1gdEh2M/p6GBydYSFqp7qmCG/dQYqzPHhc+ehZNWTZYEMc2SOHJRevN4fibPFXk1HWUUVTXQ0H2hoorSzBqr77Lk2P81qTpzyOohdUVuGTTqVR5foQNasde30rBw4fpD63kOqSKhqOn6ah6SQnKqzk1ZSTV9xEY0kFLbXZxN0tNBSAwyzJSTRBLO3ALLtRNUUaNklWCiqLKWxooaDsAK8cquHI2f0Ue93k5kkfqTkoSd0+jhYlsZu3v62q/j4iIUlpaiORdIpUMo7udJJ38CgVla3sq66jtb6Ectlp0xJ27IEgOXUFWCr2U1JUTH1ZDt7qfdS6NIpV32xso7a+hf0VxRRJ/8zKq6W5KpuCgiK8smNXoSZjdVXkECYwNsxgdw893f30D0wxHy2guMSOS3YK0lbxxWVhKVUtuk24TElSiTimLHn+D5/k2MnD1FZUUFKSi9djw7T+Zjyla/UcKHpK5u6ZMcvE22LVMJn39IiGcTx/CKSToOlgsenYHE+AdqjT7jJJkmnC4TFhcy77Y5HERTdpmIRsO9T3OPx2se8UPxzi04ovj6PvkWXv+qF8UT6t6LHa9cy9s0m5Uvc4pcmMfNbJ512KXTv0XdNkKDIQeNEQ0LOobDrEa9/+gGOH3+aDIzLZy62i4chpzr3/AScPn+fDIzl4Co9ypKWSU6+eoe3tv+YP3v0ef3C+ngKvHZ1ndJhsWLIqOX7oDG9Lsnb07Bn2n3idky2NHKzyYPMe4HBbHQdOHaeq+RSvym5U3Ssfcrz1GEfrS6jZV01+y36qVFI31c1gbwddXR30Dk6zGM/m+IkGHEUnOHL8JGff/jaNR96j1A2axt49HJUyUS6nuUxC0MyQdYymymyZCFdQVN7MsUYJUJoe9/UsJqmP6/NTk5fnxyQTabvTJM+SXKw2rNnAeoA3ztVR1fYKNXXNnCg3YbHncPhb59j3+lkaSkuoKKyk5PBrnC700vr2h5w7+xrvnN7P4dYWWcA4zKlGHbfdQ92RQ5z97qscPbWfLFkA0Sve5HRzEaeO1lDR0Ei+JPj177yPzbW9+67yOOkustMoH9QPZHUaruJKqluOc+bYST544wD73v1QbL3NH7x5irOHi7HKLjj55zhU5SCn4TT7m5o5e6icomNvczpPo+XoIYprTnJg/wneevMIzW37KS0+xVuHy6ivb6awtI62liy8h9/iXGseLv8EI+0ddLR30t0zyWykjAOviPy+UrJtFplQZnPgdCPZVgfZIlu37wSvHj/Gm+cPUnD8O7x+vJUzByspLfCgrb4PT/E8JTgqTDf+G8En54imaWi6xjMLHON4ERFQY39SLQ6qwWI3fx1jl8GSNEMGsV1Waqh7AIGkJPgJWQRU5QONj1ih70DOYDUQMBB4yRDQzVYK97/L2Te/wwcffIe3zh6nrcL+kqFghPu0EFATabVC/LTs7aYdSQEwy+6Oza5lVrhZc1g58GorrUcayFpTv3JhloSzlGM/+oAmtxMXj3MoT4qoP3GON773Hb7zvQ94750TNGbp2E3LenV3HeWNr/H909nYrfkcefsU+/ZV4Vlufj7eZeKrEjo1CZZNzufDJ8MLA4HHQECTrqnGCDXO8RyvGKj+liGM40kiYLFomM36rprYXW276pqhbO8isMc8l4E2JdvfavKwxzw33N2DCGhq1JVnbg+6brj8GAiYbCZMVtPGGnQzJosdpwXUBtHGTLtXa7KIL+LPikaTZHuqbuX6uSg1MMukR30NUt8Etiflp9oZVLuE6qvAT8qGoddA4HlGQNZUjN26p3CD1NhmlnF/t0zpu6XI0GMgsGcRkNFLraDpT2M2tWdBekKOv2xqZaL6soW8o3jTadTfpe1IZo8wa5rcfHlt7K40SLb/1IagjDl5u+uMpsm5vO5ePjdFxq2MX5m3p+eXmJNHUZ7Fp2fSsPQSICBzjVRccqWUnGwQbmR+lLGhfvrHfUQSwkeCWDiE+v9jg6EI0bjIpeMEJ/sZGp1hWv1ybiJJVP1KaypBUvSmZIstJavUy1/pE34ChINJYlHkeU6RjCc3sLy2SvU7XWUH0g/Wtuz0Kk48HmRmVnx7uNmNlSejJMJ+FiLivwpnY661tYIBsVl8SzFCEvfaxse7Ugs9ccFbIH48RXelFda7uWmrbttd1UZhIPDyIqA6lqKXF4GXI3K1Av9yRLqHo9ykI+7hiAzX9xgCmsyy1GMoefYe89xw93lHQOUlasFgo88i3/g4s5ODTE0Ncf2zrxkODdPeNc3URIBYPEHU72fm6md0zIXxR1Okw5NMT/XzTfssqZEv+WbAz8T0CKOjg9zoD0gWJBnk9FW+6hihfyZMyOdjordX0jxp2gIolbBkFteUs+v5JGFKJaKEI2GhFMmkUEKSt2gc9eeCij0VjxKPJUgkg4TD03R3BYnHUyi55XrFJcqTMSLRhOhIk04mSEjmGRM+kov0dg8xOblIPCK6gn78MfE5lSQhduKSmKoENimYJGNhYgnRLeqU1gypX6MJ9DI8FWLOn5JENr6sWxJLxZZKxIiHw6I7RiojsIM3GRjkJSPEDmQ2YU0KYIlEGglrE46dVxtJ3c4xMyReNAQ0CC0lmRmJMDUY3lPkm5IBTwb3xZkY03vQ/6eK91A4g1E4kGRpPnH/Pg88nXuu7hHyiaI+0FX5onWj3YonIR/qs+NRxvrCjPU+HRrtedDO6Crb6lzRVv6M90cy44gaS+YmYvd830i30vMwfYrnYaR0r6bV/Eq/otV1T+tc+aRsqVKROt8pTQ5GiARTGUxnRuV5WHU/HqILFbcixbdSqvPtknr+IrK7sVvPtKHHQCCDgMw1MjtgKxeZ8v7b0kJIEpAYdtMS8+1fcn16mKtXuui4NcLUnI/F8Bxdlzvwm7LJyvbg1eeYnxrgsiR1oe4v+fz2IP297XR13uFC94wkS0kW+7pp7+hgaG6eOd8Ck/19LInJlNCmr7ufUw8mnmnC/iUm+/qZmemgY3SJkeFxZiZHmZiaZbh/nIivX3YaZxgZGJFkdIiRxXlGh4IkFwYZHp9heHCUqbFBRhZmGegeZW52jqVIiEDAz4IktRM9fUwEZ7nZPsjY+ALhRT/+yTGmolEm+gaZmhwWPVP09wwz1XOd/tkZBvonWfCHkZztbkhyFhllWrb3JgdHmBjooH96moGeCUKBCcYmphnpGWB+ZIiQsEq4d+UeXqiEzmzR0HYhe0pJUpdUSd2WN+PhPq3m2AW3Vqszzg0E9iYCcxNRui4t0vHVwo7pzhcLtF9Y2LFcxpbI3f58ng4pM7RD+8MdAZn0JBjpDNL9jY+Mzq10KDtbtO80lvYvF9bGflf/nS/nUfRQf5Qvd2Xu8a6/VjwrpNoUrVxvVgrPnfW+CW/f1UWW5uJMS4KXsSd8Cn91/xRl6oTvoaXIZe6XKrfDLzxjPWrlNIUsdO7NTvIUvFYrxMHFJN3Xlrj6ex+Xf7PwxOnSRwtcEjuqXLGXuZa6e9e/Fh5FwrtSt75U/s5NxJibjNF9NZDxW+nM6Fonl6kT/apcr2e71yu6vxa/vv7VPJc+ms/YXJHfiW7Fq2hFdnWp6hWtrtvq/JLEusKfOVfX4uOKjGpTtHK9Uankbny2iG82jsK089ISSkbRRvwb1Sne1bQRz2Z13VeWMnZlA+IpPPWGiWeHwNO3rJlAN2lo2ga2dStWRyGV5SW8ciDJwBSSePTSe6ebrqFRZs0hOpIHOFqSS2WeE4fNgqgjkYCZKZ3wdBcqiRkfn8IfGWdJdszu9GdRujQA8SnGZeNuA6sPVOlmMEnioj/wffA0c2NTXP/d50wO/Y7ftw/z2ScXuX3tMu0DfVz4+DILHT+T+gluXb1M951rXJ0X9ak4yf6PuCD8165ep+/ar/ld53V+/mtJDqfG8IdmmJyaoP/qTdo/+iVfz0XwxTURTJPwzTLX10l3YIYLv/ySvoFbXLvdyaf//Am3P/pPfDYzx9efXWdkdJqISKx/zdy5wM2Lv+aLoUku/+qi7IR+w8Xb/SJzjZEbV/AJdutltryWDDCVSpNZnN2S8eGNmuCbIRXqw9m3xaFvi8tgMhB4gRFIJVMUVVg5+lY2J97P3Rm9l8vhN7I59k7OzuTu2jku8kffzEGVJz7YxLbwnFB0V2a1j43HPDi8Zsob7Rk/VrdteL6Zjbu6j6hY3s7ZdizH383lhKK78isxHH0rR/Dcpp71Pq2/XtEt5bF372Il5xvGt1IvOo6JD8dX3xfBsO21LHJLrFQ0OzIxKtzV/VMxnBSZLXWu6Fal4l0hdb0NqjvkznwQ6OpTeBcH8Reqa8oHptVhovagl4Ov5nDofO4Tp9bXcmkTUuWKvVax2ya0cr3/lWz2n93anwPSnpVvwZNrpfqAO+O30rlet9K5ol+V6vpRaEX3AfFt32nx75W1/in/t6tf8SnayA9Vr2ijto3qVvxSbQcFw5Yz4ptgo64VKV2K1PlmpHSomLy5FnIKbdS3eVEyijaTWV2v+FbiXylXtz/svKbVQ06xDbUi/0L1LyOYPYFAPK4T9FsoLtAoauxRwK0AABAASURBVHubt77/bb51roUydKzESZBe87XBRMrEmD+Ls945BslmMeHmvLmPvuBVvuoLkfBPMDHup2ec7R2yc6QWH2U43oA/RVqStHhE+qZ7gtHxEEO9caxps8xDqgkP+CkqK6DpVCnFJR6SMwh/mjmpzynMofFkGWUFMaJdXUy3vkZhQxsV3jjByUE6uydJOzVCKSdWmwuXw0ZOjouCIqdEPEx3vIa8wldok6S2wh4irlfS2LKfmmJNEtzEqp26VW4nsvB6amhorKEqLwSmFKlYUnjtpG1eLKZVvFud3m1TCV1oKUVC/X3j3bpHLUxmDfVDUCbTo2p4UE5/sMqoMRB4uRDQZdXM5TGTW2glr3iHVGKlpNpOYZlt57JiK7/USrHIqzJPrjcksZGnaIN2b44Zm00jr0TZV7RD/9fpVL4Ulm9fT0GZlXyh9X4XVdpRtL7+ca8LSm1sidWqeAorbRSsuy85co9tDh11v5UvSldprYONYlDtu0kemaDqu/zzxS9aT1Wr2Fa7jlue6yy5V1lFVp4HyiuzkyfPXvZW/hRYUb5b1fOVbXlqfueX2ymsdKB8fB6wWu1DrvTHAvEvV7BbXb+dc48kyCbZLTBZpb+q52Er7He5zSX3z2rT0XWMw0Bg9xCQLCklO0PJRCqT6DygONBL5zc/5e9/8Sk/8x/iWIEJfegzPv+Xv+cff3mJmyNwqvQOP/3lJ/zs7/+Fb252M5qMENcWGbJU0dCUy4HKJhryysmK++i8OEDOu2/Q9sfvUWw1kbxzidn+j/mH//Xf89Pf3mR8JvCAC5kKHTRFrD80dFOURHKem9cTWC2l7Ksyk50bYSYJcXsWRYdqCff1c+2TUUam0hQWpIiP95BqKmFpdIxbnwzRN+2m/EAN+Td/Scfnv+NaeweDS1EWdRvBwDTBJROWxRHGJsYZkF07TXOgaw20ZQ0yPPArvpmYZ8ZchRvxRzqprpE50pl39SYVNifzo5MszS9KQqj6spAmHGYL1tAwM0uL9MfdkiQr/u2TLsYcLn1XFnzU39IlJTlUCTS7dOi7pMdQ8+gIGJLPGAFNBgZNQwYrsMgEYqekJnIWmQDsVG6FPyP/CHaVvPo/TtQgs2xfeyT/lZ4Vyviyk1g24VUTIkUrenet3MTeRvoz9tfxqzpdX3uvMzE/Iv4b2d2sziyrcuo5ywzg8tnyjB/759K8pmlk7o8kvyaLLh+czwdl+pc8S2Z5Tsyb+GWyaugmHZPcZ5NFe2q+Z3yTRFiVm/n2zOoFL+WXokfxQZMJlG6Gp/0smOT5U7blowHjMBB4WggU7jvOoTPv8MrRo5w8cZAyZwMnzx/n1PljHGioo76ilMqj5zl6sJHmAw2UVbfSXH2ID89UcexcG4U1JzncXEPb0SbKj7zO0eZTvNpSQnnlAQ4dbOCVV1tpOfdtXmltZV9tER6XdcPQtC0efJszi+Kqehr3FxL2pShrlOTz7Ctiq5aW2nwc1Wc5drBefDhMU9MRWquqOfVOIwUNr3DkQCNHjrXSeOgsh+sP8/a5Ruobaykp2c/BA4d5/T3heevbnC3P4/jJgzQ0VJBTXIq7ppWTeTkcExxa9rXRtr+R4+fbaH7zLepNJuoPHsCV8jF67Uu+/PxLLly8wrVZtTtXzNF3jtFw+Aj1bhd1J0+S5ymVncQa6iudlLuXln8dcyefxxpoModgFw6lR5dNBU107oK6jIpdci2jy3gzENi7CEinktdz7v+D7qVlDUp9HSARk7OdDEwPqnopajRtL97ll+LWvBBBqg/pLeZDL0SMTzMI1V0VPU2bypb6gYgVUtcGGQjsCgLy8aPGCE0WK9jgwc6qaKGx9SwnWg9yuLEAh6mI+rZW2k4e42BTDdXF2TgqDktSU0+zJGllFQ1UFVRzpKFQEqhS7FnVFBd4KaksILv2IM0N+2nwmnGasygtK6axrYWq1nOcaDu8nNQ5N07qNo9Vw+XNpbqlTewfoL4km7LaOqrqmqgvK6Qs34Xurqa+vpKWQ41UVdZSll1Aw5EqvNm11NdKvfhdXdtAaXYp+w43UVVfR0lxHXVVNRw81EDdoRO0iJ7axjoqK4rIyc/DXlhBvcdMSWML1TUH2VddTlNLKUX7D1AkOBZVVpCdlY1dEjyT2YTJbMXkqKChvpD6tgaKq6spstkoaqjH7aqiqqaB/ZIY11QVI+thoPFMDvUYqEVM9N0zv4uqds8pQ5OBwNNGQJOeoMmKydO2uxv21B/sJhNGUrcbWD4NHfIZ9OTNGBYMBAwEHh0BWSBTSR1SProSQ9JA4EEE1FxDl9n8Xv0csLud5FdW4fE2c/ZIOcX5Dp6Hw10kieGhU5w6fUp2OY9xqNKN2yYTuzXOSfZmyaO4IIuSuhayq9vIE/eldg3Xwy6e5/u3PuKHxWK0Gwi8RAioROlB2hyA1bzClU6RSiZJJqWUzEtNEtaS4tl61pBOJUgmlA7RLewPvjQ0TcNslXKL3pxOiQ9C9+VFX8an+zWbnaVT4qO8NmvfqP5+nMt/JL0Rz3Ldih/bMKDwFF/E7WXRvfauIfdK8NhGqBjHhghseO+l8v7ztvw8bSj80lcKNhv0n+3BIg9tpv/J8yvjSAbv7QnuSS5NJt26rqPKPRmA4fTzi4DqSjJmPb8OPsQzkxmTw4nX68QqfUR/CPvz2GyyO3G4HDhtpufRvcfyaS/ej8cK2BA2ENguAql4jEhwCZ/PJ7SIz6+uw8TjceIysUkkEsuq5Bq5TsaiRAL3eROxBcb7+ujpGWUqFCUoehaFfEJLAcUbI764RFy0yDiP5H8ZSokuZUOqCYx30N3VRc/YApG75lT9CkmeIBMPMMkuo7ZS+UCZwDe3wPyMj/sqwiwuBAkGYg9wr65QCZ1/xk88prxc3bL1edi3kIk3Gk+wOL0oyW1qE4Ewfl+QwNLD9AtC0UmmZwL4lpKb6DKqX1wE0tLFkoRCcVKJuPSTVOY/uk2nksQiIcKLPvxCi0LBoPTR+w/6iwvJjiJT/S/EgvT5SORhfW0DxakIicgkE7404akZgqHghj8fvoGkUfXiIGBE8pgIqFwuFkkRC6dQP5DxmOoMcQOBBxAwkroHIDEqXjYE0qQzP0+biKqJz+ropSU0yvzoNb7oTqHmQqOffkpX11Wu93Vz8Z+/ZFRG6c5f/Jybg0PcGR5i4PZN5iQpS6bj9Hx+hanFedLZdszJNKlYjLkLX9E3M8tsOsLsQCeX//mX3I5AJN3Hxc+vc/1qL7Pjg1z48ZeMReOMDIwTDk4wMdzBV7/8cs3PGK94mknmMm8rNXdL8S0RDBCJLTLc2Uf3zT5mJblMqNX6WJigZIlqkhwLhQmHZNIm4acTUWJRaQtHCUVipOIhZgMBqZNzlbRGIiK3nFQlIkEifj9h4Y2J7F2rmWJ+dIzJkSEWYsvySUl8k7EI4UhU+EVXVM5l4p2SMih+BEf7mbp1iU+HpF75l9Fy9012CNKxAIGZ21zqHKdvMkxSsAwHxWdhSXR9xc3OQTrm4iTTSdLxMEvBOAnBXJqfn5fkpfLK7NY9P049X56oRYRELE00KPdRnoP73sVYCszyTz/rwjd8gS+/uc2V9jFZbJnk8pU+YrEE/pvXGRkdYUo9L/cFn5sz9cyqvhaVPpBQ/UV24aPS72Ky8JFIJkhEo5lFl7QsFiUlnoT0t2imf8RB+mQ0nkI2/SHDGyEg/SYt50mRj4YTxKNC/nmmPv4tt+f8LK5+/mUsICaLJ+EkkUhSbEWISzIsKtToJ5PMiPTxKMHxEcYuXuBGMCGLSIlMfVTGoWTcT9zXSedokpmOXqbm55kTZxIyRiRk/Egk40RFWUJ8REapVCpOeClMXAJNxJNiLyz6Q6IzSToxzdXLtxgYnJbFogRJiVHFklI+rrtbqkpuJ+LkupYne5kS7BSp5/HJWjK0v0wIaPI5bbHqqB8O0s28wIcR2rNCwEjqnhXyht3nBgEZZ9GlJ2iy27XaKU1GXYspgZkQixEnNpuZyMwUi4sjzMwP0H+rnc6pCfputNM94GNUEpnRjq/45spV+v06cf8o49MLTPrT2K0WrA4HJr+fhEkZW5QJzSgjS0G6OoJE54aZ6eqmr7ebrtE+Oi4PMySreT6ZGKVlqpeQhMg3vrDava3PEyGiC/180jVP/9gi88MjTA920jncw2+/nmBpppPBsTFuXG6n/euv6Z/o5+NP7zDd9SnfdHTzzY0Oxm59wVcDQ3zTPcti/yWu37rNJ990MXrrS+5M3+HL22N0XrxMb28fQ9G17kSDIcKLUyzMj3Cla4bYwOd8dquHi199Q+eVz/m8b4SrH19lauo2fWOzTI7NE5yfZCSQQOZT95Wlllia7+frz7uYHu9nfN6Pb2GBwGwffYM3+ejCOIujw8z6FpkPzeObHeDq10PMjV3idv80kzv+n0Xvm34iZ5msTjSrh04K4/UgApp0D5NZW5f8pojHIwwN+yU3mSIy3cfA0DDXRxeYnQthttkxhUPy7KRI2myoLvag5mdZk2Dkzh16bl+lZ1gWcL5uxzcvO/jy/F9r76PzVjdLo7e4MZNk6s4VRns+4ULnLT69cpuhb37Fl9JXr31zi/H+6wyM9HOra4j5no+5MXCV31+4Q+eNbxga6eL2eISALKbMR2LEVifFqRhJfwcDY376r1+k6/YXXBka4fbFW8x3fCILUj30zgWYn13CPzHOnCRj8aUp5qbbxVa30BSpmJ/FEET8S5mFoonhbtovfELfzE0++u0tGQ8/pXuon+u9UwzeucS4b5wbV7vo+PJX3LlzgasDI7Rf7iIgi0wTU/P4/VNMjA5y45tuFmfnSEqSuOYOqb4ipBI7nnJWl0ykZaEvhWwEr3HJuDAQeBwE1LOckGfLPx+XBeAQNz5b3JKuP6T9YfJr2j/1cUPROp0b2RhsD+KbjjM7EdvSvzX61+ld33Z9A9vreVZfb+TX6vbdOr/+6db3YLWdrstLstCVYqwvTMc3S4+NzcCdIL6ZOMm4DHSP82CtkpWPz1VXe+DUcNFAYPcR0NAloTPJRJJVh2Yyy4qaFbvdhs1qx2EzoesayKQkxRJhC0xeusqi04ZvSSe8IFtP0jfTMnLrJguF9VXkZpkIzc0zPB7GanfgsIoumYCm/dMEliaYzXYxfHmA4PAUujWEz7/ASP8kWk6CUV9aVr+jhENJzM4cShuqEOurPNziVJa3k7Elhvo6aB+cY9YfF+Y4kaif9o5xovFZVHI01DnKcO84wXiU4UtXmBj8htsTswzPLojfPVzqm2d0PEB04pYkhxP0yKQwMdFBx0wv1yRZG+gYYGJymvnlzTuxsfqVICY7fVMTfpLjl7kz5mOwf4hZmQx2LESZuNOOPzrFXObrl0l0k+Arya++WkV4lsBkJ5dG0qiVfLXSGV+YZGboDreGBvjq+rjsKCbQLWb06DQLwzcleZxkanKIyfmQ7CqmVmt75ufKf3k8eMpz1GfnZN0sAAAQAElEQVQe93Yd0KR/maQfmm3yFCiwNhH0uiWJSwSZmRhjOmHCJH3KJn3LKqVZniGTvongM6tOMjUwxtTEDP7AIqPXLjM6eJ2e8W6u9wwzNDohk4VJemSxo6djRBK8awxPjtE1Mkdw4BodQY2x/n5mei7T19/O7aEJ5icHmJ7u4mbfDFPTI7LYNMHgnI6m65gtqrw/WqRJktbnmZ8PM93RyeToABOyaz/d08mSf4zxwQ76R2eYDmmYBDyzRSMy0cnImNI/TM/QPGuPCIvTEwzJQtRieoIr18bkulsWuwYlARziluykTs9NMSpjyVj7TcbHhpkIiu3+XoKiKK2bxQ4kwnNMD3XT3TUqY1JibbdQ7gtpQtsf+ET5LrwyJjNvu6DMUGEgsAoBNT+IRlIszsWZGY9tTWMPad9MXuSmhVbrnxqJMSm0um5G8Qit5/XLB3oklCISTG7t3xb2M7pX2sXG5FCM6dHYg/qkbQ3vKpkN61fad1JuZWO1ns347vLMTydQCz5Bf5K5qfiDsdzlW4PxFnWLc0li8ixk5gSrnpHHOdUfR9iQNRB4jhHYmWtpYVckxUNf/gDYbOgtTdivtOM+UY/JYiEdsOAtaqK1rZUyewRX1REO1TtxRke4cGVuldooMyMLTIxH0bNl927iiiRTi2gNWehON0ykaHzLLpO2hOxKRIgEkrgLimk+d3D7cxuzDZOzgJroLcam55lJePAUVFFdXkKJLYotNx+PJKp2zSq+Z+F05VCuLxLTEmgi68zKwpKbKytIXgptGjZdfMjOpqSsjJI8L5G4zHhCS4TSdtJWF27LqvDkVJPdxaTJStqeR7E9jUlLkpVdSEF+Ifl5eeTmlVOSKzDm5+OWZNdlNqMm47oko6kU9yd34QCpgI9IYQV2ZxYW3UR4dpJJ2XkcCWiymh5Es5rRZSJK0E9YJpJjiQhzwXzyc1x43Wbx5vl4qcmppmlIiM+HQ8+jF/LpJi9SartWnWzio17QRGleHhVMMZ6A5CZ8z1W1JomoNVeedxcFqRkmBm4zNBdhMRwn7XFjKizAPvAZg1SSZXFR4ckiL7+U3NwssnJqKMyxYYouElILQok4QWsNVV4T3sISckqKyXW7sSfMOJxm1EOWFPykK6EOzWTCnFuMx2zBmvLgdpVRWlZIQXYCU0UjrqVp/NPTzMqOu9VuIiX6F4a7GJWdu/mwTGSSUcFYIxYJS9+MEU8kiaWdWD3FFBYX4PHkkl9QRI4rTSrkk0WVBCFfmOzSYtzOErI9Yq+0gHxPjKTFjlVc1DUXWZKcF2f5udk+RjQmN1I5u4qku6DpqkJTb0+N1KKCRRbxTLLA8NSMGoZeeAQ0eYytdh1PjoXSehf1R7K2pIajqt27imf1uWrbhI56WZZV7d6MfG2blzqhNTbv6Vc8ihR/FsW1Djy5FrLyrRnZNTJrfL4vU39k1bnSq+ger5faVg91h72iT9GynYyM4lN0j3e5LeP/vfp1Mut46+9db8Yn9Rnby7rv8Yv+BsFq5bpOYlC0fC0y9/Quy1Xuc2ORBcf8cjvVBzwSi6pfzbf6XLWtptVty+cldc7Ms2C2yIOxS0+/vkt6DDUGAnsaATWJVCswDwahOpt2L5nSNDlfTGNO5OKuP0x1TTkNrWW4NEk+Zm4z3vER/+nf/2/8Lz+5yqVPfs1Xn39Fx/gCyXw3GSUiT3qYgZiXePZb/Ouzp/ir/X1cHYVITi2lrfWUtxTSVp6LNrogMvlUNDTRWFdKtpntH4kYqeAsU95imYgl0aJxNE18R0hKMqW8R+aZG7omO15fctl7mCKT+Dnax62vbnOn00/VoVwsVhOazKw0bVk2c2624vB3MxSMMRez45RJuFqBXCFbco5gYJ7BhWUZ7slqYlRDAzQt844m/7CnJFFcZPxaN2PBBNFEmoyurAL03CLsF3/M9cvtTC76mQ+mCAqPx+pnac5H0B5jdmSUcb+ZaGE9jcEpkF2ctFlHU8keDzueTns6DalUGslLUSFjHA8goBL6eDSFWiFWeK1m0ORCU28CnirdZbXUHjrBYXlk1WeipmnSQoZ4Ho/QJBP9F7nc30GH6yC2OTNZpiBp2fkPhOyQzKZ84bdEaqpJuLNAxbNCoC5loagcT04OlnlZzIhKvA4hNS5ogJBuTmJ2LTJwc4SpuSARATHTj9JIMgas6FMlGpo8j8nREfxeMyHZ4SMSIJWeo/vrPvrG4tIHw+jJRQKyqxfULUz39JPURpnyLTEzm0LTRAdCmVLUU0xBVjEt1REmEwkCaQdpzYJJ8QCapgFW7MFhxmQH/saoT3bUnRRrfnTS8k+an6eX4PY8uWP48mIgYJWFE5U05RZbeTjZVvGsPt9KdjXf8nlhpR1F6+3lldhQlFtsu2fHnW3B5tCxuUz36nI39NW2qn31+TrfxEZxjYP8MsWjaKV99flK3Ublar7V5+t5V7etOhf7uaWrrtfEcr9e4aBoOdb79cvXVrIKLOiy0OPwmDPny/Wr+VafP9w3T44Zi01nNwc+0fZidBIjCgOBx0FAN2lsuCrrrCGv6jTvtIHNAnXf+Q5t3/kLzu4/ygcNXvZ/91vUeg7wnuyivfeXf8Zbf/3/4N/9zV/xf/jBMU6+8T5n3v1r/uRb7/PDEzkyGJjJe+tNWoqP88GxVs6fr0Z355L99r/lj/78j3m3volzjfUcO/eqrL6f5Y/fKeaVb5+nuroaNzs8zA5sBU188Pq3+evvnuNP/tWb4s9JqrPLeP9bbbjdbRw9XkFjWwV51Ud547UP+bs/OiK7H07yKuo59PZ3ePc7P+Dd8iK+9d4hCs78Oa8cPczbR8vwtr7Bt8rLaT5xntf3mcgLXefCxx/xk//+k2X6ootg2QkOn3mftxrKePfD4zhO/B3fPlrN+ddP03LmXd6t8dD2nQ8p8x7n1JEqqTtM5eF3+PM3K7H1/IrPf7ms6xefDTDMYf7s3/4J57//P/Gvv3OcH/zxG7zyfcH1zR/wf/+3b1B99Du89doZ8e0Q+5vP8Ed/+13OvfYmB8pzyLHvEDeD/ZkioOtkPuQcbhOavtoVO9nZpfztX7eR3/guBxrKaSzzkFdQw2vnD2CVrZ+s46eora6hjCd4PI5qVwkl9Wd48/z7/OkfnOHYD/+Wt8//GX/zgw94/5UqTPEkC8kzHKqxk3PwQ463HueDkw2Un/9z3inSOXL+HJUt73Pi2Lv84Adv0nbmNNUVH/CDs/Uc2H+c8upWXjmcR+4rP+LDMzmYB77h63/+CT//55/z0e+u0bd4iCMnyjj5o29x8NSrHMzNY//b36Ls4Hu8fuaH/ODcEV555QDlr3yfPzrTyKs/+AvefuMv+MvvfJsffOt1CorP8ed/2ET9G3/CK4fO8N3zbZz58G1KbW38xZ+0UXHwLRrqGzh3ppmjH/4lH55+hfMHizj63Q85ePw0BwuK2H/+bYrMeRx78wPOnDzHycPHOPvd93n/T7+N1+NE5/k4YuEk0VCSxC7+rcvzEZnhhYGAgcDzgkBmAXOXx5nnZQx9XjA2/HgJEVCLsbKgzYZfi9OtmK0uvA7QNbBlZePMzsPtcJJlM+HIzsJmcuB1C+Xl4s0roTA/j4IcJy5PFm6vTLKyvOTIiheahtnrwW5xkeV04HFb0XQzJm8hObk5eG123HYbTrcbk9lNjteCO8uNzWaVle4d3hiZEetmO1niQ1626MrziD8u8dVCVpZMnnQnTmcO9W37aHvlMGXCp3y2VL/G0f2NnKjLxpstZBV+Cd4syafb6cTrFF+cuWS7q2ipK6G69ST7Wk9x6uA+Dh85vEz1xRQX5UkcXjziu1fZc+VLzFbcHjd2t1diNeHMysJicuESnXa3E6vTS0Guh8LqQ+w7tKzrYHMdtcU55Bbm4skuJD/LRU6OB7fcgxxPDiWFHmzOLLwel/jmwGGX9vxssePBITuMkqtjHHsIAU1T3QRNdTa0VY5rmEwW8vOdmG1euc9W6Uc6ZrNN+pEDTdMwuVzYrDbZB+I5PMzUtu2n5WALJR4vudInnTn5eN255MsYkiXjhzO7gIa33qMx24nbkYXT4STLJfF4cpGhQPqTG6vdi8vlJSfbI9cuSWazyHHbcAivxerA7TRjcueJXCHldS00ST86dEj6k/SjAuHJ8lhw5WbhcLlxmM04vFlYHF7BMEf0iF23A6s7W8Yrm/QxsSu286Sf5mR5MFvc5MoqiU3q3A4X2R4HbhnbLJqT3FwnVtFjV2OY2y59W/ngxuOw4JT4VuzZJXazZsbpyZI43LicLrGThVd8Muk6z8thtuiYrTq6iUc+DEEDAQMBA4GtEDCZNSxqnJFyK76dtD0/o+hOvDZ4DQR2EQFtRde9k5WKF720klWUT0lVIfaVUHMbqJAEqtS9UrFBqZnA7CEvz0tOWS3F5XXUVVZQU1uzTCXZkgRbNhB8eJVKcp0FVZRXLeuqKiukwCP2Hi66dzgyqwh7x92n6qmsrshLFlgUSE/V8q4YU75v/FUaE3nlheQX5WycdEqiY3VlU9pYTbbVjPmxvXHiLSilVHYuq6qrqCgvIsuqsScXOZ7Bo6DLJEtNuPQ9CRjGsbcQMLzdSwjIeKT+VGfDTYAdxqF0qD852M3/OkXfoQ8Gu4HAC4mALPSj6IUMbougdJOOLqvS91h0C2aTCfM2RgaTrMrbbRYs22G+Z8A4kc8EA4SHILCcHO09pJTf6oNaletD1KWf6NLf1tdnrmWhRDNZsJpAwzhWENh7T8CK50ZpILBzBNTfXCtCDSAy209JB0jFE6SSKalKkIwFWJybYzEYI6b+jl1WkFKJKNGAD18gRjyVRMmrMUgERE5kM24kSCaSQnKheMLCP+8jEI6KjBiR6tUv9Xe4Yl6pWF39COcp8SdOOJx6dF3pJKlEjGiCR9dBSvxIoP4vTRXbIwSyLCJQKflU5m/+l6se5z0p9zARF9+S29XycL5tTN0ersTgMBDYywhIP5UOLwNGam9Gocb/DO1N9186rzOLB8bMfeP7LuDIi8wOiTrZmOu5rVUrrmpSJXOt59bHveaYGttkdN5rbhv+GghsjIBMOFRi8OAYkSbgDxEMRCT5ihPz+wipHxuamiawtCRJTYDwwgBdtzsZHB5j2h8mGAoSWhhncmyQ/oklQnG5DsWISBKVjEUJzUwTkiQumZhjwednbjFJKh4mMnKHnt4+Bscm8QdCkvKsdVUlG8lECjWerW1RVyqAlMyZFEnPlA6q4lG80qIYSEtWmc7UR4hGfYyNx0hkEqGUtKWFMmwinBI9d68z/KnltnRCEsEIsViCdDxCIuRjLgLqF30zdhSvqMjYkOxTLh+EU9qVsgyP6EvGQ8zOhkVXgEg0TkzFJ4LLPi+/K5GHkvpc2qXPb5NZI/M1bykfanebDEZSt02gXnS2lzk+1T916QmyWL7nYEjLUKYGrURUBiV57bkADIcNBF4gBEwmDZNFQ5PxBON4LATUctbajgAAEABJREFUuBaPpYlFU8i89LF0GcIGAs8DApJDIBtrQuqZXv+BnaL7crskbX3MzUwy9Nufcjs0w6Vf/zNXb7UzFpqTHbkRBmK1uCd/xsXb/Xzx+2/o+OYCN0zllGepnf5+OrqG6ekLEJycoOPHf09HJEJw7As+v/INv+maJRmKsnirj2ixh+nrF5i6eVUSv7XomCXJMFt09MzfNq9tU50xGQuyKLuDi4Fk5r83SUQjhIMREnd3nJIRSZzCMUmclgiFRrhzy0dcdqSS0aAknJKsxUWnJH5IohWQXce4JFhJASYmSWo4miQdn+CrL6/Q3TNBRPyNhZaQPJV0KkE0KEmpJGVx2b2MR6LEZdcxLMmfXIrSdS9JCCPhCCHZkUxGwyxFUsRu/ZbLHf10TIeIS+KbkN0yyaJFdxp1f9ZpWHupkfkmRebv4Ew89mESnC3yeWHaBV0rzhgfPStIGOVLi0BKVnqGOkN8/pM5Pv6vM9ui3/+XGX7799P87h+mt8W/ovej/zS1Yxll57f/eWM7Nz/3s7SQoOfqkvg/i/Jrxdb6UrX9fof+rtfxu7+f5qP/OLWjmFd0ZOwLbivX60vVrmJdX79r1/84w+c/m2NqJEbfzeCWMTwuThv5fPuCP/NrepkJ6vrP85e2960LXD5VQ0sJOr/2celXM3z9i+3RxZ9PZ3gv/vM0ijaV+/kMX/3TNF9LuZ7n4s+muShtF/95ezbXy1/+1Syz41HmxqJ0fb3I16v13PVvvcxW1xfFxzW+iI6Lm8UnvBvFdE+/tG8W91cqbmnP8Ep5UexkzreJveJdo0PJiR5lT9FFOVc8O6Xrv58nOB9ncSZGx0UfD8grfLfSLW0KLyWX8U/xK9+2QV3y/M3JvUwYv365roMal4+DgCZJgckKandGkwWgtbp0qrx+zOYxri0u0REsoibUAQU2phZNzA6GJBkMsTDez8iwfJakZ5jRnYTMdZwtzyYnx4VNkoPAwNdc/ug/8t9+8Us+7Y8RkR2ykXEX9rkpshP9jJOQvGyeidFBhufi+GMWSd7WeoKkLspXKVh7pJkZGefKr3/DxNA/86sbI3z56Rd03LrArd5OPv6XT5jv/kd+eW2Arz/5hNtXL3B5IU0qIVnc0M/59HoPFz69wJ2v/4nf9t7g5z++zNhQFzNLU0zOTjF84xq3fv7fuTi/xEwwQULkInMTTHZcp2tpXsbUX0rS+hlfXL3Gr3/8a27+y/+Tj4aH+fg33zAwPIVs5i27m4rB3Od8drGDGzeH8E10MDF9g0tdIcLBoOx6JogHBpgcuc7vby4SuflPLC7OI+tHy/Jbvcs9fBCXrQQe0rbL+vSHmDOaDQReeATUJFs369jc5m2T1WHCbDVh91i2L+MyC5YaFod52zLKJ5OsmJms+oYyVvFDlw8Hq9OUabd7ttAt9i07tK3sryaz3YSmb+zLar6Nzu2Cr6KN2lSdikHFahM/1fVuk1X0WgUvk+Bl3gTPFZv2HdzXFZmHlWabTkpWBTWNl+TYeZhq8VbB48k2kZNvJqdgu2TJ8HpyTHiU7CZy2aLT5dXJkvIB3UWWTH12vtjeRP4BmVV8SrfVpqFWXl1ZoqPQnPEpI1O47F/mfJXMVtdZuSYU3eMRHR6JTcV4r26bupRvm8Wt2u7pE59zC3bmq5LP6M6TmO/6o/B1enWy717f07+D66w8GcvsGjbBVMX9gA7xNUfRZjqlLVcwU3JuuR9Zq/xTdVuRW3C2im2jr+68DxsSWyOg6aDJDpimBjpWHxrZpVbS4XHG2vtYymsm2t7OginJ5LwsGI2OETXpWF1OFoLZFHhlfPCYSOkOsuxmGXdM6KLU6i2luOYAzXW1VHiSmJK99IxFiIiOpH+SzildchIrbusCcW8hSWchVtYf6eVdqwcWH9PEImF801ME/XOE4mP09I4z0DNDOBRGMlJCg33EzFZc+RomPcr8nPqWZQr/0AARTcch/dCaGmW8t50eRzX27CK81hBLU8P0yS7j0uIUUxEzaZMNq8WCQ3ay7OYoS4lxOiZMaOYSsrU06blRfLMhzHlFWBKLstkWknSVzJFOJvB3txOwmLEU5OPN9WKzWyAoeOhWrA4bFk8OmpyHRjro7Pdndhx1LSP+1N5kDRPZU+CB778+hgf6Y8gaogYCLwYCmob6j0DLGpxUNLu2Ry1uqva5qWzZJv9dvVX7PVTePd+urUplR2gj/vxyuwxQJnJLbZQ37syXjfQ9rK5Sxb3fvT2M1sepsFK0vv7etcLTTfm9692Pp6zeiVM+DLMLrVvHsKWfj+ZXXqkdlYBrunSbp/zhIRb3xktwsdpNlFTbqdnvou7g9qj+0DJf/SE3da1Cm8kJX33bxu0ZHW2iZyv5zfRKvfLXLcmAohLxv05sbdf/DflULOt1iG/1Qg/wKz5F4scDbapO2jaKu1baHtAnvBvqEN4N64Vf6c5gv8IjdQ2C83K9YLpSv1m5QX1Vs1P6qhlPjoWyOseDz4LY2NCf1bru8tS3ig93zx8qI/IlNXbcWWb0pz3L2xu91PDyURGQJCkpu7/q78I2UmHJL8eWduCcn8Fba6Z72EF2bjV1WWEssVGGY1aceWWUVOZjSsozmgpiSYxy5XYP/bc7mApGSGWVUVrbyv6mBqo9sis3epuAMwtPbQVuSf6mu2dJaS6yC8soLzDjtSVI3v3a5IpPKtFIpSRxEn9X6pZLDU2LkxK7E6Pgsus4zCli0RiRlJwXFGJ3uMXXCJFIknjaglNPk/RL0mexQTxKNBInljbjsoCWDEty6CewOMnMwjyTixFiyQChqE3iChKOhAinNJxOp9i1YLekiEaDxMQ33epGvCcnr4AsF5hNKVb/LIJM60glQkQCS4RiaRIODw6Ez6ETD4vehAuzxU5R7CaX47XEdQeyti8cT++lkjr1LKhyt6zqu6XI0GMgsFcRUDs3DpdJVnMsZOVbt0U5RVbyymzb4l3RmV1gpaTWQW6JbUdyBZK4KVrRs7p0ycRDff/d6THjzdvaf5XI7NT2alvqPE+Sx+Iax478V3LbIYVpQYWdbMFpO/w75cmWe+vJs2CRHTO73O+dyj8uv7pXulnDODZHQJNJtNohcWdbyJHEWz0TO6GCchuFQpvJ5BZbKa6yk1diZSOefOmbecKzUdtD62RXyCrPls1hwpNr3lD/Q3XIuLLCky+r9vkyxqxcq1LFVrCuTtU/jDaLO1fsKSxU+8N0bNaudBRXrsVUYZjB+VGxFL+y8i2osc0qkzDvY+JZJP7ly9i1WQzr611eM2bZIYAHZrWbP7xGy1NBYC8bUU+T+maQ+nvRDeOwV5JXeJCW2iLqKkME8k/SWn+Ktw6WUlPuJqAVUFKUR+uxCszpLLItZvI8Ibp7hxntHWAubMbmceJ2mzHb7bhLKnAs6FTub6HptfPU1dZQGF+S3asycvMP01pioVTko6uzIeWYOKq+NbGRnxb1LReniaWA7ComcqirKaCyNherx4M7O4ecpkN44xECsxpJ8qgqdpHrjGBvbMaVThKeTcuOYzX1zS00RgcIyg7drC9MyplNdoUknrmiw+Sg0A2pdAx/0oLZU0yhrYq2mjTJ+CiLmglrSROFJWV40PCIXbPwBucnmZ6aZGZ+nri02yQpjEyMMzcfkqTNTX6BDVNeLrZEHMJxtFSCfPMMs6UHSFud6GzjuIvNbgwNmphTyaeEIGe789pWDLtjytBiIGAgYCDwbBFQK5BpGZSfmRfP0vYzC/rlMaySUl0+VdWH9csT9ZOJVE0oY7EU0XBKdhKebsdRP84SjYjdxNO1+2SQNLQ+LwioCbzFpqGbZJBgo8NE0b79tL75IfvcLXzv2wcoKHBhrz1Nw/E/4b0DJzm/z4Sj+CxnjzVx5MxZWs7+EX/+vTc5970P2Jd/lBP7KqhvcOEqLmP/j/6Go+f+lHNVxVQ4C6mqPcC7PzhB0Wtv0eR0Ubr/PHn1bXgta31R3yhRixqqXNsCDncBVc0nOPtmLTHZWctvOMXJ8x/yRtt+DtcXYCo8x2uvn+b977/HqROv0VbRwpt/epaSitd57dUzfPD9dzj96ru0lh/hgx99wMnX3+Tg/rc4f/I83/vBu5z7w/+R9+sLefWtNzl+9CBVdfV4G0/xWpGdg299hzNn/5gPzpzgnfePsO87f8Q+k4l9x0/hTfsYufw7Pvnkd3z2xVdcWjzI0TPnefO9V9jXcpS6nGbxqwBnwxu8cuoopxqycWEhlqzl2L5s3A7T+lAfvE6DGpeSMi7sxjxCk8dAYazKB409Wo2ofDRBQ8pAwEDAQGCvIZCZcGvP0Gv1oaBWRaV8hl4Ypg0E9gQCahKsiN1cyubhh82uY3fqmC3GFAnj2DUEVCIQU4sFmZ9q3IsfAhrOLC9l9c2yG3iCD19vprrUs2v4PI6i7KojtJ77Hh9++D0+eP9bnGvOIdtp2kKlCXtRNZVvfJdXckx4zFuwrjTJ3EHTNEyyi7+biRi7eBgj1qOAacgYCBgI7EkEtKc8OXwAJA3kMwHj2AQBmfWorycl4qnMiugmXEb1S4CApmmYrTrqK6266ekGrGma9FMN5IVxGAjsEgLqcVLPtK6rM0W7pHiX1SQTKeKxNKnkg4mnbrZi9WThzcomx2XD8rT/EG2TWHWzDZvdhdMl5HTikLEjA/Mm/EhWZrbZcWW5cJi07X31EjnktmlCcvZcvoyk7rm8LYZTTxOBNOnM13uSsqW+xm4qStA3y8ToJPOhJCk1viXjxKNhQqEwkUgM9ffF6cQiC5MTTM8usiST0WRsuT6ZSqG26mV2Cup7f3eVpyJRkvE4KZnApmUGq/5IWU7vtj6lIh4gHIsTVQE8JZOGmWUE1GO0fGa8r0dAYaP6jKY+jdd8cEofjYWZ6e1jbDrAkjy4qv+on8qOhkLSH0NE4knpxzEi/nlmxsaZlT6r+mJKVsVT0v/SQpnHXfU56cyZPhdPkAxHCIsjYoGUjAHqb0nk8iV7RQmFYwSDahv5+QldlxmKSug0bc3D8MQdTMhzoL6CmZCJ7RM3Zhh4eRCQx/hZPM87BVjTNFTf0zRxmHWH1GkmMxaLGV2dr2veO5camqax6TdhefJHSpLmRDwtnzu7Z0uGzN1TZmgyEHihEFDJ2vwsg0PTzI/e4tbwErODI8zPzjAXiRCR5C4ZH6e/d4zJqTkCMjkMLCwy232b2WSAkd5BZuZ8+ETHbH8PszJjTRJjrrebifFJFiWxigfGGJoBmY8+GnQyM1WTYDU4iPq1OmR2mkgkSIjyVGYSmyYlGWRKEspEcEH8lQmwTF7SMslNxBKSZCrxFEmRSSaSd69VnUG7isADNyqj3XhTCAg28kjLc6pOVMUKJYhGl+i+NcXsWA/dfWOMjI4RXByjfywsyUiYqPSnyZExhvtHWQgECYbjhIbaGZ/3MTM9ydxYPwO+KOnpm/RMhZiTTC46N8Z07y16AikS6TkmJpbw+RIrRt2aeXIAABAASURBVHdernd7lYa09D21mJNY6Vuqf6qk8m7SmZJ+l0mpJPlMqzrhT0hdTPilE5OQPiyvzAKR4o3JanpadKSEN6EWk6RMRcIE+vuZDEWJZJjvOiCgKhmVCKflPC1tKbGTiscyetPpBWZnfExNRkinEoi6TKkWplKKL5kgpirvqnvRi2WMQJUveqxGfAYC6xHQZefKZJakx8gQ1kOzq9dp9XkhiV1KxuPdUmzcst1C0tCzZxGQoQvT3UFsTRBxH0FJiBZiVkxTX/KbrwfpvXSJ/sEuBpYCMmkMkp6/xJc3fARNLrJz3KRmphj87DcMJie49umXdHQP0NvTSfunn3A7kiKemGXgxkVud8qOw8I04fmbXB5Ads3WWN7RhRoYkpKcyYbjfbl0gmQswPjkAguzUzJRXWJh3o9/aox5fxC/+OmT3cal4BJLC7NSFyAQSRBYnGfJN8/8gvAuhu7rM852BQFZGNwVPS+yEvUBp3ZJ1HN9P05JKhJReqezccVG6L56gxtXLzM2fosLt+aZWogQDw3T1d5H52AYR3ExWaY0wVu/587IBF09t0TmUz7vniN45x/5zc1JBufDLIx3cOfyZ1zpD0nfHKSza0YSu3v/he198zs5kw/qB9nTLM3OMT85xdz8AlMzfmKRgPS9GabmFpkXiizOMhtJy5gwy9L8BJOyeDQ6OSvJ6Bgzi4tMTfkILvkIBPzMzcpi0ewEC/5ZxifmmZucYdHnY3ZWdH/yGXfml1iUycKKH2m1cDM/zoIkuks+P6GlRenvYfxzs0yNz8nO5yST03NMDs8R808y4k8T908wu7jA5JyfhZl50T+HX+1+7uIEZMW/rcoN4dxKYBfa1I9EWO0aFqsxRdoFOA0VqxGQlZtELEV4KUFgIf7EaWk+LuOJ0A5sRYIJ4tEUcZmzrPdxSfQonevrV1+rdkWr67Y6V7yKFM+KflWq64eRktuM96Ftgs1q/Rn+dXWqfaU+tJggLeNqVMbBoJyrto1I+aNkNmpbXRcTfNX4pmna6ifksc6NEeux4DOEX3QE1Pe0nYU1lB37kKaFTtLRbjrvfMbnn3/FtcEQ3Bkk+2gz+bU15LpdOG0KEbXSP05UdhFGxwboHxlhbCLA6EiSxNxtokUOZkN2ZvtEXrE/DslgoOsy+bDpyOl9Tckg4flO/uFnPXRe+TFfXL3Cr3/7Fbd++f/l4+Egwzcu0z89zZ1b17nx+W+4LruJvZM+bnz6Kzq6vuHKrZt8/cWN+/qMs11BIDOA66Jq98ZwUfbivNQzrCbULo8J9VyvjkzTTZid2eQ2vM+xrBR56WE6Fybp/uwn/Pj3PYz3XCOeV4ij+SQVWR6yPJZ7OvyxIGPTE4x2DtEzNsbs0JAkL134pN+MUgdX+0jLrtlqe490romUIinWvmLc+t1nfP3Jb/i6/Sr/8A+fMTHSQf/wZ/z84yt8/tHXLLR/yi8H4nT/5hfc/uo/8J+++IT//88+485P/mf+fWc/v/jH39F58VdcunWNX395h6mL/yu/uPRL/uf//BmfffQzbtz5io8G08RjMdYs8ChHogG4/TO+6F/g8mdX6b52gS7/CB2dPfzu//djbo5OsqD4FnqZu/kz/v3NNIs3f8zHV3/Df/7tDT7/7RWmhn7JZ7f9ktjJrFTxPiXaEM4nbDsZT6Mo9ZQT2F0Py1D4XCGgFqrU36rNT0TpuLjIV/8088Tpwk+muPDTKb766TTbtdf5zSIzoxGmZIHsQRmlR/Rt4fuFnygeRduL74L4pihj66czfPlj0S9l5noLO6r9S4nv4qY802wWt7L3pdhVOlZI+a1o5XqlXOad4trv54kEkgzdCXDtN/OstD9QKr2KNvVrGZcuwdk3HSMt/3brQdV3S5Ghx0BgryKgJtpJmackZQVm4xjipNLzzJsLsel1HDr6Pu9/+C7nG9xYLMiHv8yhMn+sc1c6KRcz43CwGXyL6LIbZj7WQmpwgfEvbzEeDjLhG5NBsw+Zat0VegKFrmMpKKb4QBtOk4WkH5wlrRxpyqehogCXfYqxsIm51H7OVBXRUjbM0HCUKSGnzUlhdRnGYSDwNBFQk56ETKiDS0k2n1Av4dfcoGVRmV/Owff/FX/9/eM0luVi05AOKf1PivsvP0vpYrR0Afu0r/jc/n1q9CjOgWuMDo4zIh/SkaGv6ZJkKKAGAx7tUKJqdTumfoJf7ZyvV2PJxZ3fTF1ROfujnXR3XuDGeFR251LoBR4s1UXoHV/SEaygyOSgOSefsrJaSovyKSjeT2WRHWbHmB8fYF5Lseg+wP4sMwWV1RTVVlGck4UrasWlfihAElqT+f7Hu2a3YTnWSqL/S8ZlHEgJfjlT3ZIgzmKOp4iLr4qkWPua62VqcZiOhJXFSCVVJXZs1vt61zK/OFfqq2eKdFkwe3GiMiJ51ghoMj5ZrBruHBMVjXaaT7ifLB1303BYbBz30HLCs7Et4Wk+7ma1L6U1djzZZrILLQ/ItGR0eR+oXy1ff8RF41H3ljyr+ZVvijJ+iD/7T3vF323IK95TXjJyG2DZeNhF0yZ+7DvpYb/Qaj+aJbYMrdPVKBg2trmpO+jCYjdRUGqj7pBr0/hULC3rda/TqeyW1zvw5Jgxm+XB2KWH88UfnXcJKEPNi42A6lJqwF0fZWCqj84v/oXf/uoWjqZa7N4EMyPtXP/yay7dHGaq4RCpW5/Q+82v+fzaHW4MLIJKDifCmEqaZVAso7Qsl4JaL9Hxa1yfrqSm/CRv1dkoso9xVWZYo5d+wu9+/RN6h0Z29YdL0qkEoZkehjv6CSV1bAWF6BanJHNmmZipXYw8sq0JbIlubvR0cmfITY5LJsTmqEyCTaRt7vVwGNePi0BaFgCEdnFh7nE9eu7kdemI6o/XpVjjW0p2m3x3fs1vf/pPqCRDK67CGfQxfvsLLn7+EVcW8onKYkqg/Rf88uIVPvp8QHaV4qTTM8R1G253DW3lWTgqTlKhLTI2HCGsl/HGq7W8ejDI7YEkY7e/4fKn/8ynFy4x5tswzVnj04MXGmrLXN1i1h8RH3Pj3XRPjDJqKyU9HkJPBImFlwgmJGEz51I8+VsWSqrRnF4cZjNWqyRjFrMsHjmwWXScRVnY7BbSvpAsJjlwuDTMKmFTZDJjlgfL4grKruU08/4Isme37IVuRfPspyY2h7fYAdkONPVVa10nGF7EH9YJLywSjgQIuNyY+29ys32Q+YQHl9mGJ+wjKsm21W6+t/u5rPjFfNc0DU3XQF4Yh4HAbiIgs26nx0xhhZ2qZueTpRYntZKIVO9zUSXnG9pT9YpW+VJYaZPE04xKOB6QUbyKVvGv56k74KJmv9jcgme1TPU+J4oyPsp5pnyIjYy84lmhDWzViB/Vm/mxgVz1fvFDKKN7lb4awVDhWFprR9bH8eZZKJHz9Xz3rjfQfa9tld6CCisOt4ndHGd0nvhhGDAQeL4R0MQ9Td40Td7k/N7Lkku+7HQ1VuWTnVfDwaZCCltaKC2totzrwZOVjaXwAE3l+RRly+THYSenqJDSY2cpzTsoO1/lNB/YR11LK/UlFRxqLqC89RgN1U0caG6iseUgRfmNHGrIIj9XJmtWy272bdGloZvtWB0V1FSVse9gBUU1dbg0Hb2ogbLccg7WVNDYXC6JnhunrZiWI6007W+hqryYwhwXL9qRlknvM41JPWIbzvifqVfPjXHVBXVZtbTY5KNJYXXPMzM2exaHjpVQUFxMdX0lZTWN5OfXc6gxi1y1S5VVTVVlGXXl2XidDjweO57mE9QWV3OguoSG1hbKG09yoq6QxtZGyvYfpa5hH4dbamg6cZw6bxX7W8qorM6X3S4nFtMaB+55stmJ4pa8CpP4r28kq5sxWxxkFxZTf1LsHXiFw02tnG2ro7mqQBI8K6awiaL6XOy1R6iuqORgXQG5zcfZ79WoaqqjqOk4TS1tnBCfK2tqyCvcz1HZeS8rqyQnv5SGGifulgNUeVOEh/voviHJ2Y073GkfYSqSQ0XTIfa1VFBcVkZ26T7OnGjmwGvHqMmrkZ3OQiqaa/CWtXG23kFuwxkO7n+F1w8f5ExrLZWVFeS5TJjl1mAcBgIGAjtGIC1jfzySQv0NvNWu45bdsCdNXklAPDnmHdlyus1YZAy2yK78o/j3KDZX7Hh2ERNPriWTmK7oflipcFK0ns+ba84kcs67fxZgd8m985pYz7fTa/XftaiHKCVr6arcDdJ3Q4mhw0BgVxB4hkrUZFLRGhes+VQ0tPLGe29w9vyrtBTYyG88zqETb/POq6c5fqSRfL2AA2fOcejoGY4019F6qIaKs29SUXOcA3lu6uoqKCpvpNxTxclTRzhzuoacHIckgw0UN5zjROMx3nr/Dc6df4OKkmKspjUePPqFZsZsz6Vx336ZzJ7lYEMV+2WCWFrfiEcC1UtbqMrLlUlgLXWHXqGtvoV9lV6qW0/Ssu+wTIJLKc+38cId8qH6zGLSyCTa8oZxbIKAejblU8kkmYO2BigLTm8Rr/7he7z+wfucPVBFVWEp+dLP3vv2G7zxxhu0VRfTfPAgh06f45VDkrAcraDoyGuSrBziSG0pdfsrsJUdoLVQp+LYEdrOnWBffZksZmRjKT/LK3X1nH/vHK998DbHWvdTKKvp7PBQyZzZDGqTZ62oTnZFjfhwlGMHDnHuZAN1Z1+jdf8Z3jrVxpGWAqxmG/aq1zhU7iC7qo36mlqONhaTd+AMbdkatfubyC9vpaH+IKdP76OmuZ7C/FZOtxRJwlVDXmElzbVuSepOc6wpj6xkAP/kFFOT08zM+mQ3MI13/0nqy8soyy8lr/4Erx9v4fSHb3KotIHWfbU0HjlAcfEh3jjbxOE3/4hXW49x/mgLR84cpl7wyXfqyK3hZTjUL1+mUy9DpEaMTxMBldApShl/r/k0Yd81W7ImjtmiocrHVZqS8SWVTJPexWdBPj4f1y1D3kBg7yOg5vpqFW3vR3I3ApMTW1Yt7x/PpyDLcrfyxSkeNRJN0x5V9PHl5CGT4ZuMC8/QjccP5ElqEIQEJzXhkeJJGnrKui00n9xHy8FqPBtaNuPKL6b1u29Q53Tg3JBnu5WaMOZT3XaSM+++zdvvvs5r59qo9ejI4ru07Z2XSqoU8Qx22NXquZp87x20DE+fdwTU2G93m3DKgpHaBXve/TX8e7IIqOTQIoOy+nbHblkykrrdQtLQs3cR0ED90lk8JssmezeKdZ5raLoJhw3U3yetazQuDQSeSwTUBD4eTRFaSu7W6uVzE6fJZsK02Va8bsFkseOU9RdNe25cfqaOqNXrSCiF+tGcROzpp/hqoqUmXc8UBMO4gYCBwAuLgPqveyKhJLs5vukvLFpGYAYC20VA5gvqA9xi2YPdQbYX1X8onJCEVE4fiNiYHz4AiVHxnCOgmzRMZuCle3i1ly9kNj80XcPm0HG4TJgs2uaMu9aygaJnZHYDT4yqFx6BNLFGlPlkAAAQAElEQVRYknhcFpfVh3kiQUJO40tB4tEYyWSI8MIQnVeu0TnswxdJkpJ/8dA8c4Od3B5cZCkazcgnE7K3nRRd4TBx0ZUmSCQcIxyS+niE2EQnd653MjDpY0nZe2LYxiSmAJNTCfFfJlqPYicRIRHyMReSxfdHVPEoZp+GjNqttdn1XR3f9KfhuGHDQOB5R0Ctjmt7sTfIpEP5rssEyJgRPu9PmeHfwxDIPMuS1FlsOur8YfxG+wuOgBrfdNDkH8ZhIPC8IPCofkhSkpRdZ7UIq/6Waq2aNIPtQwz2juFfmGfimwv0hhdp//ICXT2DTId9RBaH6Z51kBz9nOs949y42sngrRu0R2zYtTSaNs7g4DQjI2HCc3MM/v53DMYkmZu5xdX2Di72+0mGIyzd6WbenGDs9g1munuIpNd6suVVOklKEsNgOEgwnCKRFIrHiUXiyGlGNBkLE4vGpS1IKDRBZ/uSJJvpjJyqj0vSiSSbJCOEIwnhk7ZkXJLXCFG1QJ2Y586tXoljnlgkSizoZ0lkUipRjUiiKAoSqbTscImNSJBoIkXygRiSGdl4LE5oapLJazfoCCeJit1UTHQKLvFEgMhSD19fHGPOFxMdKZISS1QS4JVYMgE9oTc159Rk7rabn3UyXD4hbw21BgJ7BAH19zv+uTjjvSFGu4Lbp85l3hEpM7QT2bu8Ix0BhtoD27d5V27Fz9nRKDEZWH0zMSZ6w4+sR+kb7liOR51n4ll1rerWk+JZX6euVb0ida5oeIv4VvMp3q1I+TeyLv6t+B9o6w4y0R/KfLVvcSZ+D6uRu3Eq3YoekNvApvJb0XZ4V3jmxiOkEmnUVwyfwZ8I7ZHeCHH5UJ8djzHUEWLgTnBb1H97Hd/667t6HuC7W5+xs4FM/611elfzrz5XskKBhQRLQpNDkXt+b6hDeDM2V+vY4jzjt8goXZnzLXi3o1fp6bsRoPd6gAHRu6WMalf0EJsZv1b4VKlotYxcK7tb2lrhF96RbtVXl/Ec6wuzIpuxo/iE56G+C1/fzeDDYxS+1X6p+xf0J6SvPjBT3DP9yHB07yGQnhtlfnaIbknIujrGSQYHGZ8YoGtwjompRWKhOcbnU4RGbjM8NcadgRnGJsI4cwopzrVjM/kY7b7D9a++4dI3V7j4+S0mJKmZHp1mrKeb8elRfJK0RCbGmE+EGO0fZnZ8BsmXtglWmsD8IkN32pmevM61gQV6u/uZGOljeHyCrjv9hCSBvDM4RV9nLyNDPfQv+pmaCJGcaad7aIKezj7G+tvpmh3nzrVBZiYnWQwt4fcvMjs0xPDNWwwuzdMhye30jF92J334RocYlV3HodsdjI320D0wSvv1LkZvfsGd6Sk67gwxOxe4H4dKEEdu0Dc2wtB8kIXJeeZ6+hiJJknEgyzOzzDcNUB/VxfToVHu3JllKRhjbmKE8WHxW3zquDNMPP74P0u5TWB3jc1I6nYNSkPRXkUgKUs8i5IUqcn3sCQg26Y7SyjegRt+FA3dWr5WdduhIZEfFJm+q36Gbi8xKKTK7ciu8EwPh4mGksyORiRJCTygQ9lY4d2qHLoToO/ash/Dcj5400+/xLWVzLD4v1G7klOxqDYVT/910Ss61fV6GhIdKqldX7/RtdKr9GXaRN+QrP4Nr9wvuR5WtHK9STnaHSS0mGBhKpq5d0Mi0ydxDik/doC/4h8WmXv2N7G3un1mOCKrgHeTur3aWZ6w37KISiSYYrQnTPe1AF1XHk6dlwN0XlpClYpflR1Sp85XU+elAB3fLNG1QZuq67y8lNHRKTYzJPztF/2ZutV6NjrvEPvtXy/hk8UC32ycke4wik/ZvHNR9Iouda1I+adsqfPtkOJXfquY7nztR9nZjtxWPErfrQt+bn25+ND4lP3t+Kt0KhwUv/J19T1Rvqj69XWqfj0t8yzRJwl1yJ/MJMmDHSE61P0RHNvlHipdK7bWy6++VnwKL1Wurn/Y+Yg8fyo5zyzAPOFn3lD/EiGggcmqYbbq6CZtXeA6lUVxzLLbdmtshgFTDUVTd4jnWZn0JZgZ8BGXZCWyNMfIpIbdHiTudBKzVnCkyIXbY8di0kksTsjiZTvtPQMMLaZJJvz0jVqxzs3iiQ3TJ4vAaSKSnI0yFbMR0r2s/3azWuhWz74aj9c6mcY3NUvHl5eYHvuKb/pH+OrLa7TfuEnf8DA3ZefQ1/kbLg3O09/bwUh/J3fmREMqQbz/M64PTNHT18tY12dc6LjJb76ZYdG/QCQ6x9TUOP3X7tB74VOuy66ZP6nLziOkgz78YwMMhqb5+pObjI5LDP2DXPn4Il1f/IIbgRDtVzuYnJ6TqMSWvNJiLzF6g+7uW9wenWNySS3OpDGZpTEyJjuAQ9z86ibtV+4wrkMqbUbXggzduS2J5g36R0e4eb2fWGz76a5o3vFLPQFa5m3HopsKSDibthkNzzUChnO7hoD096wCCzUHndS3ubZPR9wZ3qp9TqpanNTuUL7hsJsG0aHk61pd1B4QOrgD++JraY0Nm1OnuMpGzQEndSJfe+i+DmVjOzHVHXJS2ewgI3vYRY3oUX5tJat836g9g4X4otqUvoyeVmcGK1W3mhol/gaJY3XdRucKnyrln2BUL1ip64Y2932d4nO9oq10iVxVkw13lk5+qTUjWyd+Kb11glkGf6V/Kx132zJ+i+8b+bpZXXG1LfMhpRmj7qZdV00idLNGXrmd0noXZQ0Pp/JGFxXNblS5zO+krF5onWxpg3NZp/Av863SLXXlTcs6ykVOkeIvqnFSJnJlUrcVlUp7QZUD9ct2Do+ZvDK7yLkobXRSXOvIlCvyyk9la+V6O2VJrSsTX2mdE0XbkdmKp0TwUbGViN9l4uNWvOVNYluw2YpHtSm/FA5lGbyclK+5J0qHi4qWZYzLlN1NSOlQ975YsLe7zbiyLRkMK0VfqdItGJTJ/aqQa+XbVroU1pVis0xi2IpvfVt+mR2H2JaZ3qbPqtFgILDbCDiqskgtzrB4uROqmxi92M9MIsmcT3bWZMcuYLGSVVZGLF1CRY6L8ixJVNJRgrIbp75mmEylcVUf58S7f8qPvvMur1fFsUSv0TXpxx/wE/YtcKtPQyObsqIotvJydG8xVtYeyXiaeDRFSvStbVFXUp+Oy+KbmWzXDFPTIUYG45jlX2l9JbGxEPlFOdS0FZJf6CY1nyYlMcyPBsnK9VLTWkhRbpz4QD/zzSfJqWym2BUlMDlEd/8MKRuEkg6sFjsOmwWv10l+gZM0EwwmK8jOPcy+gmxKbFGSejl1jc1UFWrYrQlW9tU0swXH/uPkz46yODImu5VmnC7ZybTpEOiju2+Myakguq4Ttrlw2N3YzaOMT/oYHohjSmiU76vFbDHzJA+ZeqI+8yS4XTMjEe6aLkORgcCeRMAiK2d5RVYqZXKjEpKdUtNRD03HPNQdcmeSu53I10gSsf+UF1VmEguVTEmCuF0dhZV27E6TTCJtVDQ5qRX5WtG5Rn4b+pR95ceKrEqYmiWmnepR/EquvnUZC6Wv5YSX6v2uHWOjdK1QtSTOSo/CSCWJ1fudj6jPnZkk5hRaM/I14pfSq+JXuhWt2NztsrDCjsWuo+nSTTQh4/UAAvIZm/lhjPxSmyRgTsqkT+6U1ES+otn1gGyFTOwr9z1Yv5l+xV/b6skkU5vxrNRXir26Ng+eXAvuHDP5kpSqtgpJPmoPeVClun4UKhcMqqRPq7L6gIeqA+4HYtup3qr9bhqPemk47N1WfNvRXyk6FQ7lErPCbjsyG/EoWXX/imsc2F0mnB4TBSt4qnsodsobtvlsCF9Fs5Nt8wvWyieVlDvErq5hHAYCTw8B1z5yvftpzk1T0zLAV9HTnD30Pn97zEVV9hRfz1uxuUt5/S0vE2NmUjPT2MOX+f/8h1/xq//wE65NLbCQuu9uOp4kdLGLnCOtHPyz79BQV0b6huz+aVbsJa/zSs40VXoPsjF2X0jOzDInsspnlW5a3wE0dFOERHKO61fiknhVcLDWSn5+hOkERK1ZFB9pINTdw6VfDzE4nqS4OE1irJP0/nIWZTfv6kf9kmR6qGqrp+DyT7n9+19y6dYdBgJxFk12gkuTBJbMWBaHGB4bpXcmDDhkfaWZY9m9DPT9jC9kJ3PKXINHWjZ8JZPEh4aZzzIRkBQ2HVoikZrl9heDTA5PEZW4Inoc31JQkl2N+NRFesdzyc9yUFQYYSqRJoRLcq318W9o7ZEr1besQgHxNarSu0dWs0ZQX3NlXBgIvIwIaBq6GdRAZrHq7JTU4KdI/bjDTmUVf0ZW2bWJbUXqfJtkMi8POuqrEmY5z/iwQx3KB0UZP1Zkpcxcb9MPJb9CGTmRz1xLmbl+BD0Z+VVyGT2ib339Tq91Hflg4t59zuhVdpRuRer8CZDZoiGPGs/z8cx9E4DkhcmsY7Y8Ism9MytaLy916lnZtl7FL8/Dhro20i28ukwWNMkEVL/M2NmJjvU6V66VDiHlR6Z/q/OVtkcsFQ4ZXeKz0pvx9RF1rcgqnRldyj9Fj6pPySoSefUsaDqYVp4Hqb9nR9pXbG9aCv89n7bDf5dHA9T/U5fOLKPLhfEyEHgaCOgOSva3cuztdziUW8O73zpMZVkBRftOsO/Ed3it+SjnD9rIqz3NKUmKDp84xr4z7/DhG0c5+sZpanMOcmxfGfUNLlwlxez74Z/Rdvw7nG+soL64moamg6LzAIWvvUazN18WgU9SVN+MS+Y/q8PTNOkBy6/V1ZlzuyuXivoDHDtTRmA2SnHTUU6/8TavtjbR1lCAreIc58608tq75zhy+BWOVjfw+h8doaTuPK+ePMwb75zl6Om3OFp3lG9/7zRtJ47SUH+K08dO850fvMnZP/gL3qvN59XXT9PW2kBJdTXexuO8Vujh2DtvcOzEW7x+vJXX3z/C/m9/hxaTiZZjR/Ek5xm4+Bt+89Fv+O0nX3IpWk/joff44PR+Thyvp/TEG7y7v5iixjc5f/YVvvvH7/DG++9yIreBN797hqZqwevkGU699Q7n2lo4Uu/FInOqTNBP6E2NwTa7jknmBrtlQt8tRYYeA4G9ioCMXXvV9WW/JQA18UHK5Qrj/XlFQN0ilYDLEuDz6qLhl4HAdhB4oXkyc1rVWV/oKI3gnjYCao0gEYPMVxuTG+3OaDhzc8ivqCTXkk1tTS4OhwWTt4jsojqqcgspy9UwO4spLcymUBK3nNJammpLKa2tINeeT1Gum6xs2elyushtbKKwrJ5SjxO32YHHm0NlXQHO8jKyzWZcuSXYs/KQtY9tQqHhysqhquUQNQ2HaKsvoKK6kqKySsoLcijItqM5SigrK6KqroLiolLy3dmUNxbj9JRSVqrqyykuLZf6fKol2SwWX/JyyygrLqG2rpzSuhaqZMestKJMds1y8WR5seYUUqa+kVRRRUlJLdUlhVRW5ZNbU0uudNbcokKy84vJyy2ksFBRc+/chAAAEABJREFUEfll5VSUVlNTnEtRUTauogpqCt24cyspLymlrqFKfK+mxJ4tSWoFedkOcoqKJZYqiSWXwiwLJlmg2yYwj8RmMsm9lIRONz2S+IZC+oa1RqWBgIHAnkBAk0xOl0HNZFZne8Jlw8mNPssNVAwEDASeGwQ0mWzpQpquPTc+7V1HDM9XI5BOpUlJdiev1dV75tzmcpJbWoE3q56j+0ooyLE/F7478yqoaGylta2VQ4f201jixLn9bPW5iGE3nDCSut1A0dDxYiIgWyqJWJRwKEIskV7eXJE69X+lJJNJksnU3bo4sUiEqPp/WWTATqeW69d8dWfVCJ5Wcnd5kHp5PRZ+Sj6t7D6gRbKHZJRILEF8w1VBJSBxiS+JxKov4kt1WsUXj7Pyh8dS9WgvcS6t9Kjy0TTsqpREu6v6dqpM7giaSaSMuaKAsMOXPEPL/U71vSQpeW7T0h+lmkw/yqgThKVCXgiD9NH7vKmk9INIiEg8nalPqWf8HolcQnSKoJwta5LzuyeZIpWMyQp7iLD0c+lumbrn5S2VSJAUWtuLnxfvDD8MBAwEFAKajPsWu4bNbkItxKq6PUe6Cd1ux+22Y5FFDwlp90J4yTTJR9jy17x3ceDWXzIMjXANBLaPQDLI3NgQnTd7GPZJgqNmcpLkRQJL+Hx+lgIR4qItHZ1mpLOb3oFpZsJJ4uEwcZkQxtUkK9NrpcfKubBmXslAkHgkmvmPLtOpBJLzqDlppm2nb2oCKvNaYtH0gzrUH4Us9NE5PM3kYnQT1XFJRoPMz4TXyEcX/fjGJ/GLlHgv74/2SkejxCbG8cvkWWH1aFp2T0pBorQ90w+izE1TXhi0bQTkIU/Goywu+u5SgJDqR9If1X9CSzxBUvqaopTc5IQ8b+lokIB/UfgDhOQ5DAVmmOq5QedElMDSEsGlu7r8S9KXY6R8iwRFj+opKdGVWOmzqpTrqG+c8f5b3OqbJBBNsek6ybaD2j3GyPw8i7OzBHZPpaHJQMBAwEDAQOAJIhCNpAgHkiTk82S3zLwsSd1u4WXoeZkQiM7gi8QZ86VIXP/3/L9/PcL1jy7SPzTImOCQTgVIB77kH/9pgNmYhZw8F/HhEe78t3/gTnyCT37yO67f7qer/Q5X//lnXJGkMCZpUvuv/oVvLt1kcGmCwPgFProJSxFR+AgvlZxo0outNg21CnhPRTpBJDTPL3/diy4MbrtZks2oUIS4bL/Fg0uEJbZ4NEZMEky/JIVk/g+cMH5/kKmuLvq/+pyekJ+leIpktIvb12/x9aVJwol7VmQ3JClJaRJRI0lhWpLVOOlYWHY3o6I/SSIQZOHGLYZiMYkxSUp0pWRXMHFXSSLjh/ggPq3S+sROZZExo1vlVZmTp/2mITg9baN7x15a+kg8liIaTKDO13qu0q12Ln0zzuREhPDIbQYv/5rPJ0NMfPG/8HnnGIPdF+i59Sn/dNXPzGe/ozscYkmUpMZvM9l7g0vpanIcCcx6GpZuMzLUyfUhSMZCDH38/+KrjgGGlwJM9tzmwj/9nmFJ5u7803/ler8sjsz48E2OYjJP8Ov/7b8zOTVLQnRv/5UkHo0QCUakD6blPE5mAUjtpEv/iAUDhGXlQ9aDSIaDRGX3PxYPE/AN8i+/uMD0bBCVrCai0YwO6UYZ04lwhIlb1+ltv8lkpub+WyoeISYYRGISryxBzX7xCXd6+hmKPqUOd9+VHZ+lBYiE7KrGZWxKyXOxYwWPIZCUZzAhlEwo3B5DkSFqIGAgYCCwCQI2u47DbcJsk0ncJjw7rd49TTu1bPAbCDyXCKxyShKjtGbGlFVKQW0jjuFuAtN36Lhzka+u3KZjNATd3cRLinGXlZGb5cKWjhKamyaUnmBmqJf+wQF6+gcZ6BqjbyJF3NeDzxRmeDbO1OCSTCaX8ImaZGqV3R2eqmROW/81iFRcJoYL9I7PEAwlmW3/hjtff8qVgVmGL/2aaxMT3PjqOl03v6Z7qpcbHQsMffJruke/5pPrvVy7NSgr/7109g3x6W+uMzY9zrw/ILsecdbMr7RFxoaG6Lh2i+DCLT67EWRieIzpgS+5dvsqX3YGSARlgppepOObW/T19jE8NsylX35J18VfcXV8nBsXbzLe2b/DCfIOQbrLrqHdPXs2hWbMEbcGXm5P5pcOrTqanN9jlgvdbMLtTpFMWjFb7FgkSYkHJNGSpGhqRhYh+ocZHOhleKiHMVlcifnauf71J1ztnWAmlpTFCz9j7YNEdAu6zYVdFkLMJo2kpmOzjjOUzmK230dsZoywf4jxvh66J0YY6u5jYCTAzEJSkqoEusVEeCGEWpy4599DT9JMdVynu/0G3fOLjEzMM/jxf+RG7wg9Xbfo677KDek3Hb/7nBH/GCMz47RfusatK9cZj4eYmVkiJonfRI/wdl2he6ifrz6+xMilf+GKnHePzeObDwoiqx2JEPTPSsy36Pr8Y274kyzMzhEIhZA8aTXjc3muoaHL/TGZ5UzjqR7Kbob0p2rWMPaSIBDyJ5gcDDNwO/jUqP9mkD6h7dicGpGxw5fAPx/f0L/+W6LrRgBVbkffap6eqwG6ryw9oLdP5g691wMP1K+W3excyW03ttU6lEzPtQD927gPCr/hznBmV21uIsZw9+b3T8Wi9K62tdH59EhUFt+TaLs4zuyiqpekNxphvnAIpGWinZIl99RGq7K6CbPThau4CHs8jimlY3d6ycrJwmszYZr3Y8nPxe71YrdakPkeSDIoW3Ak8pz4p6YkOZollJvL4kCQhdu3mbOkmPQHJfGZQO09PB6gadSKdlJWtCWM+6o0DZn5YnHl4Laaifv9BJYWiCYX6bt0neHxSWbmAwRlJT+airI4HcLX287U/DDDM4vMLSbRTVasdgehiWFCiRhJsw2z1Fn0+2bQzOjBBYKy43Gra5g5S5qpYZlYD3fQOzbO4JjaglSehZkenmB2dpaFxVkGbnXS/vU1hsYmmBY/Qnd37lZpfv5PH8FDhYTMVR9B8uUQ0TQNXZ4vk3rI5Jx7h4YmfdGq+pjFRqY06wJlUhYZIkzFynD4e5kLxJkNu8gJThLTbDizcsjyunDmlZNX1kBzns78zRvMR+OkLFYsVivmZARt5g6DehkBeWb9Ez349DBRl535S5cJ5XkJRExEF4KZnbVgyELN0UO4PS70e/4tn6idHUXpBxZpIgwMB5meS+J0iE0thU/GhrgWYnZ8SBLHHibnF/AthokFBoV3mP6OQabHJlkwmTGZrFjMswz399PbOcy8b475xTn62kdk5zyN2WZGQbbsxd335AKzkpQOdPRJ3+tjMKiR0EwSs9Kn3WUyio0Q0CSZ1IU03cBpI3yMukdDQJMBo6Tagc2p45+Ly8JR+KnRWF+Ysd4QI92hNTYz9dI2voqCktDpspiiolxdv/p8rFd87xdaJbe6fbPzUfFhtGetnNI1JvXKl83ktqofU77s2I8woz0hwSTMcNdyuaUN0T87HsWdbSYaSTE7Gl2D42pZFcd2fAosxDP6iirtCupdIXnEdkWPocRAYE8joL7ek3pgIgbx4CLzo30M9A0TzS/HYcslL6eIgtwsPFqMSH4+yclR5seGGJmaY1r9L57qe1ETc+hNzdgx47WCu62CxOCg7IwFwJ5Lji1AammQoWCMpYlehmSHYWFxCSW6EyDTwqz8TkhCqpJTuVx+6WZ0u5f8/DIKvHYcnny8eUWU5cnEbilMZN5P2isJX3EpeW6JhTS6OcHSXBDdZMIhdTZ7IRWVFVRkJbHYrOh6Gi0ZzfxozLIR9e6lKMdKtiPOzW4z9Y26JLGTzMgEWP3dUTQcRjNFWAqY0NNxYmEfc+rvoiJxwoEwYeWHJwtTds4DE2Sl/UUkTc0TFb2IwT1mTGqBQj3PSdUR1jzQmymOSlK3wIJ+jDqHD6u3iJS9hurUND7NTXZJBbk2HZNmxZZbTE2lg5ELl5hZCtxdUElJEhVgunMSc3YJBY5Z6QMjjCYdmBuacPUNknWkDrNZJ+0LkEpq6CYPLa+24pFkUWfVkQaVzKWTUsr5qhYgQVB2GFMpCy5J6NTiCO4aSorcuM1JYrLIE4smMJeW4wmOMTM1z4JfVoVlCz+MFaceIRJfYEn67tJiTHYMwVtaSCxqljFGw24GzcTaIzrN3OwUY7NLJLQIobBJkj8T6WSchOxurmV+/q4UhOoRUM+DDE9P1cGkjKfJRErut/LiqZo2jL3ACOiySFDe4KCi0UFuiU0WncxPjdxZJlxesecxrbXplWtFWdJ2l/LLbVQ2OylvdK7lvdvuUrokuXGtk3Pebd+q9OSY8eTet5XhFT0ukXWLzsy1nO+kdItO5dNOZJyCg8JDyTrdD2KwXpc720ROoYX6wx6Kq+148y0bYqPkFG9G70PiyCuzUSU4l9U52K1D3y1Fhh4Dgb2KgKaB2aplaE0MsgsVmR9h4Ovf87vfDFJypBZ3aZrx3qt8+YuP+f2lEaYOnMTZfYGhy7/j82ud3BwNYXV6sC7Y8BY3UtbYRF1LNVVVLizBbnr0Ixxpfp0/OVpAU3GEW9Nx5m/9go8/+gW9Q2Oyk8bOD/FfxbBeUNN0HLIrYDJpmGRHwmL14HHlcbg1l7TFQSKz62HBabLgcJmweW0sjCyQkF0Ma5b463JiRcPqcGCWiawlsUgkMMLobJhwMEhIKBiMQL4HW1MdVnM5B2xhNN0rE1cXblOapC2EJSfM9JQDryNBJDhC78g0flsBh9rykCVLEhaxItsMGi/RYcwVN7zZKilKxFOS/KdQE/q1TOoJsWKzm+R51NDMNiw2Cw6TJHNZ1dRWNNFQ00JlYQF51iV8tlnaL/yOT3/zFTdv3WJg9BZXevqYclRiM4msbsUsq9Eyf6ffV8frZ47wrbeK8drt+Pz55NYepLq+ltrmCnJscWxiL6e0kabmGtGvI6KsOTQyY4jZpqGbWHe4qcv1YYq3801XJ3eGw5hsDkx6NuVluRSXeYlgI203yzgRx+VxYvFYkRySVEwnOzXB8FwOedLXikvNhMxOTPYiDlQEGR/rpXcqRCBuRYuFCYWkbyryLxLXLODNJq3F0GNg9aQIzC+yNKl+Ammdi8/ZpaaByQRmCUHTtafqXTySJBpKkVQPx1O1jGHtJUCg9qCbw69lP116I4ejb+Vw7O3cNXaPvJ6Doh35IzJH38zhsJQ7kpOYlf3j76zz4a5vGZ3Cs1OdSu6I6NiJnJI59rbgIZiceDeXh8pLrEdUzNvwT+k6Jnq340/pLiZ0quvo6s0gAwEDgQ0QcFZx+NwH/J/+r3/H3/ybv+TtOic157/Pt//03/J//td/wo9+8ArV5hre/6u/4tt/9Kf84I0TfPfDYxz+23/D4VPf5/3qXM6cOUhT61kOFbbx53/5bf7qr45TUeHFXn+alvP/ij87/z3+3f/t7/gf/83fcXhfA07LBn5sUaVJ0qXLhMciuxFqEnSf1YzNlh3PJJ8AABAASURBVMPb7x7MTATL9++jsa2VAm8BRW//a/747XN8eKaZurIWykuaefPdUjw1rZw5/yrl5gTeojwavvsHHLZaOPz2W1QUtHH85Ku8+VYTRfF2Pv7xT/mZ0E9//Alfd6Vw1x3lR3/YgtVSyJlvf8jr3/8bfvjhh/z194+TL3H+YF8+r6r6b/0P/NUPfsD/9H/5Hi1v/x0/fPs8H74iflTkSiT3vX+Rz9RXfV/k+B4nNl1HEjVddopNPDiRt4nqNk6fLqO0zI6j+jC1r/wF71Yc48N3Kshre4PmujpOHa+n+Q//Fa++9+/4t3/2P/J3/8O3Of/qOQ42vcZ33/kWf/tv3qWxMAu79xBVNYd5+0wV5/7obUocNqwV73D89R/xw/PHeKs2i+b3v0W1+wBvnD7I6989R+OR4+QAGjs9NCqPvcErb/+Q94+f4LUjhRx65z3KcnPJbzjL4dd+wB++epgzh+vIOfiHvP3a2/zwL/+ID77zIa8WlvPqH/8pp/bVcvjce6LjB7x3rJXTB0oofvNf863X3+NHf/1D3ni1Bfet3/Lzn/90me7YcVae4I//9Hu89cP/I99rMFNx4n3OnD5Jm4xNO43gZeK3ySKXw2PCYtVfprCNWPcUAoazBgIPImCMWA9iYtQYCCwjoJlkldiKw+nA4bBjNWmYLDZsdgdOubbbLJjkn9VulwRKSBIgm82MWe1sWWzCr2OxmDHJUrNZN2O324TM6JKEaSYLJosdu/A5M/odmM2mR5gskpHRtOWSVYemaVity/Z0sxmTkK7p6FYHNvHVajFh0k3oQnaXjfz6/RQUNnDiVCtHj9Thtdkwiw6z1So8ZonFgtWVjae4kRNvvcnrQm++dZxD9aXkmszYbSZAR31V02qzY7NZpc6CLnHazHfrrRKz6HU4bZju+mHL+KHxshwC98sS6s7jlOct8yRI+aCwajHLc6ijZ/qQGZM8W1Z59qxWE7rZislkknYTJnn+LFYnDumrDul3FosFs8mKTZ5lh9q9VvKaWfjNshAhMjYrurKpWzGLTrvwW00aJuE3CZ/VYsZqs2BSfYhHO3SzFYs8/1bRbZH+YBbduiaxmCxi04ZNbFjMJjSzDau0qfHCarNh0XUsKh5pM1usWKw2rBleHT3Th6wyrthw5JVS1HCa8+ffXKYjLdSX5mCT+K2Cg80EupK3iD2TjnFsjoCmaWiaBvLCOAwEDAQMBPYIAhuO7HvEd8NNAwEDgV1CQNNNWLPy8WblUSS7dLnZLklXefDQzJjtXvJLiikSKi7JI9tjx/ogp1GzGQJqoqhos3aj3kDgERDQzHZs3nzpv9I3i4RyPLhkkekRVBkiBgIGAgYCBgJ7EAEjqduDN+05ctlw5YVBQLIM3YLVZsFi1lGL1C9MaEYgeweBNJm/pXvw/6jbOyEYnhoIGAgYCBgIGAg8CwT0Z2HUsGkgYCDwsiFgxGsgsE0E7iZ2mexumyIGm4GAgYCBgIGAgcDLjoCR1L3sT4ARvyCQJpUk80tn6v97exgl4mkUPYxvpV3xKlLXK6U6X02qfjWpNnWtyi0pmc7MfVMJ8UloPa/SoWh9/Xauldx62o7cRjwrenbatp5/Rc9KudK+/nqlXpUrbeq/fVCkflVR/Uy6atspKV07lbnHf/deyQNnvDZFIA3yqaR2itU9Sglme4Xu/VcGKilNIWNK2qDHvH+ZxySD59PFcnmnWBnOeGC8GQgYCBgI7AkE5ONzT/hpOGkg8MQQUP+R5FBHiIv/Ms8X/zTzUPrsxzMo2g6v4vlc+D/9bzN8LrqV3Oc/fdDGx/91OqNT8X7236dRPJ/81xk++8mDvErnCrVfXMQ/H6f9az8XfzG3xnel4/f/ILrE/gr/TsrPxfbH/2UapUPRZ/99a1820638UHpUbBvxfPKP03z636bX+L4Rn6pTOCnez348zcf/ZeqezKfi22b+qThUu5L/SjCaHokyeCd4T1bVb4dUHMqGKrfDv56n/atFIgFZPXhiT/LeV5xKpQkvJZgcCDN4e4n+m0+YbizRJ7QbdgbvLKH+M9mAL8FIZ5DOrxefvP87wKf3qn+tPxJ3z/q6Hehbj1nX5UUeRV/f9aVlrMSf1ToVhiF/UjBNMN4XWuv7XT9X868+Vzp7ry3tSGa1/ER/mKAvmVkw2/u9yojAQMBA4GVBwEjqXpY7bcS5JQKarmGy6kKmh5NFRzfrD+ezLuvSRa9u1jDLtUX9H1u25XqTXK+QzWVGtemiWzPpGd2aSfn0IO+KjCp18UPTwSI6zUKqbjUhcSn7q+u2e678sYpfiB9Kt1l8367saj4la3Ob2Uxek3gVrZbZ7FzhZHWaBX8TSOArfFaHCYvQyvWa0mISfp1l/HV0iUfRGp5V92KzehWHsqHKzXi2qtflXqFhHFsgkF1gzfxnrPFIgsWpKAsTkSdK80r/+OY25rdoW++bbyqC063jcOnExP+Fyc31rsjOjoSZHwtvK8a50YjwRljYgU/zYxHmhJTMvPLnrqyqnxV9K348rFQ4KPub8c2NiF9jUTZrX12f0XPXj+V6iV98UzaUn8t1EZbmoniyTRlMo4E4c6NhFF4r7ZuVikfxrm5X8Wb0q/u9DYqH4xRVWak54NziaTWa9hAChqsGAi8FAvpLEaURpIHAFgiYZLLtzbdQUuukrMH1UCpvcqFoO7yKp7zRTUWLO6O3vHFj/RVKp7SVN93llfPKfW4241d6FeWV2bFKspVXaqOkbp3/oqNqv9KxbFvx75Qqml1U7fewHV+20r0S30Y8lYLNCj4bta+uW9GjykqJrfTu/VI4KVrNe+9csFVxKN5iucdOjxlvvjVzP+7x3NXzsOtNbWxDXt0rsyT4WzyKL32TN9dM7UEXDW1uqvc5qW55wqRs7N/Chmrfpg81+1zsO+ll/ykvzcc81B1yPdT/mv3CI3LbibNG+an8UbRNnxSGNYpfqDZjy7nsk1wrfbUHxP42dK3o2NRP8a1W4t2OPmVX+XVPl/iVwUp0rK5Xuvaf9rJP8Kw75KZG+Gq2gVWGT+KqUfpWYlPxCt2zuVK/SVnf6s48fzlF1pe+TxoAGAi8XAjs7Wj1ve2+4b2BwOMjYJKdG5fXTG6xDTXxfhgVVDgorHRsi1fpKqiwb5t/hTdfkrWiagf55fYt7XjzrFgkUXDnWB7wX+lQiarSqfx4FMroqFHx2h/qy6PoVzIqzqKq7eOpZAoEfxWb8k9db0UFgqG6X/mldnKL7FgdOq4sM1vJPIk2r9wrs0WDNMskhfFai4DFpstzbKVOJtVPg9TkXdFmtrZq21RGEtLGIx4UbcazUt9w2E298K9cb1UqPkVb8axvU/yKVP1KuXK+E9tKRvGrciNSbY1HthfLaj+ULoVxo+ClSnW9GSm5BrGxWftKvfJFkeJfqVt9vlL3sDJfFsrUZ8PaJ9S4MhAwEDAQeH4R0J9f1148z4yIDAQMBF5iBCSfU1+/VD/U8hKjYIRuIGAgYCBgIGAgYCDwBBAwkronAKqh0kDgMREwxF9EBGSHTiV0mhp1VYL3IsZoxGQgYCBgIGAgYCBgIPBMEFDTi2di2DBqIGAgYCDw0iGgEruURC2lvO/Cy1BhIGAgYCBgIGAgYCBgIABGUmc8BQYCgkDm/8RKrZ1pp5JxYpEQwWBAKEgwpK6jJJIJErLlkkwmRVJeqpTrVCJGLLzCmyAZX2J+Ypzx8RkWojEiGT2qPUA4IryRBIlgiISoUJaXfYC06FrRHZ4fYmx0mPHZALG75oT9/ksJylVaJQpSPp2XMprANzMvcUR5qqafToBPzIqmPTHVhmIDga0RMFoNBAwEDAQMBF5oBIyk7oW+vUZw20YgM9nOvN0XSSVJhKbwTffSMRolGEkx13GHyYkBRmYm6L/ZxYIkYJM3rzI2O8P43DTTw32SwEWJxONMd3cxLXxLkhzG40ni4TC+znbG5+fwxSMsTo4xeFVkJauLp6fp7xliZGiKJd8MvVe78CWSzIwMMj87zNjYIL23ezK/sXHfQTm76/LGyYIkX6k4sZgkj5J4piWepPIjmiSdTpKIxUnIdUpiUG1xSTSTktimU/PMz4wzOOhDmkmL/8s6RJ94kFY6wwv03+5jZt5PTNxY/UoloqI3QVKS3FBgjq7OISKSwIqZ1Wwv7/nde/byAmBEbiBgIPA8I2D4ZiBgILA3ETCSur153wyvdxkBXSba+vreoOmYkj6i/kF6pixowjDfcUMSrHb6xrq59dk39AeX6Pn8EzoGJ+gbGWK44xL9kxP4oimme9qZ8vkIm6zYRNak60R7u5mT5C5EkMBcD523btI5FSMa7qP72k3a27sYGevl2u+uMSKJ0PTMAqnkEgHfOD1X2yWl2iRw8X9tS1J2CoNMDk8yPzcvCekCC/MzjPRNsxCOSqI6KtdTTE3PMjM5K7uI88I3zODEAn7/KFMTg3R0TBGJzjE1Nsv87BjTomdySvRI26Rvkp72IWZ9QeL3DKukL07Yv8D82BgzU2OMzk1w7VoPwXACyRfvcb6sJwohTd0rRS8rCEbcBgIGAgYCBgIvAgJGDM8ZAuunsc+Ze4Y7BgJPHoG0pEpqsr3ekm6WZMzhwO124XB4cDstmEzSZVKLkjBNSfIzS19PBxO+AOOTCfwz8/jGb3P10kX6/Ra8uSkW/UsMjwdJYcbh8YoOF06PB1tqlrQ+w2JBAcOXZomOTcLiFDOzQ3TJrtzcQoTRUJpoIkVSZE1Wse/2su0jFSEWGOa3v+9kTHb7FkP9dHbe4tN/uc6U+H/j89/S3XeL67c7uPb1NWYnbtM78gW/+KSTgVGf7OSlScUCxH2X+fiTXoa6v+Rm9x0+/6qD2599Sk8wyLwkrvE1372Ui/QC0yPD9H3xMTevXaE9lJIdOz3jtpHHZGBYfksvF8a7gYCBgIGAgYCBgIGAgcBuILA829oNTbutw9BnIPC0EJAJdiqZlh0xOdmOzcAiOM3QVA8ffYrlWBO63QnRAkpb3uf7P/xTztVYqTz9J7z7aiUlqSE++t3IGs2+gQlGe4eZMMUZv/M1vuFZzM1OEikL0Y4wNR+YmZnWiC35mJ/wYc4qYv/7r6Cv0bLFRTRMan6cuabT5NQfpiwvj6LiAkpaGmj0DNLTG2d2NIpHEsy8PBvBnqvcnrUTTsTAYsJs9+CUVNQ6eIXORJDRcCHZ3hTOnBQjiQOcrS6j0m3GrnP/SCcgOkRX+yAzviXiZjMxJCF2OrFbNWSjEuOAlMBk4GAgYCBgIGAgYCBgIGAgsJsIrJ6S7aZeQ5eBwFND4LENacsa0unl8qHv/gR6IhtHbSvl+blUHSzHTojkTCczA1/y0S9+xk9/d5M7Vy/QfvMqfVOzhJz2+2pTowyHnUScr/CDo0f4Xk0Xt0aTRHOqKWiuobAql/2V2STHFkilsyksr6W6upQ8l/W+joedWe1o3jyyey8wfPlz2gfHmYrq6GYXFr2OprJp1pdmAAAGsklEQVQkaWuUxbROMG5hcTYqiZefcMBHMAqxiI9AYIxhZwul4QUs0QCYcsl1WMlPXOP312/SuxAllFzlSEoulsbxY2UpESEcChAPJLAt9TA44ycYlfZV7C/rqWZ6WSM34jYQMBAwEDAQMBAwEHhSCBhJ3ZNC1tC7ZxDQxFNd19BN6oy1h60IT34TByvBIpPxosMnJIl7TZKiZo7WltJw9iw1RU0cbirj4Ik26o68xsHaeuor8sgrKiO/9DAHmw9wojkLTCbcBw5RmlVGY1U9TQf2U11SSdOp8zQdeYV95Q20NtbTcvQwxYWtnGxw0Xj4MJXVteRJUmjR1rq25ZVux+qt4lRbJVWyq5bnraSiqJTGpmw0PZd9p89ysLWNlppy6uprqDj6NqdaTvHuK8qnGopLqtl3pIW8imOcf6WNg+JrVXEFdVXVHDhxjMrCOk6/fpg8fZ6xOxe5fOkiV67fpn2hisaDBzly/nUOHTzC0fICDhxrJS/LiXkjfLcMYtcbnwuFmrqPip4LbwwnDAQMBAwEDAQMBAwEXgQE9BchCCMGA4HHQ0BDTbQVPaDHkoMjq5K6IiQpgZzGFoobJdEqKKM+10ZBUzM51iLqKoupa22jtu0NTh4+ytGWMsqqm6ioO8r+hkb2lznQdB1nTR357nLqS4upqspBszqx155mnyRCdbkFVOblUVpZjc0lSVWth4qGGrKzc7A94NhDKjQzZlsuTa3N1DQ2UZpfRUV+PpWV4oe05de3UlfbJH4UUFFZQumB4zRVHOJ0WwNlBaXkF0rMLU0U5VXQ3NZCTX0DJXk5FBYVUbb/BPsrmzlxopnSPBcm9V88JBIkUhoJRwONjTW0HD5GY8M+mktkJ1MS2eIcFzaz/hCnjWYDgecFAcMPAwEDAQMBAwEDgb2FgDHL2lv3y/D2CSCQFp2KpDBeO0TAXdxEw6GznDp9lpPHj3OowoXTagwrO4TRYDcQMBDYqwgYfhsIGAgYCDwnCBizr+fkRhhuPFsEVFKn6Nl6YVg3EDAQMBAwEDAQMBB4EREwYjIQeNIIGEndk0bY0L8nEFAdQdsTnhpOGggYCBgIGAgYCBgIGAgYCLygCDxyWGou+8jChqCBwIuAgJHMvQh30YjBQMBAwEDAQMBAwEDAQODlRcBI6l62e2/E+wACyWSK0FIS30yMhcnotmh+IsrsWJTp4TDqfLty6/mU7NTQo+sILMRJxFIszsSZHokwNxbZlv/r/Vh/PTceZXY0siu6lO7p4QiK5gQzdb0bpLCbHAijfN2WvqkovtkosUgqc783k5kVDMd7Q491XzfSre5VMm58yfeBDmhUGAgYCBgIGAgYCBgIPDYCRlL32BAaCvY6AmaLRngpwURvmNGe0PaoK8hwR0AoyGi30Hbl1vOJnqE7AUal3LZtpaMrJHZDmaRL/f96s5KEjXQGGdmpHqVrPXWHGO0MovTtyCelR8kqUucrJPgM3VliuD2wO/7d1atiHbi1xJbYKZwUKRnxa7I/RFyS4KAvwWaxqbj7bzxEr9K3Q1qQpNJk2uu9xfDfQMBAwEDAQMBAwEDgeUTASOqex7ti+PRUEcgvteH2mogE4oT92yRJAiNC8XASVW5bbr3+QIJ4JElYyp3oCC7GCC3GM/8VQ36pHbMZUokU0WBi+zGs92XVdSQYJxpKPJqupfUYJsSvJDHBarf8U1hFxI7Cbqv7pnBSpPjDwh8NpcjOs2J36pvGpnxMxVM7vicZG6swXH+t65BfZsvcs6f6gD95Y4YFAwEDAQMBAwEDAQOBZ4yATDOesQeGeQOBZ4xA4xEP536Qz1t/Wsgbf1ywLXrzTwp4588LefvPROaHBduS2Uj3myL77l8UocqN2jere+tHhSgfFL3zFwV862+KeVfp+ZPCR/blni3x6U3Ro2zcq9smLm+I7AMyUvfeXxZl8FL+PtC+Xd3r+JSPH/yrYsFh85hVDIpWbL79owK5ZwW8JeVK3fryLcH2A8Fzp/dkvZ6Nrk+8l4PJhpHYYRwvJwJG1AYCBgIGAgYCTwoBI6l7UsgaevcMApr0At2ksZfJtMf938vY78h3XcM4DAQMBAwEDAQegoDRbCBgILBjBGQ6u2MZQ8BAwEDAQMBAwEDAQMBAwEDAQMBAwEDgmSJgGL+PgJHU3cfCODMQMBAwEDAQMBAwEDAQMBAwEDAQMBDYcwgYSd2Wt8xoNBAwEDAQMBAwEDAQMBAwEDAQMBAwEHi+ETCSuuf7/hje7RUEDD8NBAwEDAQMBAwEDAQMBAwEDASeEQL/OwAAAP//2KmprwAAAAZJREFUAwAegHC+5He3PwAAAABJRU5ErkJggg=="/>
          <p:cNvSpPr>
            <a:spLocks noChangeAspect="1" noChangeArrowheads="1"/>
          </p:cNvSpPr>
          <p:nvPr/>
        </p:nvSpPr>
        <p:spPr bwMode="auto">
          <a:xfrm>
            <a:off x="155575" y="-2201863"/>
            <a:ext cx="5619750" cy="459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6919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Matriz de Decisión Tecnológica</a:t>
            </a:r>
            <a:endParaRPr lang="es-MX" sz="3100" dirty="0"/>
          </a:p>
        </p:txBody>
      </p:sp>
      <p:sp>
        <p:nvSpPr>
          <p:cNvPr id="6" name="AutoShape 2" descr="data:image/png;base64,iVBORw0KGgoAAAANSUhEUgAAA3UAAALTCAYAAACxPCtnAAAQAElEQVR4Aez993clyZXnCX7dn1bQWmsEEBEIrVMrJjVZVWSRRbK7uqpnuqf7zMzO2d0/YH+fX3b3pz1nZkd311QVi6LISpJJpo7IzNAKWmvxBJ7W/t7c6wAiEQggAlpexzOYu4lr1z7+nrldM3dzNSubEBACQkAICAEhIASEgBAQAkJACBxYAipkEwLrIiCJhIAQEAJCQAgIASEgBISAENiPBMSo249nRXQSAgeZgOguBISAEBACQkAICAEhsKsExKjbVdxSmBAQAkJACCwREF8ICAEhIASEgBDYHgJi1G0PR5EiBISAEBACQkAI7AwBkSoEhIAQEAIvICBG3QsASbQQEAJCQAgIASEgBITAQSAgOgqBo0tAjLqje+6l5kJACAgBISAEhIAQEAJC4OgROIQ1FqPuEJ5UqZIQEAJCQAgIASEgBISAEBACR4eAGHU7c65FqhAQAkJACAgBISAEhIAQEAJCYFcIiFG3K5ilECGwFgEJFwJCQAgIASEgBISAEBACWyMgRt3W+EluISAEhMDuEJBShIAQEAJCQAgIASGwBgEx6tYAI8FCQAgIASEgBA4iAdFZCAgBISAEjh4BMeqO3jmXGgsBISAEhIAQEAJCQAgIASFwiAiIUXeITqZURQgIASEgBISAEBACQkAIbC8BkXYQCIhRdxDOkugoBISAEBACQkAICAEhIASEgBBYg8C+MOrW0E2ChYAQEAJCQAjoBDJaFiF/GuEtuNB8GgFPCuxvRc7yvEFfCgFvalN6BSlfyLe1Oi3pwnUKriKLmXHcUrr94LM+S241nbeiIzPlc7IVGevNy2zjEQ1aOqt/R+WfEBACQmAvCYhRt5f0peyNEpD0QkAIHEECWeozxyIZ9N4Oof9eGP33N+nuhfDw0wD67pKczcqgfH3LdOi5FcLjG4FN6fT48yC6bwU3lXclA65Tz+1VZJGuPcyN9F6ZZ6+OWR9mqOtM/LZTj84viOnNrZ3f9erTdzeMycE4okHtCP4qpcpCQAjsNwJi1O23MyL6CAEhsA0ERMRhIpCMZ+CbTmCsO4pwOItkStmUSyQVpFIA+5uV8SQfyVraT21Sn6X82+Wnlum0JPNJXVeJW0qzms/52K0Wty1hyaXzgE2dy23RYQvnjdkEfBqGHkfgmabKHKYfnNRFCAiBA0lAjLoDedpEaSEgBITAESJAM3U8W2e2G1Baa0NFk2NTrrLFiYYzuahqdX6VfxOyKpupfHaUt6bNibqOnE3Jqz/pAuffbH2W5+O6VZMuy8N4v6rFgepjVN9FfTlsPY7ryG49aTeahvVhffk8bFf9l3SoO0FM26m+dG6WwnbEb7SjsNIKi80AVTlCv0WpqhAQAvuWgLpvNRPFhIAQEAJCQAgsElCo42w0KbA6jbDnbM45co1wFZjA/mZlrMznyDPBlW/alE5Oysf5V8rczDHXaS1ZHLcZmTuVh/V54ojfdpbDTJ3bLHNJv5W+1WGA0axAUSGbEBACQmDPCUhTtOenQBQQAkJACAgBISAEhIAQOCQEpBpCYE8IiFG3J9ilUCEgBISAEBACQkAICAEhIASOLoHtrbkYddvLU6QJASEgBISAENhBAllks+SeU8Lz4ynvC/KvKprzkHsqjo6zTwXIgRAQAkJACOwVATHq9or8LpQrRQgBISAEhMAhIqBFEZwdw/jgAKaCKWTiKaQzWWSyGtJpDfFECtnELIYf92B8zgdfJIJI0I/goovEEgjNjmJydAhDM2GkFtGk00Amwy5Dcjg0hXg4iBDlC0fiiATm4R2+jQedw5jzJ5DUNMTmpzA92IX+2RRSmph2iyjFEwJCQAjsGQEx6vYMvRQsBPYNAVFECAiB/U4gG0HPvR70D85CczhhTCYQuH8TE6EAgrFhTIw9xgdfjqPvkxsIWcjIMhqgaBnEPXNw37+NoVQK872fom96DlNhL6Kz9/DBXS8SqX7c/vwRBgdGMTcxhIeffA53dgD3H8zA445BI2svGgpjdmQYiiuO3i++wMAXv0fv5DB6kjmwGlJQlP0OT/QTAkJACBx+AmLUHf5zLDUUAkJACGwTARGzZwQSPszFTAibSpCfnw+XCUjOTiGYiJNh5kcw4MbYTAApTw9GfAkkNAUWswXGbBaZeQ8i1ixmJ+Yo3AhXUT7sxjQ8PT00GzeA8e4eDI/1Y2h8EH0PhjCZ8mHo8X103e/H+FwA4XQcIe8UwtFpDI+7Me8n53NjfDIImIx7hkQKFgJCQAgIga8IqF/typ4QEAJCQAgIASGwLwkkg8jklcFSVIs8qxVWC83EPTVDpsJM4eVNlTAkQ3DPBhGKZWGx2GAj485sNSMYNcFhs6OkrAyunCLY5scQn5uFYgzD65nF9NQskpY0JgNZJONRRCMxxFMasoYssqkYEu4hhO1FMJW1oCQ3H3nxecyPT0DTNDyzSYAQEAJCQAjsKgEx6nYVtxQmBISAEBACQmATBAwWGFJRaJF5BCNRhKMJwJBGPBpDJBxHKp2BJbcIuSe+gzePhTA5PI7+ocBiQXypd8FlSSKVCiMQnEckGkJMzYc6k4TrRD60JMkPaKi+bMbceBbW8vPouNCB1uoC2DQjjJZ8VDozyKsogqXwGOpbTuNsSy6m3v8dkrEYsosliScENkpA0gsBIbA9BLil3x5JIkUICAEhIASEgBDYGQL2ChR6v8Dcvf8DP//wY/z2424YCmZx//oNfPDre5iaDaOkEpj68le4/vk9zKQ1ZBy2p3Rp7XBhdrgff/pPv8TdW7cQ67iEiNeJwopmFLc3oLKpGC2FOUiN0gzc/V/ij7/+H/GP73+Gu+MJqNYSMv5+hGPBh4gN/wE3Hn2CDx92oj9dBg2Gp8qRAyEgBITADhAQkS8gIEbdCwBJtBAQAkJACAiBPSegWFF/4U28+u5f4BtXL+OtV04g9+Rf4rvvvINvf/8v8NK1V3CxKg+lZ76O8y//NX7w6imcrrXDXFKKkisvo01V4ah4GVdfeRvf+d4P8NrXfojvnMpB9evvoK2kAZfbWtF+9hqKy17Bd199Cd//9/8af/aTf41vvHwRV0/VofXaaygyudD68ts4fvZNnG+7hndffws/+MlrcDqsUCCbEBACQkAI7CUBMeqW6IsvBISAEBACQmDfElBhyytCQXE5SgvyUVzogtFJ+8XFKC0rR35+AXKtJlhyS5BXUIWyAhdybAao/DxdXgGcigLVko/8giI9fSHJKXEaYC0sgsNsQ67DAUdOPsyWApJfgLKaapRXVaO0MA/5OTY4SIZZUeEoKIYrtwh5rgIUFxWhvKIARoMK2YSAEBACQmBvCUhLvLf8pfQDSEBUFgJCQAgIASEgBISAEBAC+4mAGHX76WyILkJACBwmAlIXISAEhIAQEAJCQAjsCgEx6nYFsxQiBISAEBACQmAtAhIuBISAEBACQmBrBMSo2xo/yS0EhIAQEAJCQAgIgd0hIKUIASEgBNYgIEbdGmAkWAgIASEgBPYPgXQqi9mxBO78wYMbv5pdv/sFpf3FDG6w/8vFffbZrUcOpbtO+a+Tf4Md7d9Y7jhsFTnXqbzP/onK5Xjav0771zkfp6UwfZ+PaX9BLunGccsdxV2nvDfY0b5eb/b5eHk6Or7Oshadvs/plqdZ2qe0urylY/J13Ug/XQ865nKuU7rrJI+dnn4teYvpOY+en/Lp/lI452O3dEy+Xt5iugX5i5woTpfDPudZTKPL42N2pJN+THGc9zr5T/JQPj5mp6eh9NeX0lPc8nRP7S+mW1faRTmf/3oOjz72YaIvimhI2z8/FNFECCwSEO/oERCj7uidc6mxEBACQuBAEdDSWcTCGqKBNOZGo5geiKzbTVHaqYEo2J9e2u9ff37OM035F/wIyWFZX7ml8NX9qK7nFJfbH9XzfpXuq2M9ntJ8FRd5kk8PG6RjdpRmtbRTetySvCjlZUd5KL2ef5nPadk9FT5I6cmx7OXhU3q9KY7yr4ybprBVna7L6mU/SU9lTVO6BZnRFVy+yrsQ/9XxQv4olufl/YXwlekWjqf0Oizu03mf7IuA3TTtTy/WYaGc6Jp6LKV7yif9vZNxhLwppBKZA/V7EmWFgBA4nAQ2adQdThhSKyEgBISAENh/BDQti1QyA7vLgNpWOxo7nOt2TaecWHKcb/k+H7/QLeVfLHMp/5K/Vn49/jTpSfmrW2yw5xhQUGJa0JvC9HjyOX8TyeZj3l/unoQvpuO4J2GUh4/ZLYXpMiit7i+L5zRLTk+7Io7T625ZOB83L8lif1nckqw1fUr/JI732S3Lz7KX9ND3OZ7dsjScn+PYb+Q4dhy/6HOc7jhsmdPDFtNwXq4D++zKaqyw2Q1w5hhRf9yxcC4or64L5VmeltM/1510oLLJRt9JIxRV3tK3/1oN0UgIHD0CYtQdvXO+uzWW0oSAEBAC20DAYFRQVGnGlW8V4s0flazf/ZjSruXWK2et/Evhq8mhuLfIsa6Xv16AsloLGjocX+nNcSvdSjlL8cvDnxe2FLfkL8+3tL9a3FIY+yvTcdiSW4pby99ouqX07K+UyWFLbilu+fHSPvtL8ezz8WqO4k69kouSajMqGq145c+L1z4XlJbP2/Pc639Zggtv5+vyTGYx6rbhJy4ihIAQ2CIBMeq2CFCyCwEhsD0ERIoQEAJCQAgIASEgBITA5giIUbc5bpJLCAgBISAE9oaAlCoEhIAQEAJCQAisICBG3QogcigEhIAQEAJCQAgcBgJSByEgBITA0SEgRt3ROddSUyEgBITA4SSQ1pDJZpHNZpDRMkilskCKw6CH6QutpDLQUgloiCEwNYnZWT8CMUpzOIlsolYacUsiGkk9yZsMhZGMRkE0n4Qd1p1MOomYZxQTMz4EoinwiqtZ+i7x9wqpJLKZ7KocjgKbw3rOn6qXHAiBQ0BAjLpDcBKlCkJACAiBw0wgSwZbJsMG2rO1zGoaEhNT8McTiKX8mJ/3YHAsjPj4BHzpFJJJL9weLwaHvPAO9MKbncNQ/ySmRkYwSmmGp0LPCt3lkCxVLpNOI011zCwaqBkOo7plyFBNJ9Pg44TXi4BvHn6NTYksMlQ/NlgzbHDo6TNIk/GazaShh+vJsmSQpJHicDrOUtoMy2VHx0+qmkkiEYvBH0zpQayHb2iIDOAZpPWQw/0vnYhhru8hJmcnMTw0jsmBUfjcM3CnAhgdnEMsngJ9DVeFsBzjqgkkUAgIgUNDYD9XRIy6/Xx2RDchIASEgBAA2TVIJzPkP9t9ziSTmL/5JUYCfvijQxgZeow/XJ+E9/MbGIrFEQ51o6u3F3/8Uy/6//Bb9Gtj6PFYoAWnMNVzBx9+3A+ypfaMciYZRzwchD8YQjCaRsTtRjSRQDQcRsQ3h1DEB7cviHA8Cd+DRxh43IOBaAKZRAi+eT/8Xj/VMYBAKATvXAhhjxvzgRDmvbQfjiCWjCI8H4Cf+AQjSYT9AYTJMAxHEkgTTvosCPgoRwAAEABJREFU1D0VRSwShjeUghYJIkgyRu4+wAwZdgtm3kKyw/o/SXwn+iZgsQfQffMWvvztn9D18Avcn+vGHz4dw3woAaxY5JLsaBppeCYYsgkBISAE9oKAGHV7QX3NMiVCCAgBISAEdpqA0epCbu1LOF5agbOZHsSpwCfGDe3v5ifSfweP7nyG34/6MdznRdd//js8HhvD47t38PDv///44vrf4RcDQ+iaScAfIYOLZvIQmUa06x/wv1yfw53f/hKf3/gH/KePPsb/8n98iOlP/3v8fz4YwO/+7g+4f+s9XB++h9/982N4R36Bf/58HJ/88uf44sPf4eZsGsllPQAtOozpiS7cvjOJ2d//z/jdwDD6ZhOIRXeTxh6XxUabyQ6ryQm7akRsfBq9v7+Jwm+ega3AiWW4wLN20ZCGZCJLs6h7rLcULwSEgBAgAsvbKDqUjxAQAgeCgCgpBI4QAZWuVCazCkXlXvc2VFxRoKgpJKnjHlHyYNwGkZsVMUmzhqlUIc43l6OpngyHbBoaTQFpmoasMwfmmiYU3f8Ug3NhRGCB3WGBktXgH5tHUUM5Gs/kw2EzIpWwwlpciqoCSpNbgdLCXOREZ+Ed78GDhIa5YBkqS5xwFdWgsLwGzVUO2EhphRx/VFcubC47DLEw7o660FJZgcYKGyiIow+/I+6IeTA1EkbluRNoOVMIp9WPeG4phm/MIBFMPsWAudkcKvgdddv1tYRsQkAICIEtEFC3kFeyCgEhIASEwD4ncBjUy1Il+Lk68p75qGoWjsIA+h504/ang3D7YihrtMFeMI9Hnz/E7evDCCfSKKiwP8kbHrmNOx/+HvcmfQjXHtONOu6kP0mwiztOWwKZpAf9A2PoJUPNmq9ifnYI/YPTmHBnkEkkEbcl4fcnkMnGEYsE4Z6LIVOcj+T4OIaHokimssjJNcJotcFqNpGhYYXNYobJlQ+zzQlXdB6xhAKbg8LsTpitdjhtBhiW1VMxmmAw2WBXDSixz2N8bBTjcxFityzRYd5VjIC5ACXlFaipLUNhfhFy8uvRfLIDpxN3EYuHEdWWAaAvjMGogAccVt6WCdmEgBAQAntAQN2DMqVIISAEhIAQEALbQkAxGmBvakKx3Q6HpRglJVU42ZIHR0szSs1mWG0VqCovw8kT5SjrOIsytRyNtTnIzbUhr6QYlU1VT91Wty1KbUBIUVURymuKYKU8qsGAko5TKM/PR1lVNcqaj6PCVY66sxfRXuFEaV058ouLUezIhavpDJpyjLC7alBa3oqOxkocbyqCWnEepyqsKG+sQEF9B5rrOvDSiUpUVVeiNN+CsuoyFJbkQYm4MdHdjV5y3d2DZMBloNpL0dJWhpazzci1mlHU1ITcqioYSbfD8FkYHAD41smV9TGRoVt+4iIaaipRSLOhDprRLG26gDN19TjXnk9G8GGhsLLmciwEhMBhIaAelopIPYSAEBACQuBwElAUBapBAXl4ZjNYYKh9FW++fAlvvvMGzp49hbbiXJgb38a3Xr+AV995G2dPtOJkUzkaX/8aGtUmvPLNr+HdH34fb109g45S8zMitzuAjQh2q8m1VrSiqeMK3jjdgvNkeJaefxPn6Pjdb7yG1777FtoaL+CVM6/j9Y4S1HacRBPNHJ1rqkF+yVm8/vJxXH37JRw/cQ3nmlrx8rkqGJq+iTeaHGg800zG4gmcqGrHtbcvU5pTqC+0o761HhW15TDF5jEzOIRhckOD45jxWmDPr0THpUrkXfg2Xjt7Gm997w20nDmGnSe0GpkdCCOrjmd8sxnaWSHe4nCg4eIFFNhsMFGcpbICxTQwUGexIe/MGygpyIXdQBHyASAQhIAQ2I8E1P2olOgkBISAEBACQuCwEOB3nmXYkHjWltijKjrgKmrB+W99E++S++a3XsOFtkqUWPdInd0uVtntAqU8IXBECUi1d5WAGHW7ilsKEwJCQAgIgaNGYOHZK7Ek9vq880yvoipQyUE2ISAEhMAhI3CQjbpDdiqkOkJACAgBIbAaAZ7lSiezyGj7ZqprNTXXDNONCbbp2K2ZSiJ2g4Ccgt2gLGUIASGwFwTEqNsL6lLmLhOQ4oSAEDjIBHSjiK5WiiJd8oN8HkV3ISAEhIAQ2DkCdJncOeEiWQgIASFwoAiIsvuSgKIo4IVSUqkM/O4UvNPJzbmpJDyTCXjJ34qMuXGWQe45enA5nG52LI75uRQSsQxiIQ16uVS+eyIB7xS558jQ064nnuR4yK07/ZLMRT1YT9b3SX4Kf7K/lHavfK7XouM6unX2Sayq3wv0DvnSSMQzSEQzmJ9ZQ8Y66+mjdAEPnVeSxzPJkE0ICAEhsMcExKjb4xMgxQsBISAEhMDzCfCKhVoqi0ggjZHOCPrvhjbl+ihfz60Q2N+0jDshdH0RRO/t8HN16L0dQufnQd2NdEXABoVnMqnn4fK7vwyi905YP96sLkv5WJe+F+izlHa5r+tBPLg+zEWPo/pxeD/5+jEx225fl79Oucyol3TpuxsG17Hzi+Ca50+XS2nX0ndyMIbwfBpsjA0+CG+N/b0wxvqiCPvTB/a24Of/6iRWCAiBg0ZAjLqDdsZEXyEgBITAESOgpYF4WAOvIhkOagj6N+dClC8U2FzeJ2VSftbhRXJCgQyi4QxSKSAaYT9Ls0TZJ7qHqB4vkvGkTNL7uftk7AbZvSjdinguP0a6RUhP3tfLoPo95a/Io8dtNWx+/eeAWYeDGej6UR0jNNvJ53FNPZb0X0VHrmuaBgdSySyY/5oyVsm7WtoInUNNfyH5c28LPmK/VqmuEBACe0VAjLq9Ii/lCgEhIASEwLoIGIyALceAnAIzjl3KQ8erBZtzrxXg9BuFOEX+ZmVw3nPvFOHU68/X4fQbBTj79kJZrRdykV9iRlm9TdebZZx9i2RsQY/l+p9+vRDsloetd39BF8r/ZqGuG+fjMPZ3ym1WPtfx7NtF6FiD24vk1p10IrfYjIJyM45fy39S303V85UCNJ/NRU6hCapRjDrItg0ERIQQ2BoBMeq2xk9yCwEhIASEwA4TUBRFf6bOQJ1nq8MAe45x086Ru/m8S+WuV8ZSOqvTAINJgcmiPNF7KW5J5l76rItjC0x3U3fWdbPlWWwL58FoUmFzbe17YKNBBqud5NF3UoFsQkAICIFdJLBGUeoa4RIsBISAEBACQkAICAEhIASEgBAQAgeAgBh1B+Ak7bKKUpwQEAJCQAgIgUNHgN9ymOV/21QzXvVyO+Vtk1oiRggIgSNKQIy6I3ripdpCYOsERIIQ2CcEqGe91FenXbDjfyvDstkMsshASyaRSqWhZbJ0vE/qcBDUyGjIENwlrptVOZOh80By9PzsZ9LI7Na5oPK4LL3srfwjCLxwD8ui3a1IkrxCQAgIgW0hIEbdtmAUIUJACAgBIbAmgZ2MoE46EmndQMuQ0aGlNcQT1M2msDTFZchgSKUoLJ5GKhZBCn5M9zzEQP8kpgNJ6IsXQrYXEuBlHuc9iCTTSBLeF6Z/ToLIfBjJaHIhhZZAdn4UvjDJTS8E7dR/fvZNURSoKu9haxuJMJpVGAwKlK1JktxCQAgIgW0hIEbdtmAUIUJACAgBIbAXBDI06zb/5WcY9s9jPtqP4aH7+P1nY/Dc+AiDsRjC4cfo6u3CH/7Yif7f/xP6tWF0TimIe3ow+OgzvPfx8J7P1mVSSTJyIojxcvukc4oMqFQqhVQyjlQmhVgoilQ6Cf+j+xh4TPWIkylKBms6HiIDNo00GbKZdArJOKWNpJBNxpBMaiBbFshqyNBxiMJ5ZlKjtKl4AqlEAunMsjOmpaCRHokUBaaiiCdJXiKFRIx8kpvNJBHzRxCh/GktSfLjiJAeqWd0TiJNM6JIRBGhvCmN5C0VQzojHUMgGkGc9IWWRiY4g8jg++iciyGYBJaS7pi/jRaYLmqLBu6O1VMECwEhcOQIiFF35E65VFgICAEhcIgIkAGRnPciSkZPSgsjEglgzhtD0udBhIyjdDqIYDiIOXcI4dkphLNRRLMOWHNqUaBkYXf30uwd2T57hCQxPYCxwce4PxvA9FQQ4599hDHPHMaG+jF643fo6/kIX0xMYtyXhH/Oi5Dfj3DUi8TEp/ioy4OB2zfQ2/MZPut8hI8+eQjP45/jvccTuPvZXQz330bv7ADu3x7C/MwN3Olzo+vmdfQ/uoUBXwopskqe2CTzPZgefYgvR4PIjv4OX/R8iX/59CHu37qJsdH7uDkewsjtbniCA+ju7UXvvVuk4w384a4XQx99gDGvm+rRi7G7H2Jw+jE+7fJhpucT9IzNYCK0CDdLU3HREfSMzmFuuh9Toz24+XAcPvcAgmwALrP/FnPsX4/ApZIZ/cXjbKvuX0UPrWZSMSEgBFYQEKNuBRA5FAJCQAgIgf1FIEu95oyWRWabOv2q0UJGXTnyHbnIR2THZ+oy6Sy4DiAjaiVZ75QbczM+JE0mGMhA9fV0kuEUgIcMUPdIL+Yis5jqpRk6dwzhlAqDUYWSCiE0fA8jMZVm+MbhIcO0c2QK/WNeGHx38HguDffYNAITDzE4/hhf9s3C656COxCHZ2oGfjKCk0YjnroLMTJBxtUo+t1RZN330DvZh/ujPsx6ZhGPTGNkNos4GW4xzyMMz/kw7Q8hGRrDg6EQZh4/gicUhGd6EnNdtzEyeAd3xuYwOzuNeZplJHttodpkRENNIhiIIjg+CPfMOCaTBpiMFK2Q2+EP2WFkhAGEeftKYr3ZbZ9EkSQEhMC2Ejg6wtSjU1WpqRAQAkJACBxEAtwJT6cWDaNnKpCF0UKGwrwf3rkQEok0+L1wRnMSfo+PDJUQ0loGFhtbDguZUxEPfLPDmCFrI+SsAsfsZL9cI4OU67BQ+tP/wwkTNM2KYocZdodKeipIxkMIkTEUN7hgKiiHc7obU94I4mQVGgyg+BSiMSDHaYazxAmL2Qyz0Q57YQlK8pxw5ZaguDAXLiWJRMgLdzoBf7QIpYVOOIuqkFdciapiKywAScTCZjDp+5lwAL5ABBpZ0Ka8YuSWlSE/Jwe2tAPFRVaY4vNIkUGYcebDZGAJgNlCOseCCIVj5BJIBLyIxd0Iqmw4u5BvWygCigFwliLPZoYxFqN6p2ApcJDuVipbWUy0cx6fA17YhM/Hli15UtdgUqhK5HZOZZEsBISAEFg3AXXdKSXhqgQkUAgIASEgBHaBgAK9A40Vm2LIIqcihJ5b93Dj/W64fQnUn3DBWe7H/Q+/xPU/DSCazKCiIRcGMn4MMCA2/Ak+/93PcWfcjWRLB4WsELrNhyazCtVAFeCpohWyKwqjMGgj+OzLh7jxaAr2Egv80z3o6Z/C6FQaGZ8XodoiZBIazWhFEQn6aGYvBmNLLcKPHuPu5z7EEkBJiYHiVVAlydhSoJLhpRbXIa+sAc2peSCbgGpRKdpIuqhQsho0fm5Pd2lojgIYDAZkhh7g864ppNMgY0vVw1TVCHqvt78AABAASURBVCPpr5pMUKuOwx6aQfjhDfQMTiNK031F1Q74p0jngWnMKEXIbWqAwx+BKaFAMWWQNaSRWiwnRQauQVXhqi6EQUlg/MvbeDQ2T7OwGTLssLObAijsVADkYytbFsQoszDztxU5klcICAEhsE0EuGnbJlEiRggIgecQkCghIAS2QoA60VkyCFaKUGiGytj2Y/zld7+Nv/zpT/HG62/iQmUxbB1/jb/9wTfwZz/9a7xx5SKunW7EyR/8LU4az+J7f/O3+Nl/+9/hx996Cy9VW1eK3PZjjW+/zFAFVpFsb7iIUy99Dz985QLeutKImjd/hjde/h5+9m/+Cn/+7/41LnZ8A9997af4wUs1aLv2Gk5dfR1vnG5HafXb+MF3X8K3/uovcPnKn+PNjov47pvHYDj1X+GHp/Jw6tVzqD/2Ci43XcO3f/IdXL76Bo6X5+D42VNoPFYL1dOD27/5Jd4j99vfvI9b4y64Wt/Gj3/8Lbz5N/9v/Ou3foj/4q1jOH/6NEqqz+O1szaUvPMujpVcxNuvvYuvf/8NnGytQq7JgqJXfoI3X/4ufvY3P8H3/xXp3Pg1/Osffw1X37yCWmUW07few2+5nPd+h9/eiaLxeBOq219D2/mv4yc//SEu/cX/C28ey0eJfRVA2xjEBp1KxqmB3JbFklFoMhlA9umWRYkAISAEhMB2EFC3Q4jIEAJCQAgIge0iIHJWElDoSmXk2S6VetLPRCpQzDnIcTmRk5MDu90Oq9EAxZKLPApz5eTCbrPBZjHD4sqDBVa4cvOQW1CAHKcDNpOyUuK2H7MhoSirl6OarLDYnXDZrXDYzDA5csl3ITc3B668XFgtToqjfZsJZpsdFnJ2iwUGowMulw3OHBdsNhfsFhulM1O985BDM3IWkmcy22Ez2yiNk9LYYTGqsFgtMJlz4cipQtOFSzhH7vyFU2iqrUAx8cjJccKeV4pcRw7yHGYq3wID6Wi3qjA6HDAbbHDYHXAUNaKi7hK+ca4Aztw8Yuxa0Dk3FzaTA7k5DtjsNkpXh9qWszjP5Zw7h/ONZSjOd8BkscNsdSIn1wWbqwgOswEGFTu6KSR9jdNAMRv/LMljf+O5JYcQEAJCYHsJ7HATur3KijQhIASEgBA4egQURQHPiJCHg7gpfKXdiZ7/pmEYyajKRWFVDSrJVVVVoCjXAathAwINLthzytBSaYHRuHblVFsecvkZPi6nsgpVhQ7duNxASZJUCAgBISAE1kGALzXrSCZJhIAQEAJCQAjsDQFeOZIXuMiufgfj3ii1gVJ5gQ7ouq9t/GxA3P5ISha2Qpa2yYgtP56GA7rxgiv6uT0A+ouKQkAIHH4CYtQd/nMsNRQCQkAIHGgC3HHW0kB2jefS9nvl+FnAg2qQ7ne2e6YfGenp5OJCKbS/Z3pIwUJgewmItANMQIy6A3zyRHUhIASEwFEgoBoUmMwK2McB3FSTAkW/2krv/wCevtVVVgCzzQCDCVBoH7IJASEgBPaYgLqr5R+hwsL+NHwzyW1z3ukkpofj8Ey+WCannR1NwDu1dtq5sQTYbaeOK2WxHjMj8efqsTKPh3TmfCvDN3rsHk/APZHQec0QNx/x24gM1pvzbyTPk7RU1hyVvZF68Op4R+jnIVUVAhsmwDNdsYiGmeEYJnsju+pGH4cx1hletczxnghGu5+NG+uOYORRSM8zN5xANKgh6Enpx8v153Tslodt5/74oh4TxGzkURjDD0MYXaMu6yl3hFl0bQ//MeLG8laWy7oyV/afiSPeXAeu11hXGOxWplnr2DO5cB7C/hSm+qP6uWAW7NbKs2Z4XxTusTgiwTS0dGbD32fJIASEgBDYbgJi1G030UV5U4Nx9N4Oo+9eBAMPo1t2gw8jGH4cweCjyAtlcdqhF6QdfEH8wDbpzHoMrEPnpfIGqZ7sBrZYPnNackOdxH8DOnDZQ4+jxDr6Qtac9hlHZellU12eiVtWr/4HEfTeDaP7VgjxqHQKFn864gmBZwho6SziZNClExl4J+OYGYntqpsbj9Eg2Oplzo7G4Ca3UqfZkShmRxd0dU/F6DeeRoiMiZXp5kajYLcyfLuOZ0m+ezyOWWLmnohRPWh/FX3XW557jGVEt4X/HPFheSvLZl1nSUf2V8bNUPgcOY5nn90zaaiuq4X5ZxNIRDXEwhr4nHKaOb0+sQ3Xh3XzTsWRinPbLVN1z/xoJUAICIFdJyBG3Q4h55m6aCQD1WyA2WHcunOaYMs1w0L+C+VRGmuOmco0kVu9bKvLBGvO2vEvLGO1OtlXlmWCjfSwONZfzkL91p9+LT0tVD/dEQvmZt6ADmaqmy3XBGbE+xt3lNf5fP4s02Q1IpNVwDN6moz0YpObZDsCBPj2Nn63mNmmorjSjLI6y666inoryhusq5ZZTrqUU/xKnThPZeNCnqIKM6wOA1x5xmdkcF52K/Nv1zHLrmhc4FVBdWCdWLfNymcZLHOz+ZfnK6+3gOUtD1vaZ65L+8t9Duc6sM96sFse/7z9/FJqmx0q7C4DSqsXmdC52xSPWgsKy82w2Q1Q1SPwI5QqCgEhsO8JSFO0Q6dIMQCuQhMqm+yoPubcFldz3IXqtvXJqmmndM9JW9PuArvt0k2Xs7I8Ot6Izk9kUD59fwvcuG41bQu8apjFBmXVEJ/1sl5N1xou8wX1qGx1oqTGDoNRAf/t0FdRxAqBA09ANSiw2FVwZ7zhpANtF1ybcFvIc3ETeSlP+6WFfI3H7cgtMKK4yry7ej/hlPOkXNaJ3aYZUr02nfeJPgtcdDmbkNd+merD+ZbcanJXCatqssGZa0QOXZtbzjoXmGxQhq4zyT52wYl6Oq/OPAP4+3ngf2RSASEgBA48AfXA10AqIASEgBAQAkJACAiBFxDQV1FNZaGls1h4xcQaGdYZzM95kqR1ppZkQkAICIGdJSBG3c7yFelCQAgIASEgBITAPiDAd9AYzQqMJgWgD7aykTWnP+dJRiIbd1sRJXkPLgHRXAjsJwJi1O2nsyG6CAEhIASEwKEjoGlZZDJkBRy6mh2sCukzdWmAz8d2aM7PeOq3z2/VQNwOZUSGEBAC+5nArugmRt2uYN5KIRloyTDCc6MYnwsjmtKQRRLpVALxaAbpRASxWATRKLkYhcUpjsIWjlNIc2ciFUXEP4fxCQ/CyQy0rIZU2APf3DSm52PQSGI27YdvehSTk7PwBBPQUkloGb5DRUM6zY4OllUjk8lQJ4XCaIgyq2mLaYFMgvImk6AYPTVFgZLoaTMZjfwUEqRrjFw8uZBPT0g60KUWyXgMHMf6x+IRxONBeIYHMDE9j0A0Bb1fxIpFoojTAUnEgi6gcrKkt0a+htj8NDxzc/CENIDKXdJjoaw05YmBVECayos/4RdHLJ5GmutAV/+sFkHYN4PpiVn4UySGuGWoTKo6suRrxGVBnvwXAkJgzwhwA0PtoUbtAruM/gMlAyqdhpZMUDsZRSQSIRdFLJbcGzVJHb2JY39vNNh4qXTdiSZSoCZx43lX5tBiSMSC8Pg18OlaGb3Z43TEC793DlO+FKL+KLXrS1ee1SXygju8qInKOyuSZKnN5+tplC4MkUiMrgUppHgBK1JYo2sCf6+eOn1kyPHiPSr5K0TJoRAQAkJgTwiIUbcn2NdfaGJ+Bp7RHgwHYoiQ0aYbadFJzEwP4cFoEJlkDMn5PkzMeDE3n0LY74d7tB9+MlZiyTRS/nG4yVgbngkgFvEjHM8iPjuE6ZkJTHhm4JsdwOORCJLBYUzPejEzMYq5ift4NDqEzvEYIjMDmPH4MBd9Wmf/SCemZybhCwWR9IxjmOJTmSS8g72YHB/HfCaBZGIGnQ8nEI4E4ZkgnSeGMR+dxVC/jzpYMaTIQKV+2DLBGtLJOMKTY3CTbE8iRBdWSt/ngX9uECPj0xibiyEdC8DX/TEG5mMIp+cxS7JH+t2IpVKYIwMwNNVJ6WYx4Y/rRqEWGaZjDU/6cwkfGck9+Lw/gEiU9AiOYm5uGhPuBGLhKNyP7mAuMo0RkjtJZc775jDe3Ym5xBR6u8eJfRDhcBC+ifEnxuuySsiuEBACu0ggq6UQG7yPcV8IYyNDmBzux3Q4gezMIEbno/BF3ZiensEotZcJMlKoj76L2i0UpVDPn91at/xladSJB9KoSYSWSuvGSYbCMloa+iAc6a3R4FRsehqemTm4U2S8UEUyZMymyfDI0CBTloxZjfZTNHDHTDRqXOkDkLGSJUYJCqdkdJhFhgxe3S23Ukg+6xCPJ5CgwcFUZB5hajRjlE9LppCi64mef6FKT/9PUzwpr1GC7KIcqgZIRYCO0zE36T2CB0PUfusDjUl9sJB2n5aTofqSrCRlTlJdODJDlcjQcUbnkQEb6inKmE17MT0+hbHReUTJ6PLOB+l6mNTZZSktTcfpdjTLWHJsy6kGgN1S2JKfjscx29sFbyhE18kk/LOk8/gg/KFxPBoIIhKnAcKlxOILASEgBPYhATHq9uFJ+UqlDPxk4Iz0DMBrq0Bpjg0Wo4KUZxQjPfdxa3AcceosqNEujM2G4QmrSATdGHt0HcPuGfhpiHV+vIcueqOYTtlQWmhChi6YPso74QkibDLAnBjC51+OIegbhJsMs7BvEoGxz3B9cAwPHw9gqPMeRue88CVVLN/cXTfQ03kfQ6MjCE504mEQiCfdmOi9i+6eQTKo/IgHH+PT9+5gYm4YvfcfouvhfYwEhnHv80EyjPw060idF2W5VIUutkYkJ8bI2JyBz6BRp2AOozMUHujG0Mggusb8SJDBNfTgD3g44EWA9sf7H+Pel700kxnE2MM78A5/jr7ZIGaSZljVABm2D9A5kaILNfQtHXJjrv8OPnrch/k0XagTI3B7ZjHmMyCbiGHikz9gfPYu7g/OYNJvgN2hIXz/j+jyDuDm5/fQ1TmOsfFZTPd36kbd8n6RXsA+/ieqCYGDSCBL1gHZLNQePKs9GzaBhx+gc9pLbdIjdN/6HI+GJxEbuouHNMUezHoxO+PByHACBoMK7tg/K2VnQ3h2aK1ytWgQoXkPZudDmA8lERgdhT8ahX9+Hn4aCPNSmzzupv1oEr6uHoz2DmI0FoMWmaV2yg/35Ay8nmlMu90YG3UjODVIg1h+MnjcJMNLsgI0sEe+b4oG/mLwkmHoJSPXF0ogRY0XffTKZ2mAMOafo7Z5HH1DHvgmJ+GjATm31ws3DdR5ScexSR94sJBMSj0PMilk4l7i64fXG0Q06EUw4MbEtA/zlN8bCWDO7YV3ahjjk4O4zcYRDyb6fZijQcR5XwjxBUkL/6lOHmqLR6c9mJ+Zwmw0i/mpMXhYhs8PPw2wuef9mJtwUznd6Bqco8G+OGyqH0NzQaQibvh885iZnUeQjDz62izIXcf/RCSEkZsfYYCuP25iPUf6jzz8HH0D93F7LI5oMounLldZtlezq34n11GcJBECQkAIbDsBddslisBtJJCEO1PJM+bNAAAQAElEQVSIoLkNr1XlID/frht1bo8dmjuGBvRiwpoLi8sJh90Fh8MOmyGC2Ow9fPb+P+PRtB89k2YYTPk41V4Gl53SqvMY95hgsxagtbkJRWWtKCEDJqzFEaBZwdlJL3yxEpSUn8el5C/x8WwuTLYCtBWtqFZuIc3iUSeh+xHcabq60ZholgyvRIERXjIg3V0eZL1TUHzTGJjtxcjUDKa9SUwH6MLc9wE++uABhvwhxGnUdEGyQp4JVocLTgfVh5zVaYfVqCHtn8DUyCTiNGJrccYRxxyGXReR6p1GNhCGwxlBKjWDmzdn9FsyldICJNzTCI1NIpIxkmYk+skni0DIDPeECWe125g3m5B1OqlM4mencu1GunArwEwnUq48mKo7UFech9MtMQxOZWG0+DE7O4WuHh+4Q/RE7KZ3mN2mM0tGIbBTBPaVXJpsoln8DLI0E/RcxZy5iIcjmP3yC0zSbFbaaIWd2hGXy6n/xl0u23Oz70VkuP8+Ou9/iQ8ngxgf8qHn5/+E7okJdD+4j8e//N9x68tf4Df9g+ieSdAgVppmojRQ44tI9y/wn2968PCPv8Gtm7/E3396A//5Hz7D3Of/X/z/Ph3GH3/+IR7e+T2+GL6HP/xLF7xjv8Xvb03i+m9/gzuf/Ql3PRrSy3oAmZgf/ulOPLj/Cf7uN10Y+vIWBmdGcPPWbXz+3u/RNdGF//PvPqEBwyCSS6CSfiQmPsAvPhzCQPc4AoOf4vHDT/APN8Yx/t7/hA97b+CXf7qHO7cGESHjNZ6IYPTDf8KXw8P44tO7eHTrMSaXZLE/9iGu3/4Sv/r0Eaau/wI/78vg3m/+V3xx7yHuPOhE55fv49OJOdz+x/fJoBvATCiAIA3STc0O4uP7c2RUPsbNO7fwm/cf4O7jKVBjjnVvWgxZ/2N8/qf3cGfQCzfNjnomZ3HzIy9Ov1wKZ675GVHxWAZpuhBsxHh8RogECAEhIAS2icCyJn2bJIqYbSSggOaOyKWRwuKW7KaZsylMzvmB0DRu9wN07VmMJM9cBFf1m/j+T/5LvN5WjnJzHFoqhkg2hHjiAf7pV2Pwz3gpYYJkppHJJhFNOWDIqnAWFAI0I2g2FKCjwYja07VoaexAgauQdKAsT31y0UDyyypMGLxHl2W6qk3f6cFUKIjp0Azc/V2IBhNwvlME/+0kXC4NrhYDgtESlF34K/zFj97Gmcoi5Dwlc5UD1QhTQS1McSfKC50osQYR7u3CcNKF2MRdjEd88NiaUFZUi4s53fiCDK+I8wpee+ctnMyLY+Lj32MUAHWD6D990qNw06xkz0QEruQoHg+lQIPFFLHiY3PxMCzBjekdyXQyCaMZUPLP4ViRGeXGUVAfAlvZuIOqUYdghdW5FZGSVwgcSgIqDf6YLCoUlQZcnltDJyrrynDyXA4efDiCRCz93NT7IXLc64SWKcPL7VVoa86F2aQ+UctQUApH8wlU3v8Yg7NhhBUrGalWqNTe+sfCqGqrwrGr5chz2aFknMitqkFtaR4KismvLEFhwgv/eB8e0dTabKgODZW5KKxsRmltM07UOWGjkhRy/DHklpHhW4lakwOv/fgK2loq4bRZAYML1txG1NYcx4XsEII0rBbkDORSoRh8D4eRf6YB1Wda4VRssCYUNJ6twYlXSmAc6kHYWQpzyymUFbqAlA/d3fOITLphyS9EXmU18knO8o/TmY/yxjqUtZWRkeiGZj+GhsY85BijmO73QQn4YT92HCW1TaipaSK9mlBdUoE6uwGm/EtoTg6h0BlClOr5FcnlJayxb3RCKXoZ3/nRX+MblxrQYAzCmvEipzGDT+9EyXh8chVZEKAANrsKo0mBokA2ISAEhMCeE9hQm7fn2h45BUwodQTh0jrxq99/hi9+/yc8+vIuIrmFqHj9VTS2NyJ2rxOpROIruyAdQsz7GF9++kd8cOMhEk4NscQcbr33ITq7ejBNfZzyJhuCngl8/luSd+c2YsfPwm6xwkozcjWNxSgtVdHf6YOBZrHMJgsM3KN6hr0BZkcFSqqa0djggDk7iE5/HWoqruLdlhxUmyfx5YQVpR3H4SwvQW1dAcocZkRHZuAf+ARfXP8X3OgcweR8Es/bFEWFyV6A6nPHYEpGMXxnChO+Yrz6yhm8fTGLYDiFaa8JlrxSlLUcQ3uBHdbwBCZpVLmbOg5TQSMMqTim7v4aH/7+7/HB+x9jNKih8LXXcfL1S8gOjyE5HwD1efDUVnAC+bFJhPv+Gb+/+wC/66vG8TID8hw2OMprUV1fj8Zc61NZNnVAnYEsnb3spjJLJiFwVAgo4I4zu+fXWIXJVoiiqmM42VGCHLNhlQEp7PqmaVlk1phlLMyJIpuYwK17vbjdPQtbgQLPZA8e08zX0GQS6WAQwQIVoUACyEYQDvgwPRMBakoQ6e7D43t+RBMa8vKpriYTTEbyDYt+fgmseUUoiXqQSKRhtBlhsFrJEDHDQsajuoxExtNJ7f4N/OKLSQxdf4zZVBoJNqKTIQRnB/C4/yH67Y3IM1jhWsxnsJnhrCmCv5vy3nyEKRphjBBz9/1+fHEnCUdNFXKik5jveYjh8QA0gwON1QYkNI2MQwPIgoUdT29R7yxGuwbR3R9GaUMOjHY7JctBKbXtJcTGHc4gZrXAajbDZjLDxM5ohEnRoI18gXF7A5LZHOTP9pP/tOznHtG1RjHa4crNg5PqZXIUIKfmNH2PLqFx/DriPNOYXSaB9pOJLDQtC7Kxl0XI7poEJEIICIEdJaDuqHQRvkUCKnKKylDd3ILyonzkFRXCVUhGVH0TWo+1obLhFM435cCa147qslwU5wA2uoBXHb+EutJylBXkoKS2BTX1rXRciYLik3jlfDVqO86guqYBVcUVKK1swdmOSpqlO446Mr4am2pRVd+MqnwnFNdJ1FfYkW8J0uzeIHof3sWjh/fIDSJdUAZnSS0KSupRe/IsjuU4UH/iFBrqWtDafAwtZ86juuks2opqcPJsG+qaTqG+rB1nmhpw8mIDyisqUGhNIkKdhR5d7gOSOwR3PAm1sgaFpRUogo0u2NVoO1GEsubjqKmuQW1tHRlvZ3Giuhz1py+hqfwYjlUXo6axEI7SBpy7cAJFxCDXWYia5ia0kh7FeSdwuq0CNVVlKCxpRE1tK062N6Gk/hLpU4jC4iYUF5eiuhAw2uyouPoaKova0VpTj4baShSX1KDy+GU059ejrbEAxdWlKK5tQvvxRqh0hhVym/lwB1WlTpMCZTPZJY8QODIEMtRxTsYz1IF+tsqq0QLniZfRUpqP5oZKlNJvMz+vEnWXr+B4sRU5xiKUlpWgtt72bOZdClEUBYqirFpaARk+tS0NqMpzoiDfgdILV9FUVYfjHcfRevES6kuaqc18FRca81F1rAHlNbWoKypGXuMFnKnNR0XdcdTVn8H51npcOFEGQ+1ruFJrR83xOpQ0nMXxhjN4/XIrmqg9rC60obqhmtr9QiihaQzeuYv75O7e6cSgOwVjeQs6Lp5He1UeXLXtqC/KQxkZgkaLEwVFpWi7cgbO0CTGH9/FXcr3aGAKk05qj2uKUV6Si1y6nlQ3tKOjthgFDRfQ0nQOF9tr6ZrQjJqGk3j9TAWar72KjuPtaG8sR4ElBm//giyW1zk5D3/GDHthFcrqO3C5wYbGk60oLChBSWUD8biCMy11aGkoRq6tEtWVRaiqdtGMWT5OdtTAml+KiqYOHG9vpuuNE9S8Yr2b2WZD9akO5FmtMFGm3Mo6ulZeRkNFI862lyPPbgK39xT15KNSgKKsfl6fJJIdISAENkxAMmyOADVJm8souXaHgDGXLm7Nl3Ht3HEcO3cade2X0VRWjnKrHU5XJc5dqKcL4AlUl+agyAXY8qkzc+E7ePnSK7hyqgkVFc2oazyFi9Q5aGy5itdOVaCgog0NLSdxgcLaTr+EcxVGWHNbUVmai+KiEjLUmnC6pQhqzgnUldmRZ0shFY/QCHEAwQC7CJwVNcgvLIbdng9HeTuacipwtqMaBQV2GAtqUdJOcqlTUmN0oKmhGvmlzSgtacW50ydx4Wtv4dKVV3CqvhC5hsQyuVEktQzMldUoLC1DIawwmirR0poDe045qusacepCmz5D6aBRVbXoLFqqWnG6qQSVVQ4YLQ5UtLUgl4y0uup2KusEOs4cR17BKVx55SVcuUplnnsJbQ1NqHeYoBgqcPJUHQor21BCHZaqQsBotaHi8quodBZTJ+Q4Wk9fw7kTZ3H1ShvyzTWor8lHIXWM7LkFKGmoe+Yij41sigKFex0KQB/IJgSEwOoEeCYko1Ec75C3/KPQTI2z/SU0l+ajqa4cpVVVcJjtsNScQEO+BS5TEUpLi1Fba1uebVf3Fzr/qxdpKalDTetpXDpWhxPNxSiiAaTjdPzSKxdx8Y0rNLN1AufbLuFSawEqWlpQ09KK4zUVyClox8VzTThz9SwZbGcprB7njpdBrX0Vl6muNW21KKb2v7m0EWevnqI0rWQ4WlFVX4WSilJY0nFE/AEEdBdCzFKFmo7X8OffeQUvv9SKisYTaC4qQnNdNRo6zqKjpQMvn62B05BENBRYyBfNIGE/hgvn2nH8dDMqa1qpjTyGy5dacfLaJdQVNqCjg9rhyy+Rfx6vdxQgr/0qTrW14lRTOUpyTEiFF2WRHkFjCUprm3Hu7Am0nz2H9lwFdceaUZifDxcZeuVtF3D5WC2O1RfBaa1EZUURqqpcdB3Kwwky6my153CstoIG7apR1lQL4+rIVw3VjbqTJ5Brsej5ckpLUFZXR8c2VJ09i/wcJ8zKsqy0bzSr4BtZFNpfFiO7QkAICIE9IaDuSal7WqgUvmEC5kIU13Xg3Muv49rLr5HrQG2+k+bRNizp6QyWEpQ3n8F5Xe4rJPcEKh1WWJ5OJUdCQAgccQIGowKrQwX7RxzFNlXfDkd+PTrefB2vknv9zcvoaCpD4TONrxPVrS04eekYcqlktl3yG87h9JXX8Trle+XqeZypscJM54eiN/yxFVSi7syCLJZ35ZXv4s0zbbhYsWFR68qQpVQ8LsCOdrf8YWOOmWxZkAgQAkJACGwDAXUbZIgIIXA4CUithIAQEAJHnIBqUmG0bmTOC5vfjFaYTSZYDJsX8dycZNXxs43snptOIoWAEBACB5CAGHUH8KSJykJACOwvAqLNzhLQ0lkkohmwv7MlifRDTYCm1VRVATvIJgSEgBA4ZATEqDtkJ1SqIwSEgBA4bARUulIZTQoU6pAf8LqJ+ntIIJsB+NnMrEZTdnuohxQtBISAENgJAnSp3AmxIjOdzCLiT2N+NgnfVGJbnGciDu9kQpfFvndiYZ/l874eRvGcbslxmB5P4e6xOHzkLx0vxS0cx5/I5uPljtOxWx62fJ/juLwnsqm+3sk4PONxkkluUW/WkcM4r5fCOI93UR8OY+elOq0WznFLjvNwGna8vxS+3OdwPZ7kcbi+f7mbUAAAEABJREFUv1gWx3E5HM5OP6Y49hfSESeqA8ex43Av6cv7azk9zTIZC3IS+rlaK8/8dAIBd1Kfgchs10Me8tMTAoeQABtzqlEBv9sxFtYQCabX7cLUDrPbSB49bSCN0DyVQ75+vFQmHQc8KSzJZD/M6Zbil3xKF2FHx7FIRn9JdSqeXb/elDdMjmWsqgfJfUqvVY45X9CXelIm66nL5LQkm+NZ/ovkrCde50CsWZ4ul8t4gdPzLGPHx5yX/ReWSfpzWcvTcd6VYcvjEzENaZr15ReGR5fpxkzWVeayPNGghniE5KVA38ud+NGJTCEgBITAxgiIUbcxXutOHaeLuJuMmpFHIQzcDW7d3SEZ5AaXy7oTWCaX9pfiyR9YckvpKW3/bZKx7HiAwpZ066f0T8leSsc+p2PH+6s4PR/lX5I1SPssT9eB0uv75A/cXdCR0+lhlI73n3JcDoezr+dZpvPi8eCiz/Kf7C+FLfmcn+UslUl1fyotx6+SVmfE+dgtxnO+NfVdTDPA8shxWtaLnb6/FL+KP3Q/iIneCLijxaPH6/5ySUIhcMQIsDHHHfE4dcqnh+MY74mt2412RzHWE113+iXZY1TGaFcEY71PlzVGskY6KZx8TsvHo4v7fLzkON9S+PRwggwrDX4yBpfiX+SzXN1R+aPdVB75L8qzMp7zjXR9VfcRZkGO07Fsnc0m5HL+lU6XRRy4zmOLZaxMs/J4SYelcJYxSszZXwpby9fLWab7GJ8vKpfD18rjmUzSIJqGKA0MTAzEnnwnxlhvyrtWvtXCx3qjmBlN6LIyNAN4xH6SUt39REB0EQKLBMSoWwSx3V4yriHgSWJuNIaZocjW3XCEZEUxQz7LmyV/dpSOF2XPjkQxO0LlUPgchS85Tqenp3jPRPSr/HQ8NRDByOMQJvvDmKPjJdmcfrlbkE15F8taHqfvL5b5JD8fk7y5sShmh6NgXVgPlsNhnIfD2HE4Hy85rpMeTvmXwp7xl+RTPWdo/5l40lMvi+LZ5zR6uYtpuUwuZykfp2F2s6Srm3XmshfT6mlon3WaIX+iN4zRzhB1BsLQ46gs9hdkRMFpOC073ue4tRzn8U7FabQ3TSO9cjvQdv8GRd7hIcDP0vGsSCKWxQgZKX33IlivG3wYwcCD9ad/Ivd+GIOPoui/F36qrP77UYz2xElmVA/vfxDFwMOF/Sd5F/XjtBw22h2jWT8NnqmknofDXuQGqBx2/SRr6HGM9IisO++SbNZ/uPMr3QaJRf/9BTms25Bev4XjpTyb9QeJwQCzIL253PXI0dmRDktpWQbXlf2lsLV81n95nM6JZDGz5eHL96eG4ggHNAS9KSwvg/MsP16eZ619Lo8NO/5eQpH2+/C0NlITIXBwCbzIqDu4Ndtjza1OA45fycF3/0MFfvT/rN6X7uq3C1FcZcYbPyzBX/y3VftSx/3G7vw7+ahuteHktZwt82Lmb/yoGK4CE1SDssffWCleCOxfAvw8nSPXCFeeCWfeKsTV75dswJVSWnYbyVOCa98v1d1V8q8+p7xrFMduZRoOY8fhp9/M19va2nYH6VKycfe9TeTR9Vqqw0L+a1SXa39WuvHySRbXY7vdNZLLbjNyOR+7jeQ9diUXhRUWlNbacPGbxVvicIXOScerBcgrMUOVZz33b+MhmgmBI0RAPUJ13dWqKtRHN5kV2BwqbGTg7UdntqowkDFhsW2Hjgbsxzput046M6MCI5/bLZ5XNvwtNgMU+RXu6m9TCjuABBQF9IFKvxWTRQX/DnfFUdu4HeWYrAp44MZAbcd2yNu0jG2qz6bLp2vOXuY1mVQ6DyCnbMt3yGRWoaiQTQgIASGwLwhIc7QvToMocRQJ8HNCfFvZkau7VFgIHDECGS2LrCyGtOdnPZOF/lqMbWl3SVYqmYF+bve8ZqKAEBACQoAGrASCEBACe0yAOgd7rIEULwT2JYFDo5T8xvfPqdzOc7GdsvYPIdFECAiBA0pAZup2+8TRaC2P2C5dC3i2BlkNmUwGmsZLI2eQjgURjsSQSFI4J8xmKEkC0VAE8ZQGjYcbWQ7rTj5lpVFgOqCdLAnRwJnSSEbCiETiSKQyegileOZD2UHinwmXgI0TyKQTSMTCCEeTdI7oXBJc/VyTD3J82pZLVVQFfDtWVh6yh2xCYCsEFtpRlkBtH/3W9ON0GhrvQ0M6EUMsEkE0oWHpd5il32syHkM0nqKfZxZ6O6hn5/2lNjMLLU3HHK6lkIpHEA5HkdAyINFc4LqcalCgKMq60u6fRBmquwaNZhn3j05rarKuCGpyYTAp4HYXW93odPKtwCqf263KkvxCQAgIgW0gIEbdNkB8nohnLvzUMdBSKST1joJGRkAKWjqAaDiGcCiLTDIK/9AtPOocxNhsCHonRIsh7h9H790ejHujiETT1ElJI0W9kKyWQDiWQZoNwkgUiWAIAQ6HH5OPH6Onewzj7ihSVB5WbKwbd374FhI2PlZEP+cwCzZCM0u9Iz0l9Xp0f/GfLnxxfzVvRfLVkiyErTvhQvId/s+cuGqrFROfn8Zk/yM8GJiBP5pCOp1EiozwFBnnWiqJJL/PaJXqKFBWEydhQkAIrIMA/yaT4Tg0NrS0NNLcvsbTyHi9CFBYEhEEpocw+KgH/ZN+xPRb5jSk/JOYHhvEwIQbKS1JbXGW2jVAS8SRIGMvhQyNzCQQmE8gycZg2A3fcCcePe7HVIDaWpK9DvUWkmz1J77YbmR54I4cabYgd83husXoZd6iiGUha+8upI0hGIzStSkBLvcQ2XZrV1xijgABqaIQOLwExKjbqXNLPf9kPEMdha8uv3pR88PoGx7G70dCSIU/xz+/P4qpux/io5tf4leP3dR5SGH40Qgs+UkMfPkF7n72L7g9dBf/+VdzyKktRI7VhHhPN8a6OzGUCiA98z7+4eMJjLoT8PZ8inuf/BKfTqWQzY6gb8oMNTyEubH7+OCuVy9+3f/IMASNSociZIykM8gkE0jQzF+UZ/1SM7jx6V10dU3SLCD1e2h2MBUM6AYoJaW0cTIug4hQxyfCHGj2KhZNkFGTQTaTQiqWQpQ6C5GIhlQayFDnKJ2gnWXKZUhQKhZHMhpCJJmlEXfqbFFHKxGNIpbKgqwlpONRhEhuPBpHOpFAbEkEjcpHKTxGxtQykduym0pkkUpkSOdnxfnn/PBNT8BomsZv/oefo7P7t/hyYAKff9qHwY/+gGlSm2zvZzNKiBAQAs8lwIZbhqwK9lcmTFO70P/eP6JnbgaesXsY6b6FPw1OY/D3/z0+HfDBHZ3DbCAODw1uOSKf4X/67TDGr/8drvdPYSBRgPJcDVGtC599PgOfL4m5ezfR88WnGNEiyPg/wy9+ewcDY35EZ30IuX2IFVsw/vP/HdNzc4jSb3qlPps5zqSofYyEEKW2LUltXIrbVBoISlFblswkqb2MUPuZhO/ebfQ+eIheauyy1EanYkHEyIBN0+BRho1ZbltDKWRpcDBBbSq3r8ikqU2OIkjhGjHUKC23ral4HNScP60uGcUatatBGpTKkM+yo+O9mHxwHX8aiiAUJj3YqCT9yIregEn5dDFyJASEgBDY9wQOoIJi1O3YSVOoc6+CV8fC8s3lQDqZRvxxP2K9Q4iU5GDCZ0NmegrW2DAm6aKaDMzAQyPLo7445qdCUOf9UNtbUFRSijyHGcb0NBl1n+G9X/wS//TedfS5w4glp+BFGmN+K6Kdk6CrOsJeD+ZGR6mjMo+kwbRcC32f7wbSbwE00deAD/RQ+pcOI+IZwD9/PI6xgXEE/NOY802j91E3bvzyTxiK+jEbjCJKHYjI7ARG7nyILz3zuP/+DQzc+wNuDTzC+7eGce8372Fs8Ld478EYbn/2BToffIgPervwL//rDQwGRnH3Xg/GKO3EVD8+u+ulgr/6zA/cxcOP/oE6EuP47He3MTMzhhnPJB7feohbv/kXDPb8Cv/j5wO4+bt/xpc3P8Z7NIt563efwDt5Ax89nETvvRsYoVmzvvmvZG7HnpFv3SHHq/CtlJeh6VKNDFTVbEIqmISSiCA+fgsDkzN4rLahmE4B3/6zlC9LM51p7lWR4bsUJr4QEALPEuDmSdV/PM9OeRnULKrK45j1x9BNhkcg4EZOziwGUIFAzxzSgSCSkQD8NOAyNzmOqNGA4SkFdlsO6moKkZdrozY1iOm77+HD3/8cv//sAR5PRHRjKdzjgUMZxlQqhCkytqKhWUzNzGBsLqnfbfGsNs/q/qKQ2HgXhnru4cvpACbH/Bh+/z0MzU5jiNrKgQ/+CZ0P38NH42MY9iYQ9IUQjUQQj7qRGHmf2lY3eq7/CY8e/QF/IIPvX35/E+77/zP+4c4oPn//c/R1f4ZH0z34ggaW5qf/iOudM7j/yfvovPMpurwppKkC2SUFoyOYGHqAj2+Owz9FzvcAfeOzmJ4hftEAAtEItKEP8GDSj97HnZgf6tIH25ayHzmfwEWCaRqIzYKa8iNXfamwEBAC+48A9eb3n1KHQiO6WKoGwGBcURtLAVyZFCyTj/HZYBrVFT5M+zUkPF4Yw5PociuAaoIpOoNMXi6M9lzkkLFgKi2C1WKDhQwwA8VbqEOSX1yE4gInzAYV2dkBuINxTEXMSAx0YopGU9NGE5L+DExZFQVlthWKLBzqnSXSU1k41P/zSG1kbgozZidMTgesmo+MzGE87pyAu28Ec1kFmtEMkzGN6Pw0Bu53Y8rtwTyNBCep0+PxzmBwxo+5sRnM9z2Ch0afs6YIkvFZjM2G4Q6YYbM44Yx6EBjvw/AsGbEmi1720r+4z4/AtBsxmx3xuQnE/AMYIgO1t3MM7oEBMjJ7MBw2IzY/h0gkDG88i+jUMLw9N9E9PoExTxDhaIpmBpckbo+vGhT9NRCr3jFJI+pJ6viFwka0XDuN0lwndb5imPcHkY7GwKyXcwYdKAr94x3IJgSEwFoEaFIKGvec+eeyIpFqMiCvtQqRyS6MzKQQjZpQFBzEkKEW8eFezAf9CCsGaCkDUr40qprykMxYYLNakJdrgclsglFRYXIUIK+gGPkuG+ymBGIxDx4/csNpnsA0tUfTXg0qUjAY5jHvaobZaINpFX2wwc0zE4LXG4PV6YDDoiA8Pgw/tWl+H7WP7mkEsnEEuu9gcC6KsGaAieqrpCIIjXTDq1hhNM0jHJzEyPQ8puYTsMUGMEZtUHQ+gPhMN0bHO3F73EdlhGnwT6O0USSSKRhtZlBz9kTbhHsC/rlJ+C0uuJx2mGwZpHgWMAEqw6ynN7sy8E2PYnjYjbn5NPTm64mEo7djMCpQVUCBbEJACAiBvSdAzdHeK3EoNaBRPJ6AIdvq6eopdhRYNRQ5/bgZqUZNtAdJsxmm0kLYjFmM9QaQMeWjpKgE5flm2PJsSBhMSA12Y2JyBEPTfgQiNjLSWnH2pSt46Vwj8i3A/JAH8ZiRZvPsKDKO4v4cXZBtxcgrLkc+XbUKSzMAABAASURBVKCtWboyY/Vt5QUpq2WQSaWgWrP8VAlSITd87hlMUscjm0ogQh0iI3Vu0mnqWMSpgxCNIUojyCgugdPhgjUWRiIaRNhRCGvGDIeagcFihEr1tJutcNXUo9xZgWMVQDQQweQcUEkdrae0ozIspiKUlpeiyJUCIhOYJcNxjkbjNV2HDFy5JcjPzaVR+ULk5uQjz5FBOhGjsn2ko4PKzAPhe0rsVg/4FjBNy2LN+44yBpjMOWh/+QSKcu1Q7FXIz7GjzjCCKX8Kae6YLiqhKAq4U/D8HgFkEwJHngC3pfqCJSvuZtfBqEag+Bhc/mGoRg1RJQ/psRCcFbWock5hLhKCJ+OCPb8CRQVFcGbiKMjTEPZ7MTY0QjNRk3AnTbBWncPJsy/jbEs1Ki3ziIdG0ZkuQ35ZCVTvPMJzQcCag9KyApQWWcggUrZl0CipKcikATPS0JQMLHYF8bAXXmpTg5oNRmc+rPPDZETFkKQWWQHVMZJCLGuEjdpWWMww0uyjhdpWW14BClx2OJzk57ngMCnUJkYQTsYQjOWiMN9OHMrgyi9BWYGFysST5idDhl5GS0KxZPnOSsBB5ZossNJAIgxAOqkhXXECDm8ngsksfJYKDsaR3RTAajfASIypKT+yGKTiQkAI7B8C6v5R5fBpwp0QjWapVtYst8yF+nMtKKk4DdtYFFUn2nD822+hpbUBubPTsJCxktv8JtoscbhsaXidhXA9fJ9GjW/iRifNoEUBs80Ki2KAYnIi36lhNl6K4orj+M7bLbh2KRcTIxZYHbmovXgMhcU0Mk0jq1jnZrTbYCsuQLrnMUYf9GB80o+U0YqcslwoNpUMPgtyEKYZshSSRhdajxUjRcaqarfAYnXCloqRtTaHQE4u8tvbYKRZyPHuMIIRC2pqLHA5DfroprUC8Gm5ZBDmot0ZRyQYRFB3ESQVI0wuF2x0tbQ5XTCkVDgcDjiLXYDNhIypAHlWA6wUZ7PZ4LSaYC8sROHpUyixWJELE/V1zDBasK1bms4nn9NnjHUqxWin8mta0d5Wh0KzCqPRjurqBly4fAytJwswNxUHG4V4smWR5d7qk2PZEQJbIHDYs/JYyrJBka+qawTUerSV0EBRaw4MNEAWyLbiG6+dxtfeKIERdiRTTpQ2V6PmfBviD0ZQXmVF0DOLzhs30dXThcEgtac2I/1mFZqRssOqZmGNhmC9+gOcuPIXOOUE8hFEOq8OJaVn8GrJADLZGGLaV1o8d490Xyu+rDhDhpMPXd1D6Br2wllVgERwGrOeEOajFhijCWSaamCFAqsdSFH7GglqsDQ3AWPDGOpNIaM4UFluQ47TAlgLkMtto8MGc2kjisub0W5JUnuowkJ1tDrsMJMhqGgJxEJBhHQXBvILYXLaEe1+jIHH/ZiNKlAtJphzLMiqGaSm3PCnquEKDsGSb0C2tBSyCQEhIASEwP4hoO4fVQ6bJs+5iuc0o7z9Hfy7t4tQ+faPcJVGhptcpWhoPoW/+jdXcf4730JlTgFaX3od5668iVfaL+J7/81/wLfe/XP8+I1jOP/uJdR1nESLKQ+mim/gZ++04c9/+hpOnm5GTk498k7+BP/28gV8/+tVqG5sRcOxU7h8rR7r3kw5yKk4g7/92Tt467uv4OTL38Xrr30Hf/uTd/HD//t/iTdLyvHGO+/glVfO4eSp02h6+2f4N29fxDuXm1BRXoeKlgu4eKYd55QZdNpfx6vvvoIf/GuS8eo3cKmyHV/7ehFsNgPigQicJQWoaCiEMv0IH/78F/g1uV/8/CMMmYpR/e3v4DQZbKfffQd1l36Md974Ov7633wXf/5f/9d48+q/x787n4Mzb38TZ85ewBtt5ThB+yXlX8Nf/tnX8O53XkZbaw0KDNjWzWRRYLKoUA3Pii1tacaxixdQQFEKORRcw8ljtTjRWo2c6iu40ubSb5/lKHYZ6hCykcj74oSAEFgHAf2HtXq6kpe/j7MdV/B6RyuufP0lFNGgl6Hhz/H66Tfw56804/S5GrgKz+DPf3QRFSe+ibe//h38+McU/8r38Up1B955swyFhWaUX3oJJ7/973Gx7Tv4qw4gx+rC8TdexZUf/hk6zpxHu82Fktf/BrXlpXCZVtdlZahGv/XVBoI4naPhIk69/D388NULeOtqE2rf/BnepLr87K9/gr/4d3+Niye/ge+99lP84OUatL30Gk5dfQNvnGpHSdXb+MH3Xsa3fvIXuHLlz/FmxyV8741WGE/9V/jLU7noeO086ltJ7+Zr+PZPv4PLlO94uQvHz3Wg8VgNVE83bv3zL/Aeud/88x9wa9yOnNav4Uc/fAuX3rqGxtyzuHKmFs0Xz6Lm1Nv4y9cbUW32IZpuRzldA+pKWXtxQkAICAEhsF8IqPtFkUOnB80wGYwKDKZVeiEUp6gGGA0KFIMBqkI+jcIqigqDUYVqMEBRKExVoaoUT77BaISBwg0qhRlUKORTCkAxwEjHej5VWcxngJHiDSxfUcBpVYrDujfKo6jgW3oMJFtVDWBnNBhgYD0UBarBAFUlXcgpBiOMBhUGKkPJq0BxaQXaaBS5+e1v41qhFfk0a2UwcnpyCqUzKODNWHgJZ0914FpHKRyl7XjpW9/Eu+S++a1ruHC8GkUGSk8JVYMBimqAgXxdJ9ZBpTKpPNVggEo6GBb3FcUATmcwqFAVBQrl386Poiigz6oiFUXRdVGwuCmkg6pAJacovI+nNlUF+NadpwLlQAgIgWcI8G9FH0yh39IzkYsBimqASgkNlEY1qNB/h4qBwgwwcBg5KCoMBpU8A/kLTlUNUPVwBYoCKCRDpTaNww0qHUOBqocZFnw6ViheURTaw7o2gwHg4ldNrKhQSQeDqsJAiRSSbaDjpbZOpX0+NlCcqqqUVqV0KhTFAIOB9g0GCjPAoPK+SgXRtWIxrUJhC3UzUBoVKumsUpiiuuAqaMGZr30Tb5F752uv4wwNPpXYDDCwPIMKRaH0qgJFT2+AQTVAgQ0tb76OtqY6FCur1uZIBWayfLcF8Jwh3IPOQ/QXAkLgABFQD5CuB05VhS566j4mzBciftcczxZt222ARits9hwUFOUjv6wI+WTUkm276rkz2PORm5eDXKcZBrMDecVFKNJdHnIcFphWzbW3gelkBux44YYta0JfEEWhL8mWBYkAIXC4CVDfeeHW5YP6c2G92e2b02SAwWSHq7AIBeQKC/PhsltgUp+jILdVRjtySwoorXVfts/P0V6P4rt3+fZ5fjRCD9jiP0Whk7rw2aIkyS4EDjoB0X8/EHheE74f9Du4OpDFpKUBNpj2bSVIR9aNO0zsb49ToRpNMJlNoMm554pUaVZSUemK+NxU+yuSF0nhW6m2l9n+qqNoIwT2GwH+vfFvb1sGU/Zb5Q6MPtRWq9SuU5tNnwOj9TOKUjWeCdtkAItit8nskk0ICAEhsK0EDoRRt6013kVhvCjGdo0I7qjaclVaN16VejMK/2qE2bqZSUIhsGUC9HtTaVYke0BvdNONUX0QjSqyZRgiYLMEVMJvMCpgB9mEgBAQAoeMAHdPD1mV9kl16OLBi2qYrYSYL+b70REq7mykk9RV2o/6bVynhYcbdjCf0azSLCTNRtJp1fuX21EWZBMCQuB5BHgwxWhWYOBeOWjbjt/dLsrIpLPgW/9I8x1vo7atXdpFPrulM1dJL4tPBB9s0XF2FiVOCAgBIbAfCHDXdD/ocfh0oNae3z2kJYB08vkuFaP4ODlOR+lTvE/+mvk4jh2nZ7c8PYXr8jh8yVFYmtMsHS/6rJ9CnSSjUUUmpSDN6dgtxj8pn8PYrQxfOqa4JzrTvi5nKY7KfRK3FPYcX9ed8jwpe7W0XMaL0nA+SqeXvTwthT2lH6dbchy3PO1S+DI/kwKyGjm+tXZZ+HP1XSOdRuEayQPfW3b4fgH7vEai3kEkwINQ/LvZzO9t3Xm4HWBHv88N5VnZdrCMxTBkaZRv8ZqwWlu87nLW0onLYrdW/FI467OUjny9vSV/1fKXp13Kv1mfy2B5L8rPaTjt8nTLwziOj5fHb2Bfb78zgL7yMMtheRvIv5wTfw/5EQtpvg9iSyI6C4HDSUCMup06r3QBnxyM48a/ePHRP7mf6z75lRsf/9Ktp/n4F258Qvvsr5WP49g9iac8H7Gjcjic5T2JWwxbkr88vOtmEAFPCg+vB/Dpr926Dpx/eRre5zB2vL+qo7L1+EVf36dy9bSLYUv66WFLcav4n/xyTtfjeelY/se/8uDjVfIvz8fpPiGWT5VN+jx1vFzG8+IW0/XdC8E9lcBwd0Q/X8vL2+j+J3TeH3zmJ5uOOnw79T0UuULgEBDg29hjIQ3RUBqPr/tw+/funXN/INnslspYj8/p2S1Py8fsKKzzhh++mQQmByK4/T7J//02Oy6H3Yvk/pHKXUpH/p3lxyvzUvxtdivDN3PMctZT79X04bzsuFz21yOH067i+u8GMD+bgGcijnsfebCl+v3Bg+4v5hHypagNPwQ/MqmCEBACB56AGHU7dQqpn251GZBfYUVh1fpdwWLaJX9deavXL3+5PGeBCUaLipwiMwpYz8rNydFlrqUDh7NbrJee9nn71bZ18rJg3Yw2VP7zGdjzjDBZVdhyTOvU8znyiHdOsRlk/0M2ISAE1iagKADffmm2Kiivt6Cm1br/3LFVdFoMK68zw5FjQF6Rcf/pvRbLRd33nPU26lFcZYbNaYAj14Dq5lXO11os1ggvqzHDalfB30/+9ooTAkJACOwlAXUvCz/sZecWmVB33IHGU67nugaKZ7eUbvn+Uthyn+PZLQ9b2udwdkvH7PMxO95f7kprbbA5DKhotKG+wwVOw255Gt7nMHa8/yLH6di9KN1a8ZyX3VrxHM7xDaQv7z/P6emI7fPSbDSumAwxR44R+aXm557T9chl5hWN9sP+M5D6CYEtE1DpSmUyq7DYDWg44cCxC64D5Wrb7HDlG1FERsWe6n5+n3PbYf0q6Vpnp8FWPhfNZ5xb+g61nneirt0BlidG3ZZ/4kdNgNRXCOwIAbpU7ohcEXpACPAsET+nItNFe3DCsllkn6yesAflS5FC4IAQ4HaK36kJ+s0cEJWfUnPhdQxci6eC5WCXCXB7y7fy8vnY8jWPTie/soifzzugX8tdpi/FCQEhsHECG8shRt3GeB261HyRSyUz1FeiK9Shq932VyidykBLZaEbwlsUn8kA3MHQZQn+LdKU7IeZgKIo+jL0vLATDuBmMilQDQpk21sCBqMCi02Fviq1sjVd2JAL+lJIxjW6HkgDvjWaklsICIHtIKBuhxCRcTAJsNaKqsBkUaEoW7zCsTBxGyLAt5QZqLOnqJRN8BME+QgBISAEDgYBvmTmFppgsRmg0nX0YGgtWgoBIXCYCaiHuXL7sm4ZDRlNg0azNKxfOpWmUb4okokk4jEgk44jPPUYg0PjmJuPIalRqkwSWnQWYz2S8jDDAAAQAElEQVRDmAnEEKOZtUw6A43vH8mkkaCZI10eyUjH4oiChYfhGerDyMg05gKJr96RROKe+tBwo5bmUUZ2T8XIwSoEjCYVTwyxVeI3FES9AkU5ENbchqoliYXArhKgpisdT1M7Sjs07Z2hxlDjhjMYRoSmw9OIITQ7obefQzMRpKhNpZTIhOYwNzmGoal5pKkd5eXqKTsyqRTS5DRuX5FGJJym4ywy0Xn4xwfR3T2K2WgKKbl1eldP874rjJpunvlTuRdF+/tOP1FICAiBI0eAm6MjV+k9rXCUOhIeN3p8cWiJIXR2exAYf4y+oQE8GA8jnUhgpr8bwYQXo71klA08xrhnGLfvTSNGxl1ayyI2PYX5mUl4tCi0YBfu9s3DF0ojOtWD8Z7b6AtQBwdTGB0NIDA7gtmZEfRNRNas9qp2BRl7oF5OIpkmAzSLrJamwwR1iHg/iJHhMczM+pHmDhL1hLREDCkyNLmfo6eNx5GMJZGk3lM6RfnIeOXnGLJZDRr1qpJxiiPjlPpfemeMjdTlCvJtoRp3rJIkh+rM6mTSKdIhiRQdgw1j1o/kcgcsk05TJ2tRAqVLUXiKhS8GfeVlkKG6pBIpqhff/pghfRJIUx5SH6CCtCTVJRYDG9xcn6/yAqpB0d2qzLCxLUtlZbguG8smqYXAPiaw+6ppqSSm79zGlD+AkGcM7olhPJr2Y+bWb/FoJgJ/ch5utxfjI7OIervx0T0PvH230TM6hWFfGkhHEEtPoacngHBYQ2B4CBO9PZjNJJCN9uHzL0cw7Y4g4fHCPzGOqWQYY9dvwOsP6u3bdtQ4S20St/1si2rJJLVN1C7pbVwKGrWZ3JamKU1kdBTTYxOkAw3cUfuht1V8Szi1dVlKnyYB+u2A1DamqUGjYGrTMsjScSyuIUMNWoYCNW7XuX2l9vkr/TN628hts0ZGbrC7G+NzPvioveb2VQ+nxNn0NMaJ3dh4iNriDLJaEvEEteskm6KP1IcufXzJOFJ1lsoKASGwfwmIUbdD54avlTRIDG70nypCC8Pj9aB3cAaJ2QfonIpiengUw31dGJiaRJAutN7xCTJQfBgZHMJI90NMzwzhsduM3LIi5NjMyMwNY7z3Du71PUJ/54e43kOdlJAfXs8g+vt6MDgaQDbrwYw7ibh3GN7ZYQzM0DTgU4osHCiKohspgIInWyaFVGwew6NekulHNBZCJBKAZ3oaY/0jCCTc6CV/enoe8XAIwZlR6lD5MTU8gfm5Ecx4pzE8Noup7j74AgMYmnFjanQcc3OjGPfNYfDROLxBLyanPAj43AiFfZiYCT8pnndi89OYG+nEiNeN0aEZhCNBhEPzmJucwiRxCXh78Xh8DmMDvZigTtzw9CwmhyZIn0lMzFK6qVG4PXNwR1nakssi4nfDMzOGOY8Ho8NTZEDfwzjpPzI5h9mpaUSjMxga92CWOPrm58mQXsq7Az59SahftgOCRaQQOFwEeJAnncqSUfJsvbJaCvGxexh0+6nNHKG2phcjwRn0dd9BJ7WNwZAXfpq180z7kHY/xCfd8xi+/wDj83GkHAUoyTfQGNE4Htx4iM5HXbh34w4ePejDLA0oJca60d3ZiSFPAD4vtUHUHvkQx8j125gPhJF6Vp0Nh6SpLfTNTmHUF4SXBvs8PX3whELwzM7C3d+J6el+9M164A0n4esfwiQNqE1Fw0j7h9E7MY+poSHMTA9hYHISvT2T8I8+QNeEFyN945ijGcq5oBvjw7Pwe4YwOhvB9NAwZsbIBZMgpPp8JCvNM5fzM8MY9vjhj2jwPXhM6T3wxKKIB2dpEG8MXcN+xCKjGB0ax9DQHLXJHowPzsFH16RJdxCBKBmbLGw97qCn0dtv+nfQ6yH6CwEhcGgIiFG3U6eS2voMzWJpK2dicopgpjhzbxfmeudga3RhKpIPs8+LwvQQRmj2Cskg5qcG4MmYkYoa4YomkHe+Hfl5bNQZYTYE4J3uwp1PP8Ent/owT7Ne6cQofAYTZpIlyPYMIkGjpunIPLwTc2SoJGDPW3vpfLLrsNymy6aCCLt78Ye7bsxNuxELTpERNIquh124/ds/Yphm5SIZhQzHLCJkqA3c/CPueHzo/Ow2Rh//EfeHHuLDByN4/Mc/0Ij3r/BR7wy67t/GQPdH+KS/Bx/+8h6m47Po7+rB+MBdjEz14mZvEMu3wNB9dN/4JT4ng/DuR7cwOzuAydlRPLp1H/d//1sMD/wCf3dvAo8+eQ8PHtzAh11DePjhR3CPfICPH4+i7/FNDA12o9u7XGoME32P0HXvC+oADePGR/fw+Hf/M273P8LNrgH03fmS6nkXf7g5hd7PPiZjcRwBOofLJWznPnNXDdspUWQJgcNJgNvRZCyDTDpD7c7TdTSaFDSfyiGjy4+HQxoNAMVQlzeNftdZJLomkJwPIZmIIDQ3h+nxeeRWODERyENpQQHaGvLgdNlhoZn68NCXuPnZn3Cd2o+RQAapWAIz94Koyh3HdCqMsUgCiZgPczT4NqEVQqH21rBsLOxprdZ/FKB2qq/rIe55Y3BPBzH03nsYoAG0ge4u9P3x13jUSW1aXy+6ZxJkNFGDxCNBMTfCPe/ht51BDNz6mIzQ9/Hbm3fxz7+/B/+D/xX/+fY0vvjDTfQ//Ai3Rx7gTx/2wzPxCW50zuHeJx9TG0hxwSwy6ld6pqd7MdF5HTcGRzHoySJOM3RcvUzYg/mJh3g0cBP/+LshmqGMIZNVkE3MYX7yHn73x0HMjHyG+33TmPCkvhJ42PcIjkpfAIX8w17Vva6flC8EhMD6CCxr0teXQVKtkwA19HyvvbryAWolD/mZKKyhh/j7SSfa8h7CTQadz+tFbN6NhyNGwFqMcnMIudWlcJZXwElnKZ2gcskYpP/0KUF1y6v41k9+hp9+5wrKnTYoQ91wT7oxHYwhMnEXvWRMpvMqYNLyUGCxobzKRvnW90mTERn3BFB4sQ1Vx1tRbI0gMDmE3iE/rGT9xY02GG0O2G0JxKMejPT7AO8cbHXNyMvNg5VGzjWaosza8pAcCaKkoghN5ytQUuaCEnehuOMiWgqP42KRhqxvEqPzUTjbK59WTnPCbq1DY0sLagoTMCQHMDQyivGJEEzIIKZoKCprRnlZGUpKa1BaWo1SVwJ+6gj5I1PwmUpgc1Wi3rVc7AgmpjwYGkhDTWZRfaIZDrUKFeUtqK8iTs44jVwT5HgaaWMujGYrTDtodPFMrsZD5ctVlH0hIASeIcDPstpcBhjMKp7pRJNxheZjSPR/iDlvnAaxCuDqfIyBZA5iY/cxSjN1Xls+zNYyOGNWtJ8ugsuRpRkqDdpiSYrJgsJzf4bv//jf4kevd+B0aRih6Cj+8GASGW0SE8NeTE8CdpsFlVUJxKrPw2F2UXu4KGAL3oTXAS1Tjpfbq9HWnAuTSX0izVBQAnvTCVTe+wSDc2FEFCvsTitUMuz842FUt1Wh7Wo58nLsUDQXcquqUVdKbVlxNWoqi1GY8MI/3otHNIE2G6pFQ2UuCqqaUVrbjPZaB2xUkkKOP+bqJuTn5sPZeRv3AwoUsw0OlwUaDepNDfSh02shYy4KWMyw2HLgiIaQHu/Eg6yG6Ug1yoryUJRnZFHihIAQEAJ7QeDIl/nV1ePIo9h+AArRZfe0ZAX5pVbUdlQAOedhpVHh/NZjaPnu11FfXwXtcTfSqgPO5q+jSfPAqMxjxORA+g//Az759Nf49ed9GJyJQlGNMJpMMBlVqIigd8IJZ/4xfO9rzXjpjIbbjzUksi5UnW9FTp4d84/HsN7NSB0XC+Vx3/gEjz7+HD09A/DEYkhRhyoU8SEQM8IQmqDZMz/8KRPqqo2YDWURJgPWaLLCFJxD1D2MqZxSVLY3IDE0jIfXJzA1l0JJJXUWVANUAuOqNZJcJ/wTLpwsUlaop1DnTdXTqUoWmfl5pLU0EoYMghE/AglQp4zTsFMprQKj1YzcEy2w0MylEkzpYaptudhqVBU5UVIUh5tG/OOqCyoMMJAubHwrqkpcM7D5H6E/bkBIs8BENt5yCdu5rygL0nawiIUC5L8QOAQE+Pey+JN5ujYKGRLGYzjpdKC51YRwQQ7GfDX4wXcu4S+/bkYkomGKDJLCxmo0vtSMqfceoLI8iREaAHrvP/0KH3z8Ib6YVZCCCUajidpUA9TgLDT3CMJX/xpn3/4ZOjIBmD3DCNrKUVRxEd9w3UA8GQA1M0/rsomjioIQzXoN4v1P7uHDOxOwFyuYG3uEew+H0TsUQ9IzB0+lA9FgEko2iAANoI1PhKG2VGL+9gN88aEboUgahdSG6m0YgVK4TSMfRVVwllSjNjKLdCoG8ErHRiMUijeoCpRl+mp+P6LxEOYLrEjMRGC0BDE1NIHeLi94sS27KYCg149w2ohEaBzeZBRz1no0hmeQTUZAFysoRnWZRNkVAkJACAiB3SQgLfB6aW8wHV8s+ZrKbmVWY141KtpfwrvnqlHUcBknm+nCWNuC+sbjePlSLZouXiPDo54Gn9vQ1HoS9TXHcenyGTTWtaC1qpDytqCkth4VRicMBZfw2ukKnLx8Fk0trairaUTVyTdwiWafLp4tQxWFVbJsGqFdqQcf82IdGq9+mf3KtFDMTjhLW/HyqQY0NFWjuOYMjrVdxhuvX8TFb76NdmchOk6eQGNTPSprm9B4+R28dII6VdTJKCioQGFpPRqqilFlimCu4CrajzXi5OkzaGo6jxPltThzNgdmMhAzmTjUnHzk5BfAFR7Goy+u4ya5L754gBmaKSs6fwX1ZjPqz5xHcf3LON1xAa+9dQXn3/0W2lu+hXcaHWg4dQkNDa3oqCpE7ZkrKKp5FS9fOIezZ46jpsQO4/wAHpLML8l98cUQ4jk1aL76Mk61NKO9Lg+Nb34N9WUVqK+oIlYnkW8rQ3ljC1pLk7Aoceq4MaWvXDKmIRnL0Oj9V2Gb3ePvhmpUnupYbVaW5BMCh5kAt1MZLfvMrZcLdVYAxYHa86/i7KnjONNWh6YLF3CspACVp17FmcbTuHq8Cu1na1BU14ErpypQ1X4RHR0dOHuiFfW1bajLa8CF8/nIzTOi8PgJNF15B+2VZ/DWxSqayW/C6fPHcerVc6ht60BLTjmaL11Ccb4LFgPWtWmse+arNnZ5ptz6JjR3nMbpunI01hSg4urb6GjtwEuvXsWld99EWzXpf+1dvH6iCPVUv/q2dpysqUJh/TVqo2tw/MIlHDt+jep4DK9eqIah5dt4q8WBpnMtqGi+QPU/j6+9dQ7HT3SgsdiBxrZGVNaVQvGPoevT67hB7vqnd9DjNcBUexEvXXoJr7fZUXLmEtqpjT958iSOX/ka3jx7FT/8xgmUEavmtla0nzuFhmMX8PWvnddZ1pfmwGVWllftUO/zJTMSTCOZyIAXoDnUlZXKCQEhcCAIiFG3F6fJnA9HYQM6au1w1rajIj8HeWYHcvNL6eJchdKGJjjNNuRXEraH6QAAEABJREFU1qK0vA5VhRVoOnMODXXH0FpdiNK6CuQWlyBftUJ1NqK9tgjNbTUoKimAxZwLS9FxnCwvR1OdC67cAuQWlKC8Im/9NVUtMDtLcaK9HrWNJLeyBdXVzThxrAEt586gxu5EdW0DqirLUFRcirxauujXVqCuPB/OwiqUVLXi+LFWtFFeR049Ghtq0HKcZFQ1odxZhLo6O4xGBRlDGWrq63GspZgMKAUGg2HRqWRUVqCkoRklRiNK6hqQU96O2upGHCc5zafPo6biLDpKLSipbUJJSTlqCp0oon27owGtzQ2oo1H5ooJcOA3qokyWbUQOjVpXNbShsaIM1cU2lJ44iZK8fJTkF6CgvAE5jlo0t5Pu7U0oLcyBWcXTmwIo5PCcbd1RJEhVt0vYukuVhELgwBHgDrSmAbxgylrKO2pbUVFaiYayQlQ3V8NOvy+l4BjqqQ09XldAbSD9nu1lOH6yAq7SJjS2NONkB8XXtaIutwRNjU7Y7Qa4qqpQeuwsqoqb0VEGWIxmaotqUE0GYFlFOUpMZjgaTiHP5YBlZfuwlnLPCTfnV6CstgUndKMuH3mNJ9FY24rTZ4+TwdaBqrImtNefwInaXBTX1qKsppbqWARHbj1OtFWjteMYqquPUVgF2hoKoZadxckyK8rqy5FfTHoXVuHYqRZUU74SF9WlogQFxcWwEh+D0YAnzlWEgooWKquZyrLCRTrV1VSgmQYd646dQlvtMVw7V4d8ZzHKq2vo2lCPirIqtJ1uQU1dHYpzbLAZn1PRQxbFLTchpFrxHnnyEQJCQAjsMQF1j8uX4veYgKIodFGnixL52I7NXojcvGJUU8eo4sxltLuMsK/xLTPmtZOh2oDWmjxY8urQfuEyzpG7cOEkmquL4NqqPjST6ShuoI7RZZzX5R5HfVk+HGvJVS0wWotRV+5CXvMVlFEHscD6dGKz1QCTVYVqeDpcjoTAJghIliNCwGBQoOyrARwr7LnVaL1yGZfIXb5yGsdqi5BvPiInZDuqqQB2ur6ZLQpkcA6yCQEhsA8IrNHd3geaiQoHlIABRrMNNocd1hd0EAxmA1Sjuq/qyc+kGB05cNosMO0z3fYVKFFGCOwiAZUMIpNZgWpQcDQ3qbUQEAJCQAgIgecT2F896ufrKrFCQAgIASEgBISAEBACaxGQcCEgBI4sATHqjuypl4oLASEgBA4GAV4ohRd0et4zdQejJqLlXhLgZzP5VTKysMlengUpe78QED0OHwEx6g7fOZUaCQEhIAQOHQFF4Vsv2R26qkmFdovA4tdHURZ3dqtcKUcICAEhsAsEdsio2wXND0ARkUAaM0MxTPZHd9BFNi17fiaBZDwDz0QCUwPRTcvZ2frtL738s0nEwmkEvakt82Lmnon49q2meQB+E6KiENgMAZ5h4Zk6Xj5+YiCG4ceR3XedVCa7TZQ9MRBHOKBhfja1ut4sl90mZG8LCy6b3U6Vz7LZ7ZT8dcqdHU0gFtIQnk9jtDu6+rlYp6yRTro2DcYQi2TA38/NfK8ljxAQAkJgOwmIUbedNJfJsrkMSMUyGO+mjsCDIIaf44aeE/e8fBw3dD+EofvPl8/pltzytP65JHjlLs9EDKOPQ8/VcSn/Wv5yuWul6b3tRefnM3o5nF6v94q6rxa2lry9CA96k1CyQJwMu62Wz8zd43HkFprAq+Mt+/rIrhAQAssI8DvqEtSeRqlD3nc3gkc3Qlt0wY3nv05lstPL3lj+vgcR+N0psFGxqu4sl50um8rZbZ/LZvfccjdW56fqybLZPVf+ynqvv7yH65Q92hNFwJuGjwbnum6uLI+P11/m489DGHgYIWM9LUbdst+q7AoBIbB3BMSo2yH2x8678PL3i/DKnxXhpe8+3137ViGuffv5aVaV8Z0iXKW87K7R/qppVpR99dtU1mLa1/6iGG//pBSv/aAYL39vE+UvySZ5rAOXr8tfoy6tVzQUtc7h2ncKweleonycZ7nTWawSvjzNZvbX4rNW+FplvE6s3vlpGd76cekLz+taMpbCmfmri98PR668I+FFP0WJP7oEjCYV/Btx5Bpx5s0CXP1eyYbdle+W4PK3i/V8l79dAj7eiJwr3yl5kv/q90oX5HynGJfJXX2BPmdez0dxlQU17U4938r0V56S/eK6se6XFuuyUhYfcz05De+vx+npSYe10rKsS8RsrfgXha9Vv7XCF+QtMF7YX5sJ63ZllXPA4Svztl3OQ1GlGWV1Nlz6RvEq56J0lbDVy+YyT71aiBwalIPczXl0GyepuRDYRwTEqNuhk2GxG+DMW59zFRjhzF9f2qdkUp6cQiNdVNafP4fKclE+XQ75etnr1FPPs1paksN6cLwrf21drE7AZMuA07Eeq9VZ14fkcZptdWvIfMJitXqtErZT+vGS7Tv0VRSxQuDQEODfidGswmR5rls13kx5LDaDHsc+H29EjtmqgvOZSM6Ss1gNYGdaFrbaPuvMuhuM1AauknY12avJWQpj3a2LdVkKW+6znpxmedjz9vX0VL+10rCs55W3Vr6l8LXqt1b4Ur71+Kwb678yLcteGWYwKVBUBXwujBYFplXOxXrDjJTXSPL4NRsKZBMCQkAI7D0Bde9VOJwaqESWG/v1OINRATvVoGCjjvPpbp15Oe1SGXzL3/LjpfDN+Ety2GfHMrLIYHZuBtMzU7pze+bg9Xn0/ZnZKcxQeCQafqrOnJf14vzb6bZLpq4fna/t1I1lyUgvZBMCLySgUO95047aZIUdy2CfHe+v13F6dsvT8zG75WGr7VOapd/4qvpT/BPdVsu/MuxF6V8Uv9Py1it/o3qulMvHG5HB3zDKw+dCURQoCkDe5hyAVDKDTDqLLO0v/4yNjSEUCi0Pkn0hIASEwI4ToOZwx8uQAo4ogUwmg0gk8sRFo1HE4/EnxxyXSqWOKB2pthAQAkJACBxkAmwQZhWqweJKKZqmIRgMwu1269e6QCCAubk5SiCfA09AKiAEDgABMeoOwEk6qCoqigKLxfLEmc1msFseZjAYDmr1RG8hIASEwLoIZDTIYhrrIrWzidj24nORyaycW9tEuWTMmcwqzfJlwQOWbMzxQOX09LQujA08j8eDpWM9UP4JASFw6AnsZQXVvSxcyj7cBBRFgdFohMlk0h3vsxHHht1SGB8fbgpSOyEgBLZOgDrh/CG3mqxsJoPMcke99yw5Trvo8S4ZViwgi6/S0z4lyGZSSCZTSNNMy1NySCalINn0n7MuSFm83W4xIJtBVqP88QRSGu0vButJF/9pqYwuY/Fw9zzSLUNWTFpbRand02LflJQhYy5N5yKdIh702apiLEIjtm63ByMjI7oBx7deulwuJBIJ3diTa9xWKUt+ISAE1ktAjLr1ktoX6Q6WEul0Wr/ITU5Ogt3s7Cx45HJiYkI/5jB57uBgnVPRVgjsBQEtDf2dmvxqg5XlZ8nwigUDCAb8CJALhSOIxVPUoU7phhTZaWCXoXTpNN/unUI8EkKI00ZiSMRi0AIj6O4awaybZARDupxAIEB+FAktiUiE8sR4ui1DBlyajD+eedNIbgZaMoKobwQ99x5i1B1DjIyGlTqaLOrevLZECyIW8mDKnQbZrivVOnLHqkHRF0cx0/kAzbRtCQBZdGk616pqQH5+vn4XyuDgIB48eKDfgjkzMwN+vKCwsHBLxUhmISAEhMB6CYhRt15Skm7DBHg2rqWlBW1tbbprbGxETU2Nvn/s2DHdlwvehrGuL4OkEgKHiAD1m/XOuEqd8tWqxQZL8P4djI2PYSY7D6+vG//4T90Ihx/hxse38ehBH2bH+vH5r/+Eaa0LN+9MYXoqRpZZkAaaRvDHPw7BkWeFzWiAkpnBzPQg7tz2kSGUAcL38elnd3GvcwZaeALh7l/g/7gfw9zkLXx5vwu3Hg+S4TSO4WgRMr1/hwd9IxiZp3zLFX2BAZFJJZGMRsggJJUSaWiJOBI0c5hMacgkYwiSUanRLBNZkGTcxhElozWTCGPugz/g0eQs5si4AFm+WiKGUCyNTJYsDi2BRHAUI6M9uN4bWghb0oln8KjMWCiGFKXNpvrR29mJhw/nkF6h+lKWw+DzaVD433ZUhuQYjSoZ64DT6dANOzbuTp06BR5AYANvdHSUvoNh3chbmjnejqJFhhAQAkJgNQJi1K1GRcK2hYCqqnSxcz5xDocDNptNP+bbU5xOpz66uS2FiRAhIAQ2ReAgZFIUBUurQ67UV1EUWOx2mFIpZFUFsKlkGYXJMAsh7R+Df2gAo2TQ9U8OYejxFMbJGBrvuYOHNx+hZyyASDaNrK8Lvd40YqoZVoeid9QTCQscdgvSY14gOAxv0ouh+Rh8Y+PoHuyBe6gHA6NDGPHNIqXFEcuYYUjMIRJPIp4mPbC+LT7Vj7HBx7g3GyCdA/A/+i3u9A9gyDMJz3Q/7t0ahH/mM9zqdZPROgPf5D30932Jz7qDCExOIRiLk/E2hpnxPtzuHMN8z+9xjwy5z2/1oL97AD7/HLyRNBmoX+mTSYQQ9Q5gZOI2/vT5GDw+N810BuH3JxZvLf0qreytTYC+enqkQt87vjOFZ+ba29v158iLi4vBjsP4lsyBgQHw3Sq8WJieSf4JASEgBLaZgLrN8kScEBACQkAICIHdI0A9a6PFArOJF2KywGQ2gSZQFsr3+GFyxBEI+jE77oahRMPUfBZpxQqz1Qar2Ync3BK0tNfAmRrFqCeE+YQKs8UMs9lILoLR/nkY0lMIJ7zomtDgn1dRke5FrzuDRDgAe8aHQDql70ddJ1BamId8m7JQ/jr++6a8mJuZR5r0NykZxCfHSYcEkrEp+CY6cWtgDj7PDLyhONwTY5gafYShqSH0jCTIAFNhMhmQnh/F1NBjdE5SWvc0GXv30T8bhiduhMn4rC7poJuM08fonhrHg94ZhOJpqEYzVNUEsk+wxibBzyHAM3E8kLlkyFVWVqKhoQEFBQX0PTLrz9j5fD5MTU2BF0/h23vZ4ON8zxErUUJACAiBdRMQo27dqCShEBACQkAI7AUB7vjy83TZ7AZKp7TJ2STsLYUwWFwwhYCGy1b4JtMwOKpRWVeG4nwLjIoLJS0XcEx5hAEy/MZ92kIhmTiykW50Beky6XDAEA1hdtgHr5aH1ypCmDTWo4QMsWpjGNMpDalECumSV1FfXoxS54KI9fwPJw3QNDMK7UbwS7SzSiXKy0pR5MwiE/fBk0rAHy0iY9FIM3JzmJ2bRzCtktGXpvQqMloasXAYkbAPkWQMYWMdKtQgGbMWZO25MKrmFWpkEQ94dANxOqIgmYxAU41k0KkwII0s3+a5Ioccrk6AF0nh76SqqHC5XKioqIDRaASvhmmn2eOSkhKUlZWhqakJVVVV+gweG3Ns1PGsHb/6gJ8r59k7jR/8xGHZpB5CQAjsBQG6Wu1FsVKmEBACQkAICIH1EchoQCJORo6WXTODSp1pg6pC/1ONMGn3HIIAABAASURBVJuN8PkdyC1tRPnxRlS2luFYaREMs3HEBj7GzY9+jvc+uY4vuoYx+OVnuNfjR9ZoIkPJDFU1wJiJASN3kTnxNTS98lOcLXahINiH6bx6tLcV43jlcTRQp91kNcKPfJS3nMKx6hw4rQZsZKsojMGQGceNW4/x+cNpxLIKla9CLawh3evRrPmhIEWGaRzRrAVIW+HSUghlwjDlxOEenUPU7IKttBSOcIL0NkNtPAWnfxiBrrsYnfIha8ggnUoilUySERdHKJpFJG5AvjMOLR5FgozKdMKNVGiUZu3WZgzZviJAmBJx5poFG3a5ubngmTmVvoM8O8dGnpG+k5yBw/Ly8vT448eP6wYer47Z09OD3t5e8KIqkQgZ12TY8fN4nEecEDgSBKSS20pAjLptxSnCnkdAURS9s8Kj7pBNCAgBIbBOAgYDYLWrUA3KmjlyL15GQ109qlCA4uLT+Nu/PYPm73wb7eXNuNraglMXX0F+6ev4i7dew1/93/49/tV/+I/4y6+/jTfPtqL97e/i1b/4b/DnlxrQVlRNMy6tuPJ6E9Rjf41vd+ShNs+ButNX8I2f/hDfe/syjEXv4FpHEY5du4LW8z/A145dwRsnSEcTNrw5Gi7h1MvfxQ9fuYC3rzag9u130FpSihJDBSpbXsK3fvIdXLryOo6X1+ClN97Aa9//G7z79g/wH753HKWv/AhvXTmFjuZL6Dj9Nfzwz9/CmZcuob7wDN76xjfxzl/+W3z93W/iR+f8ePS7X+P3v/kFfvObP6Iv6kDl23+L7179Af67v3kTrVUdOHX+FVx87TxyiTNkezEBhc633QCTWQFd2p5K39raqi+c8lTg4oHJZEJhYSE4zeXLl1FKxjjfltnV1YXHjx/rz93xrJ1cJyGbEBACGyRwmI26DaKQ5DtNgC9S7BRF2emiRL4QEAKHiQC1GfR5pvO8vIqqxQoTzbQZYYDBYEFOjgUmhx1mCrOaTDBbrWQU2uDgxZrycuCimRWn3Q6bheJsDtgcuXBaad9ghJHz2EyAyQW7WYVRVWAk+XaXk/JboRjssJoNMJFMk8UJu9kKmxlr6pdJ02zOGrc1KiYLLFYHnDYLbFS+kXQykRVrUAwwmqxwOB2wWm0wG4ywku42hwt2uxO5DjMMViflscBMMswWO5xOG8mywGQgWSTH7syhtAUoyKtC08UrOHfpGi5dOo+Tx+pRUZADh9WJXJcNJqMZZqqflXRQFci2TgJrsTKZTODZudXEKIoCA51fs9kMG51PvkWTV4aura2lc2UH35J59+5d8OqZbOzxc3eQTQgIASGwDgLqOtJIEiGwbQTYqNs2YdsmSAQJASGwnwnw83SpeAaatp+1XFs3RSFLid3aSXYwxgCD0Yn8iiqUV1ahsrIcRfku2Aw7WOQ+Fc12tUYGNrv9oKKiKLDSwEAuDTAUFRWBZ+3Yz8nJARtz/OzdyMiIvrBKOByGXD/3w1kTHYTA/iWg7l/VRDMhIASEwD4jIOrsCQF+Zok75OzviQJbLFQhA4r671uUItm3TiBLhhFJyS468vbLh2f32JgrLy9HfX092Ljj2bx4PA6eseOFVdjxQiv8PJ4YePvlzIkeQmD/EBCjbv+cC9FECAgBISAEViFgIKPIbFVpxmmVyH0a9JRaT4wImrF7KkIOdpOASpa10aTAQA779FQoigI25vjVCM3NzeBbM10uF3iVTJ61m5iYgMfj0Y/ZuOPn7yCbEBACQoAIqOTkIwSEgBAQAkJg3xLIZIBUkv7tWw2frxjf7sd1eH4qiT2iBJ5bbX41Qk1NDTo6OnDs2DEYjUb9ebt79+5heHgYfFumrJj5XIQSKQSODAEx6o7MqZaKCgEhIAQOJgF+pi4ZyyA0n8Kd33vw6T/O7Ev3yd+TXv9AblG/Txb3738wD89kAiOPQ8/qzWnYLebZybot6bOyDA5ntzJ8V46X1X2ndei8TudhIoHp4Sg+/9Xss+diA+fgs5/P4t6fvAh5U7vyo+KFV3jGrq6uDidPntRv0eRZus7OTjx48ABjY2Pg1yLsijJSyB4RkGKFwPMJiFH3fD4SKwSEgBAQAntMwGBUYLGpsFhUVDZZUd9u35eu5pgNdYu61dJ+TYtN17Oq0QpnrgH5pSb9+Cn9j1Nd2C3meypum8NYH9ZrZRkcXkf6rgzfleNlda9rt6GujXg8p95LfOufk2atuJIqC6w2BXaXAbWttmfPxQZlVjRYYabvZJYf+NyF34jBYKDfgAX87B2vmllVVaW/+46P+fbMoaEh9PX1YW5uDslkEvLcHWQTAkeKgLpUW/GFgBAQAkJACOxHAoqqwESdZ4tdRVUzdcZPOFC/D12DrhMZJeTzPjvWs6ppwagrKDHvqd4NJx1Y0on1WnIcvrS/l/5quj2jz/HNn/vSWgscuUbk5JtQ27Z5OaxTHRmjlY02WB0qFGV3fzVs3C2tmllWVqavmllQUAAO41UzvV6vfmsmr54ZDAbBYburoZQmBITAXhBQ96JQKfNAExDlhYAQEAK7ToA7zjxjZ7UbYHPuT+fMM8LuMur62XOMcOYv7FvIGDWYFBgtih5n2yP9df1Ir5XlczgbOyvDd/uY2fEs2vPKfVH88/Lyd4cX3DHTrK91q+fAYYCJzqdKs8g86IA93JxOJ3jVTL41s6KiArzQCq+Sye+84xUzeeZufn4evJKmzN5BNiFwaAmoh7ZmUjEhIAT2mIAULwSEgBDYPwT0RUjp33a9GiOdzCKjAdslb6uk+LUI+fn5+i2Z586dA9+iGYvF9Fk7vi2TjTw+5pk7WVwFsgmBQ0dAjLpDd0qlQkJACAiBA0ZA1BUCu0CAF9xJJTJI80qqZNxtqUgFMC2+ZoNnkbcka5szK4oCvkWztLQUx48f11fO5PfeTU1N4c6dOxgYGADflimGHWQTAoeKgHqoaiOVEQJCQAgIASEgBA4tga1UTFUVGM0qjCbq+pBRhi1uZDvpErZqH+pCduAfr5jJxp3D4UBlZSX4lQgNDQ16SWzYPXr0CJOTk3Jbpk5E/gmBg0+AWraDXwmpgRAQAkJACBxiAtRrzvJr6shfWUt+RigRjSIaiehLukdjccSTaSQSGjiO3w/Hjvc1LU3Z00jGFtJHY0kkE0lokVmMjszC5w8jQrJ4afhIJEry4khl0ojFKA/N8JBA8P12GumShYZMJotMOo54kPL3DWPGn0AivYqSVOrWPxrCgRDCoQiVvDFpmbSGyMwcIqkUmMDGch+e1GyEqdTrUchtZ622wT7cTnWekcWGHS+iwqtk8kvNyxYXV7HZbPD7/ejt7cXo6Cj4uTu+NfMZAQczQLQWAkeOwDY3bUeOn1RYCAgBISAE9pJANotUIgH/4BCmZ2bhSQQRCMzg9u0ZmoGYxWDfBKYmPQj6PBh62I9gZgZDQ1545sJIJsOU1o2eh8MIhiNIxJPkfHC7pzDQzwtLpKDFJ6jTO4HRiSAyCT/iM49wcyKFkH8cIxNkzE3MIOYfRd9oBP7hOxid8cEXXb9hl9U0ZNhRPTJkdGUyGtLpNFJkmGppsh51thmkkyFM9o9hcsyNGKVPJUg3KiareTA7PYepqQjSZGSCTD49jixPEoksWbTJUAgTt25hmgzfqC5v6V8WmVQCKSonoyUQmPdieHiGjgHOu5RK/FUIEPt0KgsebDgorBRF0RdR4efueEEVXlwlNzcXPKPHAxm8oAqvmMmrZ/Kzd6vUWoKEwCEkcHiqpB6eqkhNhIAQEAJC4FASoKkQha9W5D9TP+qoGoxGJAYH4fZ64TdGEQqN4v0/jSAa6MKD6/fx6GEvRkb6cPO9mxhLjeDu7QEM9MxiPhSELziH+zf7kTCZYTSZYDKQUeifI0MuDqNRRcbTh84HD9E5PAt/YA7+7o/wi3tuzA7dxc0H3bjTO4p41IPpVD6U8Q/RPzaLqRD1+JcpSnYV1ur4x3w++FnveJyMwkH4I9MYnSZ5k9Pwuucw7Y0iOD0Ot28a/T2jGBuaIgPUB4+b0s2EEY8MY6h/GD29PsTYuJ2bpBkXH2Zm5uGbnUXAO4uJGS8GbtzCJM3yxZ7olUU2k0LU74VvfBoe7wyGJsdx984QyF7E0zV4kulA73Cd+Dyw246KJOMaGeAklT7bIW83ZfDsncvlQlVVFdrb28EzeGkaTPB4PDRAMEUDG274aRaPjTuNBhF2UzcpSwgIgc0RUDeXTXKtl4CkEwJCQAgIgZ0joCgKbNQ5zXE44STf7rTBaqHyuOfunQO805iaHUbnxCgZOjGM0iyab+Q2bn92B3f7w9CsNtRaBnFzJASvZoTFZYPLRbIcOcjNsSDaHUOpYRoJyzweuAH3VBKBqbuY7h8nY2kC3oQPKTaBaJbMQLIsFjMZhk9fWnlxjoy2es/fff8e+u7dRbfHje7/8z+he/x9/Oqjx/ji+qfofPQB/vGDYdz7p3/Cg/FJjEdTCAV8CEw+wOOBT/C//boX026qA5WtkeUYmZ/Frd/8Er0Tvfj4kzv44jf/gvtffoCPZv3UQc/SjCBxefJJQ0v7MDk4iu73fksGaid6ImSkaMquv3ftiUo7vMOzalqaOJDbjqIUhVhth6A9lsEGHq+UyYuqtLS0wG6364YdP3M3NjZGgyQhMl7TyNB3bI9VleKFgBB4DoGnrzzPSShRQkAI7CgBES4EhMB2EmAbajoKxyknknED0gMx1H/TiKlJBY7mr+Pdv/gm3r3cgqayRpz/y3+Hvyy7jbudo3gwlljUIoFsdhSf9UzAF5qkWS83urqTCMXs+FbRFD5LVoLm5nDcNI/xeAzz02OYKv4znGisQkP+oohFz2xVoRqUxaMXe8a8QhQea0NRWS6Cw49xM9iB9opatBXYYQ1MYnagB4+9FmgZmnczm2Cx5cBhTUBLDuHWfSA0HUNxhR0pexESyXK81FqF6hIFJuOysilvOkwG450RBBIxJA1maKoDDrsVdgugKsvSHpZd+k5kNZBxwjtbrBTx4ffeGU0KlEPUk7KTQVdTU6OvmNnU1KQbcw8ePMDt27fBt2Ymk0n6XRC/LeKT7EJACGw/gUPUFG0/HJEoBISAENh/BI6eRjy7Eo9koKXW35nkiTrPtBGuqloUtdaitDofJ+pykaAZuVDfTdy98Tv88fNbuNk1gdGHj9DdPQp/QkPGYFgAnIggO3gD/oaXUHv1+ziRY4J5sgvD1ipcaHeguvQ4GvPzYDOkMJO2Ib+6FY01FSh0WWimbkHE0n9FAdhhlc2Za0Am5UbP/Ye4PwYk0kDMO4Lxx12Ymo4jv6EZLaYuPOrvQtfMPKZ9KQS8USojjLA/gCjNLqaiswh4vPBGCtFWFUMok0BUzSddVNhSo/jyQS+GPFld9hMV0glkQtPwZGwIJUKIRBLQwmQkBkbxYDKEeHrpeb4nOQ78DhtfBjLC2IHOyZYrpND3cTvkbFmR7ROgqir4fXc2mw2FhYVgA6+5uRkFBQX7Wd8QAAAQAElEQVTgZ+3u37+P4eFhBAIB3eCDbEJACOwbAuq+0UQUEQJCQAgIASGwCgE2iFSytRR17R60vbkRZcXFKIQTuTm1eOutWuSdOIuGymacOd6E9vOnUFV+CpcbmnDxagta2upQXkwzYrkOOIvLUNz8Ei62lKImr4g6sOVobS+A4mzBmdM0m9d8HG3HWnHpYjPaz51Cce1ZXGmrxrFTx1HZfBGtFe24cKIQJXlmMrbW1nGVqsFZ24SalhM4XluDjm+8gXq7DU6LA/a8WtTWtuPa+Uace+UUqsvr0HGuDR2vXEbr6Zdx7fhpvPtSE4rzalBdV43G5goUFVfj/Nsv4Xj7MbTUVaCpvRUNJ4+jqbIM7V9/E0WRSUw9uoM7t+/gXucYhmP1OHv5BMl8BadaWnCmthStJxuRazPCwNBXU/gAh3GV+HukPud7tLHqbexcb0z23qZWFAVmsxkulwslJSXgRVX4XXc5OTmIx+OYmJgA35rJhh7P3kE2ISAE9pyAuucaiAJHjgAvLX7kKi0VFgJCYNMEVIMCs34L49oibPX1KC4qRD4c1BGtwssvV6P0zAlU5BWjqawE1Q2NsOe04Hx7My6/8xKuvvEKLp48hrbaElS2d6D13Gs431CEclc+8vJL0NhWDKX8Ek5V21BoN6Ooph4dV8+SgVgPg7MNTdVOlDXXo6z+DE5U1NMMGcigw4Y3S2ktqlrO4HJHB17+3suoL2zAiZZWtJ85j2PH2nCKZherLr6CjtZTeOnKSVx4lcLPXMGZ5jN45+VWlOZVoLq+CS3ttagoyUf1mWs40dyCNpqZLG9sQlX7RVw72YKL33oFNTYDlEhIf0YqnFCQdrThwtlGqhfLb0ZHQwWaT50kHWxUl8NrsGz4JK2RQSFE9Fkj9mAFP09bo9FIvykX2LDj99zxrJ2iKAiHw/qCKnxbps/n0409ee7ueSQlTgjsLAF1Z8WLdCHwLAFFUZ4NlBAhIASEwFoEslnwIhfkrZXicIQrBiD3LC6dqEZrpXXb65TfcA6nL7+G115/DS9fPksGq1WMt22nfHgFKooCnr0rKyvDsWPHUF1drVeWjTqetXO73fqAAc/ciXGnozmM/6RO+5iAuo91E9WEgBAQAkJACEDLAMlEBmutIHmoEKlGWC0qnlrUBLIJgf1FgJ+9y8/P1427M2fOgG/L5Gfturq69Nsy+b13+0tj0UYIHH4C+8uoO/y8pYZCQAgIASGwQQIGulKZydDh2zA3mHVfJE+nswsrLu4LbUQJIbC9BHj2rqqqCufOndNn76LRKLq7u9HT04P5+XlZUGV7cYs0IbAmAbpUrhknEUJg3xIQxYSAEDhCBBQFCl2tFOVg1pkX5lCUA6r8wUQuWu8iAUVR9NsyHQ4HeDEVNvD4+Tt+fn5kZERfLdPj8SCRWHpdyC4qJ0UJgSNEQD1CdZWqCgEhcPQISI0PAQG+7TIRyyAa0jD0OIKe26Htd7eeldm9Sthzy75JMjjPklvUc6Q7ipAvDc9k8iu9Oc1i/HNlvigNy2H3onQU372kH+3rZa4nH6dht5RnC77O80WyOJ4dl7Pk8/5yx+HsloetY39iIIbQfBoBdwr998LoYRkrmaxDDrPrvR3GSFcUsXDmEPzCtq8KVqsVvJBKWVmZvmom35aZSqUwNzeHyclJLBl3bPBtX6kiSQgIASYgRh1TECcEhIAQEAL7lgAvkJJOZhGPaJgciOudae5Qb6cbeBjB8OPolmQPPiIZnc/KGO+LIxTQMD+XeiJ/mAyC7dCfyxxaWebK48WyVqZdjw6cht1WdWW2gw9X57NcNtdlaB3ngdMMr1HP5fKW78+OJfSBgZA/jbHeGLhegzRIwFyWp1vXPhnqU8NxRMMaMmLXPdN28Lvu+D13jY2NYAOPV9AMBoOYnZ3FzMyM/p47nrmTBVWeQScBQmDTBMSo2zQ6ySgEhIAQEAK7QcBgVGBzGWB1GFF7wonmc7nb687moqHDhaazOU/JbTm/sXIaTi3K4HzsFvWsbrXDmWdEYaX1ifyNyl6rznqZp11P5OrplpWtHy/q0cj6nfmqjuvRgdOwWy5nM/vMlhm3XHg+0ybSr/HMYn3WqEczhbM8dhvRpaLJDke+CblFZjQSM67XQnlfMVmXPJ1nDmrbnDBZ1aOxgM8Wfug8c9fS0oKmpiawsTc6OqrfksmrZfLzd5qmQWbutgBYsgqBRQLqoi+eENhxAqqqgkfrpPGGbEJACGyQgKIA/K66/BILGUfb7Kos4A5/cbV1S7LLG+0ornlWBsu1OQ2wuwworNxe3csb7Cipta1LLutXsop+263TavKYATNeLW55GOtXuo76cDqWuTzvi/ZdhWb9O2SxG1BQvnAeSutsKCP3orzPxFdYkVNsooEGA3jQAbK9kAA/c8czd5cuXUJubi7YuOvs7NRvy+TXILxQwAFMICoLgd0koO5mYVLW0SbAt1nwiJyiKEcbhNReCAiBDRHIZLLg2y/Z5wVTVFXBtjsDyWS3Fdlr5OfXz3Gzx25P9Wb92G2ljpvNy+Wye1F+TsNuPelelGZlPF16+BzobimOy2K3dLxOn2Xw7cDpVEZmmbC+TVEUGAwGfVGViooKtLW1obS0FPzi8vv37+tGXjweF56Q7QgS2JYqi1G3LRhFyHoJyCzdeklJOiEgBJYIUF8QqgFQFOqVQzYhsD8IGE0qfS/5O8luf+h0ELRQFAVWqxX8nruSkhLdsMvLy0M4HMbg4CAmJiYg77mDbEJgwwTEqNswsgOYQVQWAkJACBxgAoqi6J1nVa5YkG3zBHjBHY3fGahlNy9kKSfZcfzuRAPN8tHXcylU/A0QUBQFdrtdN+pqamrAhl0mk9EXUeEFVebm5sDP3Mlg8AagStIjTUAukUf69EvlhcDTBORICOxLAtQbpw/YPaMfBWaTEURplD+aSIH67JQkA2QSiIUjiCfT0Pvw2Qwy6TgiwTDiqQyFZUkeO0quf7LIaBq0dBpp8qlvuRBKx9lMFvxHGfizEM5hVLZ+sJV/WU0vN00qb0WMnpf10ZJIUYVJPT1I/n1FgM9jRgPo9IJO6FcRm9xj3LrbZH7JtkCAn7e32WyorKzUF1Ph5+1CoZA+Y8fGHa+aKStlLrCS/0LgeQTEqHseHYkTAkJACAiB1QjsahgbWOlkhoyfZ2dYspk0UjO96O/qxuCkB/MJNpISSIbGMdzVi7FZPwJJNtYiiPnHMfCwBxPeECLpJNKpNJJxlskuiVgoiKDfj3A4RoYfVzGLpM+PeCIBjcpJU54Y6cEGXjKehLYdlhgZpPFYGP7EQnlsJPDes451XB5KWuhBWWQIkKaRVZhJIRslBjENhGF5YtrPPjFI6eBIflSaVTNZFJjMCkAfbGUj9nz+aaxgy6K2osZhy8vGXXV1NXi1zOLiYv39dl1dXZientZn7fi7ftjqLPURAttFQIy67SIpcoSAEBACQmBHCKgGUEdc1W/BXFlAlgyzQOcQ4nkWTE8NY+TBpxj29OGf/3EASqEN3gefo+feB/h8sA9/+sMonA25mP70fXT1foIvR4Zw776fRNL0DXpw/94ExsaidMwfDdnMPO7/6h9wr38IM8EhjHR/iv/tNwNIpedw514fpqZ8nHBLTkvGkEjEkUhTefEoQrEkUmygrZCajocRpziaeAR4di9JaSNJpBNz6Hz4EHfvDSAW15AK+xFLJhBLZEBoyBDOUJokkIoiEk0iSbOUK0Tv8OHhFZ9OZcmgzmJtQ/zw1n2na8bP3JWXl+PkyZOoqqqCx+NBby8N0oyN6cbdTpcv8oXAQSSgHkSlRWchIASEgBA4SgQWp1UWvadrriGTIGNs4Dr6pubhnU/A4B2Cp+w08gtpxL8sjkyoFz0TcwiWdqCkoAJt5UGEo0GMzCYRj9MMl34vXhLzw3fw4MYt3OuZQlCNAcFOBF0GTE6nMT8dhjHphjrfiz/1ejE9HyWjiY3Bp7XZ6FFsZhIz4114PD2A939zB3OjkwjFEyAzbFEU6xeCb3oSQzc+xqN7H+OLoU588v5DeGaH4AkH4A3GEInEkYoE4X18B8OhSdx90IfR3ruYnb6FD7+8j4/+OISpoY/RNTiEYar3onDxNkuAvosmiwp+nYFC+5sVI/mWEVi2qyiK/goknrnjGTt+FUJRURH4Vkw27ngxFX4Ngjxvtwya7B55AmLUHfmvwO4BUBQFfO88ZBMCQkAIbIDA0rNQq8+IcI/aDldBFSpzMrCkZzBBM1JpWy6sZgfy7RmoiCKc1JCx5cBOYQUO2oeGWOppJUzOYhSWlaO0KAfmRIwMpPvwOk2YnnXDN+NGxupAblEZTDOdmI7QTJn2dP7NHBkzKZpNyyJGsmypEXR1j2KOjLT0krAs7aWmMNw3iumhQcyNPcLw9CD6tCLYHC5YrRaYTGaYjCaYDVlYMjGENQuM4Wn4RgfQP9gPv/8Rvhz3YsoTphk8rvuScPG3QkAWSdkKvfXlVRSFvuNWfaVMNu7YsGNDLxAIYHh4WL89k1+DANmOFAGp7OoExKhbnYuE7hABRVEgI2s7BFfECoFDRCDNC5QsWnEZ8tPpFKjxWKWGi0ZdXhXyzGTAqWmEzIVweR5garoP3VMakoYyVOTaYHE/xMjUALqmVBpgMiFH9cM/3Yu+/l6MeGJIqg44cswwGyPwznrR1ZOBq6gKpSY3ktFpzCg5sJa14UReivJnQBqtos/Ggqw2C6w2J5VpRWl+CtOTs/BH41/JzlIp0TGMzwQwH4siwc/gsdFqNiKVzCCdJYNOIYtQiyFKXm6uC6qhAFVlKggh3B4jakvTiKWDCMVsVJYdTodxY0pK6lUJpNNZZHgiddVYCdxuArxSZllZGXilTKfTqd+Gybdlut1ufcXMVIp+K9tdqMgTAgeIgHqAdN0lVaWYnSLAxpymaVAU7oTtVCkiVwgIgYNMgNsJvq1qfn4ePALPbUYyGUckFgFU5dmqUZDRpSAyN4SJgAkJ5xm0ldWhOXoT/YO38PmkE1nHWVysKkJl6CYe9t3E9elSuOylaLT5EBz/Eje+/BwPxtKIuPsx2nMDNx/cRqc7gHH7K3ip7WV8uyMXxQUq3CkHcnOsKO54DWdrSlBm3wbjyGSBmRfvUBPwpipQlWuGMRtFOOynjqofQZqRCAdiMOSXwJxLxl9eJXJdVaiYuY+JvscY96WQzSSRTQUxFaROrS0HTpMKV0M5bFVNyC9sR3vDGZy2a8i1qrBYDDAa1Wc5SsjGCGQBNqp5Nc0s7W8ss6TeLAFVVfXXILBh19zcDLPZDDbqxsbG4PV69TZDFlPZLF3Jd9AJSMt+0M+g6L93BKRkISAEtp0AG3T8vMzjx4/1zhrfZjU7O4fZ2elVZ+pUix2Fr/8Yb738ffzku++Sfwa1xY24/K/+I7791l/hb372Lbx68Thqazpw7a/+K3z3tR/hv/ibb+Bi2xWcu/ht/PT/8d/gX/3V3+Lbt2WWugAAEABJREFUZ17DD//d3+Jn//E/4kff+gG+c+kifvyj08jNtcLe/jWcuvwzfPvUebzSZoTBVI5LF0+gqrJo6/UvO4aqhvN4s6EZl7/5NXz9p99FTXIUgx/9Er/9zS/x3p8+x6eBV/D6Wy/hWz/7t3j3a3+F712+iu/8q+/iyhtfw+nqaly8cg3XXn8VxxurYOj4Ol4ud6DE2YzTZ87gtVdOwll8QU//8mtvoa2mHIVWyLZVAgpgtRtgNIEGKiHbLhNQFAVOmq1ramoCP29nMBjQ09OD/v5+RCIRmkGVKdRdPiVS3D4goO4DHUQFISAEhMChJiCVWx8BvpWKn5PhW6wqKyv1Z2Zu3bqF2Zk5FBaUgpePX1USjd6rigoexVeps6coChTVsHCsx9GxQm5ZmKLQsUJ5qDO4kI/2Oe2TYwWqqkDfFJU67hSv5+EQhY7Z8f4WnS5Tgcq+SmWQK2i4iLMvfxvvfv3beOfNN3G1yQWX1QhdT4rntLyv0L6isB7kVHK0D4V1BegIiqJApXBAIZ/CVXIUBtm2hYCyLVJEyFYIKMqCcVdfX48TJ07o3/Pu7m4MDQ2B33W3FdmSVwgcNALqQVNY9BUCQkAICIHDS4BvueSZOr6tKhqNwu/3g5+vs1lsh7fSX9VM3zNaXXDmFqKgoBD5+XnItRlgUPUo+ScEhMAKAgYaiOHFU/Lz88GDQbygCrcj4+PjmJycRCKRAN/WvSKbHAqBQ0dALhOH7pRKhYSAEBACB5OA3W6Hy+XSZ+h4xs7hcIDfVWWzWRGNR0CD8gezYqK1ENh2AiJwJQE27vLy8vQ2o6ioCEajEfxs7sjICHw+nz44tDKPHAuBw0RAjLrDdDalLkJACAiBA0zAYrHoiyCEw2GMUEeMn5lpaGhAYWEBorEwxKqDbEJACLyAgNVqxdIt3DxQxAbd7OysvpBKLBYDL770AhGHK1pqc2QIqEemplLRPSegKIp+v7vcBgHZhIAQWEGAV6xjY44XRuHbqGpra8EdMA7nUXeX0wlkskgnM0gl9s4l4wtlL/nr0SWdzCJDume07I7rvppeq4WtR+/labZDxnJ5y/efyF5kuzxuq/tPZNN3Rn8FgUZfo+06D6kM1nzOc8X3Ww53nwDP9HM7cvz4cfr9ZcArZPKt3dzOiGG3++dDStx5Als16nZeQynh0BBgYy6TydBguzxefmhOqlRECGwTATbmuMPFfkdHB65evYqSkhLw4imzc3PIzc1HyJ9G350gHl/3b8g9+nQeDz/xbSjPamU8/GQe9z/06nIefOQjmfP6/mppl4cN3A0i4E5hdjS+kP6zeTz6mPQhf3m6re5zPe/9yYtHy+TqOn/gXSh3g9yW9GG5XN+l4+30WTbr/Jh0fkhMHhHj7ZLPHO5R3bkMljnWFUbIm8L8bBI9Xwa2xKTrhh9DD0meLwUtLe802KZmYNvF8C2ZfEv3sWPHUFVVpT+jywupTE9Pb3tZIlAI7DUBMer2+gwcmfKlokJACAiB1QmwMcfP0PHoeV1dHfi5GL4VkzthvGR5Q3MlalqdqKi3wmJRoCK7IZdNZ5ChWZWN5uP0Ck3FqMjo5SnZLLLUgdeSNN2jZaDQsboOXSxWFWW1VhSUmnU5Sxde1ikd10g3bTE8uyVfIV1AM4IsE6wfDaKxz2Hr0XOtNFxPlpFJaVTnBRZrpV1veDatgZ1CDLOsK/ngjfz1ymB92K2ZnmSBzj2XwWmcuQaU03eotMYCg2GBtUKM2HH8hpwC2B0qqltsyKfzyqqL258EFEXRn68rLCzUX3/Ag0X8TrvOzk7dyEun0/tTcdFKCGyQgLrB9JJcCAgBIbCzBET6kSHAM/c8MzdHM3Fc6YKCArDjBQ4URYHNZkNOTg5cOQ7kFpnQfjkHTaedaOxwbMg1n3Gi5axrQ3mWymg6xWUtlNl8xoFj511oYXnnXGg+zXEvdlw+637swqIOJLOZZHF4y1kHyVmQv1TmZv1mknvsvBOtZ53EyYGmU05wGa2k82Zlcj6uJ8tkf4HHi+vM+Z7nmuk8smsihsdIP9a1ZZHJ8/Itj+P87JaHLd9nmcyc9eZw/g7weWi7lKOz4TBOs9k6NdP3gF1BqYm/vuL2OQFeUZcHjEpLS8G3dLO6/Ozu1NQUeKVdPhYnBA4yATHqDvLZE92FgBAQAgeUAM/K8bMtvOy4qqrgZch5JN1kWr2DbDQp+ixLRYMVS269flWzTZ9RWW/6p9PZnpRX2UhyWm1YklfZ9FXc03lerCPLWpBj1+VtNP+q6XX97KhutYPlVzRaddnVNJu0avr1siS5VSSjqtlOLGzkXly/F5XH7HRHsmuOkVzSdeF4/bKZH7s1yyKZzKKCynhemufGv4BRUaUFVofhgP4Kj57a3NY4HA6wYceOb89cGlji16dwuwTZhMABJSBG3QE9caK2EBACQuCgEuAZOh4Z5+dauCPFnSterY5n5g5qnUTvfU1AlBMCTxHguwF4tq6lpUV/jQobdjxjxytlynvtnkIlBweIgBh1B+hkiapCQAgIgcNAgFe1nJmZ0Vej42fmuHO11gzdYaiv1EEICIH9SYCf3eXneGtqavT32D169Ag82CSG3f48X6LV8wmIUfd8PhIrBISAEBAC20iADbrJyUn9ZcC8Ih3fcsmj5ttYhIgSAkJACGyIQG5uLvidmDzIxANOAwMD4Nm7DQmRxEeLwD6srRh1+/CkHFaVFEUB37/OrzaAbEJACBw5Ajz6zQYdG3a8Ah07NugURTlyLKTCQkAI7B8C/Kyd3W7XX6PS3Nysr5bJq/Lyu+24vdo/moomQmBtAmLUrc1mL2MObdls0CmKcmjrJxUTAkLgWQL8u4/H4+BnVvhZOn5vFD9Hx7c+KYq0B88SkxAhIAR2mwAbdlarFXz3ALdPvM/P/LJhxz4/C7zbOkl5QmAjBMSo2wgtSbslAtyxk0ZxSwhXySxBQmD/E0ilUnC73eB3Q/HKczxDx6Pi+19z0VAICIGjSCA/Px/l5eVwOp3gVXr5lsz5+XlwW3YUeUidDwYBMeoOxnkSLYWAEBACWyOwR7l5iXDuFPGtTEsGHXeU9kgdKVYICAEhsC4C3F7xAiq1tbXgWzD59Sts2PFt5DJAvS6EkmiXCYhRt8vApTghIASEwFEiwIsN8At++ZZLXmWO/aNU/4NYV9FZCAiBBQL8zC/fjnnixAnwK1cGBwcxOjqqG3kLKeS/ENg/BMSo2z/nQjQRAkJACBwqAvzOp7m5OZjNZjQ2NoKfoTtUFZTKCIGjTeBI1F5RFH3hFJ6xq66u1m/H7Ovrg8fjORL1l0oeHAJi1B2cc3UoNFUUBfxs3aGojFRCCAiBNQmEQiG905NOp1FRUaGPcvNCBGtmkAghIASEwD4loCgKeOEUfqcmP2vHA1W88BM7ec5uPSdN0uwGATHqdoOylPEUAUVRnjqWAyEgBA4XAe7k8MICvOIlv/8pLy/vcFVQaiMEhMCRJLDcsON9nq2bnZ0Fr+orA9ZH8iuxryp9KIy6fUVUlHkuAWn0notHIoXAgSfACwjwbZe8BDg/g1JcXAyZoTvwp1UqIASEwCIBk8kEXh2TF1FZMux4dV9eEIoXhlpMJp4Q2HUCYtTtOnIpcA8JSNFCQAjsIAEetOFZOl7pkmfolt71tINFimghIASEwK4TUJSF2zFbWlpQUFAAfnaYV8dkw44HtnZdISlQCBABMeoIgnyEgBAQAk8TkKPNEOClvrljw3l5hk5WumQS4oSAEDjMBCorK8Gzdny7eW9vL/guBR7gOsx1lrrtTwJi1O3P83KAtMqSrut1gKLy83TrTb+UDrIJASGw4wSWfm+b81PpFPj1BTOzM/rCKPyOJ0Xh3/uOK763BUjpQkAIHGkCBoNBn63jlTG53evv7wc/Z8d3LRxpMFL5XScgRt2uIz9MBWaRRYb+UutyFpsBObl2ZJX0utJnkSZY3MEkTz5CQAjsIIEsstDW9bvMYPXfezIVRUqLoag4D3n5LhhNxh3UV0QLgYNHQDQ+vAT4Obu8vDyUlZWB71DgVTH5lkyevTu8tZaa7TcCYtTttzNygPRhcytL3cAsGV/rcSazCofTSp3H9DqdRukyB4iIqCoEDiaBLP3Sshv4La/8vae1BBLJKBQ1g6rqcpgtRigySXcwvwyitRAQApsisGTYVVVV6e/k5AWjvF7vZl5UvqnyJZMQEKNOvgPbR4BG6ePJNOizqsxMOo1UPIFkNoNYKEANXRiReArxJJuHq2aRQCEgBPYTgVQcyWQS0YSGZIRm5rJZMgcBHo3mcO7U8IqXiiIW3X46baKLEBACu0OAb8XkmbrGxkZwe8hGHb/2gJ833h0NpJSjReDp2opR9zQPOdooAe7UZTLIaBlkQ30YnfJjep46ehyWIZ/kZfX9DKLzAbhHx+FORzFw53P0991H9/AcxmbSWEhD6ZfkUV76UG75CAEhsBsE+MF+XrUt8+Q3mIG+T8dPwt1jmJudQfd0AFOPe+HW0kjQ7zsajYGX8rbb7cjQD1eGaXbjjEkZQkAI7EcCirKwMmZTUxO4TeTbMCcnJ8Ft7H7UV3Q6PATEqDs853Lba7IegUnfFMY//yP+4R/vYGBuDJP+OKaHh9D7+Yd47w8PMJ6YR+fnf8JnX36BO0Nz8M7NA+N/xG8/S2Nm3IOUFkY4OIdJkvH3f38b/d4h3PniI3zw0T3cm4ivRwVJIwSEwFYJpCPwTfbjj7/+E74c8uDuZ5/hwz/exM2uIbg93fjoH/4Jf3zgxuyUB8HgNMaD85ig32eq9wb++Iv/E//8yUPcud+H3s8+xC8+HEYgnobcOL3VkyL5hYAQOMgEeNaOF0/hV7v4/X4MDQ1BFk85yGd0/+suRt3+P0f7WMM0fGEjRgMVuHChDqVWBQaasYMGGFJRJIITGPLFMDcZQiJuhqLyczZRZApcKCqrRWW+BebMHCY8AQz5K3DxYj1K7UYYocA/H8Tc9BxkOxAERMmDTiCTQIqssHlzM6p9t9E9OoHO7inMjs1iVskinVUwNTaFaCBIs/Im3anZENTSJpiTWZQV2FFckgslmgAmhuBNp5CEbEJACAiBo0tAURT92bqioiKwYcerA/M7PGOx2NGFIjXfUQLqjkoX4YeeAD9HEwkGkaVOYVwx6s/Keed88PsjcBrC8AQ0qGYzotEswoE4VDWNrN2F/Pw85DmMMBChaDiFSDCArBZHwjeHQAoIUw8zFQrIaD/xkY8Q2HECWQ1ZlX6NznIU2skcy1pgsjjgMmgwBeYxb8xBnH6jCcQQISMuGtRgyNBgzfwYvEkDssYMNC2NeT/gotn5SDpDhuBqWkuYEBACQuBoEbBarWDDjt/dGaT+ktvtpj5R9GhBkNruCgF1V0qRQg4pARVOu4rSwhRCwSji5lK4yFCzWVWoriJUVVfQ7J0NFU3VyM+zw2k1I6ewBDY1HxUVNthyS5CbU4Ha0lyUFaURJMV+ROEAABAASURBVBmxGHUiXXkoLS9BRZFDX4ThkMKTagmB/UPAYIHN5kBNiQGG8mYca25Gx+kmNNSVoiRrhLOsEnWV+XCUlcLucqLYbkZuaRHSngkYCgphs9thMppgLihFRX05nGQgGrL7p3qiyQEkICoLgUNEwGKxoLKyEjk5OeAZO148RWbsDtEJ3idVUfeJHqLGgSSgooAaqTNvv4rTZ1tQU3oG1y604Y2vncO5N99C+8VX8HJdEVpOnMIr147j1ZePofpYB4oMTbhypQgF9adQX9eIKxfqwDLOnGtBbfNlXD17Bl9/9QTOn2rQZ/IOJBpRWggcJALGHOQVluHKMSMZZu04f6UD1y43oq6lBQVNl/HNl9rx7usdqDl+FSdbW/G1C5VovHoVjqrLePfVi3jlFP1ez3Tg6rev4sTbL6Ehx0qDNwcJgOgqBITAQSVwUPRWVRV1dXVwOBzgZ+x4AZV0On1Q1Bc9DwABMeoOwEna3yoqpB5/jV7sNC2LVCoNBS9OCz2NAtmEgBDYTQLr+23ybznOrydJpmAyWWA0mknJ5XnpUD5CQAgIASHwFAFFUVBTU6O/oJxn6/gl5U8lkIOdJHDoZfNV+NBXUiq4MwQU3TwzkPllXpeLR9KY94TWlVaFmaSzM+yM8iJVCAiBJwQU+lWqMNH/9f2Wk/EM5mbmoWTNMCiWVfKZoFAoZBMCQkAICIGnCBiNRn3hlMLCQvBsHRt2sirmU4jkYJME1E3mk2wrCRzZY0XvvCnUgVvLaekMBvoH8fhxJ4aHR/Hll7cQDkWQzeAFeRWAUkA2ISAEdoGAQr82dV0umUhh3udHbk4ejIYFA05Z1gaA9iGbEBACQkAIrErAZrOBjbq8vDyMj4/D6/WCF56DbEJgCwTULeSVrEJgXQRGR0fBKz5x48UPCvN95QMDAwiHw+vKf9gSSX2EwEEmkE6nEY/HoWmafgsRjzof5PqI7kJACAiB3SagKIr+bF1JSQl4dcyZmRnMz8+D29fd1kXKOzwExKg7POdy39akv79f7/xduXIF165dw5kzZ2jGblg39Pat0qKYENh7AvtSAzbo2NntdpjNZiiKsi/1FKWEgBAQAvuZAA9wO51ONDQ06LN0/IwdD4BnMpn9rLboto8JiFG3j0/OYVGNl/I1GJ5+No5vPVgZdljqK/UQAoeZAC/DnUgkkJubKwbdvjnRoogQEAIHkQAbdi6XC42NjfodEDxjx4NmB7EuovPeExCjbu/PwaHXgBuolbcURKNR/fatQ195qaAQOGQE2KDjh/r5fUuKIrN0h+z0SnUOOwGp374kkJ+fj4qKCv32S37Gbl8qKUrtewJi1O37U3TwFaytrcXs7Cw++eQTfP7557rPjRffdnDwayc1EAJHiwAbdfxAP/9+FUWMuqN19qW2QkAI7AQBnrHjhVMKCgr0WzF5LQJ+bnknylqvTEl38AiIUXfwztmB07i6ulp/LwsvqBAKhVBeXo6mpib9IeEDVxlRWAgcYQI8Q8cdDb51mp+nO8IopOpCQAgIgW0lwG0qG3V8azuvhsmO29xtLUSEHWoCe2TUHWqmUrkVBPh+8bq6Ot2Y42fp2traUFxcDJPJtCKlHAoBIbCfCfAsHevHq7UpiszSMQtxQkAICIHtIsALUPGMHfeV+P11PBDOA2nbJV/kHG4CYtQd7vO7b2rHo038bN2Sy2az69NNUgkBIbBvCLBRx79dHlHeN0qJIkJACAiBQ0SAB8349U+89gCviMk+t7uHqIpSlR0iIEbdDoEVsU8T4Iapp6cHjx49wsjICNjIezqFHAmBrRGQ3DtLgDsVkUgEbNjx8x87W5pIFwJCQAgcTQJ8e7vD4dBXxPT5fODbMOU1B0fzu7DRWotRt1Fikn7DBNigc7vd4IUV+Fk6fsHm9PS0vnzvhoVJBiEgBHaVABtzPAjzwQcf4Pr167h37x6GhoZ2VYdtLkzECQEhIAT2NQE27Pg2TH5UJRwO64vN7WuFRbl9QUCMun1xGg6nEtwZ5FXyJicnwQ1UUVER+Pk6XiiF7xUPBALyWoPDeeqlVoeIAM/OsTFXU1ODS5cu4dq1aygtLcWXX34pv99DdJ6lKqsRkDAhsHcEeHE57i/x7e5+vx88IL532kjJB4GAGHUH4SwdUB35dgG+bYAf8uXVnPi9VhaL5ckiKcFgEHyv+AGtnqgtBI4EAZ6l4xfilpSUoKGhQV+5Ni8vDxzGv/EjAUEqKQSEgBB4HoEdiuOFU/gddtzW8mA4D5TzgPkOFSdiDzgBMeoO+Ancz+qn02lwI/R/sfff33ElWZ4n+HmuFbTWigBBrckgQ2ZEZERGpBaVXVnVVS2qZ6anevvMzp6ZPWfO7l+wP+2vszt7Wlb1dFV1VWWlqIzMDC0Y1BKE1hpwBdfa95oTDgIgQAIkSEK8B78we2bXrvjaE3bNnj9XAZ0aBKq3Xarv4qi3OqnfqVMBnXqzk36B2s69qNu21xHQNC230q5pD952qWka6lzWtAdl6JuOgI6AjoCOwJYjoMZQ6ikn9RhmfqJ8y5XoAncFAnpQtyu6cfs5oQI1NcOvHhdQK3QqkFNlarZJDQbVc+Jqxkk92qXKtp8HukUvAAFd5TZEQJ23arVdTcJEo9Hc6rpKVbmibWiybpKOgI6AjsCuQUA9fqm+X6e+wjIxMZF7WZV+7d013buljuhB3ZbCqQvLI6ACOjWrpN7gpB65VN+py9epVK3aqRenqAuTGiyqMp10BHQEth8C6vxtb2/n4sWLuRelfPrpp6g32XZ0dORW8F6MxbpWHQEdAR2BvYOAGkupR+DVJLh69F1NrO0d73VPN4qAHtStg1QskmZqOMrtzxfouhjYNN35YgFFT9I230bpvrNJ/UrnjU/8OXtV/u5XT2Z/3oYnTbsvhRi4EWdhopCB6/GcPeNd4B8roOvrYG5/tt/CxD0DPZfDuf0n1bVeu1uCXR6L9XiepFz1ieqbu18FuPGxH5U+iZynbXPnywX6b4YIeJLrHMV6sY7A0yOgfjOps7OT1157DRXgqdni8+fP09zcnHsE8+k16BJ0BJ4hArpoHYFdgICmaahrsXphlQrq9BfN7YJOfQYu6EHdOqAGvCkJ6mJ4ZpNEwlmikc1ROJR9onbL9URCGcKb1K1sDQczOXtVXtFymc8rH49pGHDgdJSRSppy9hgNTlzOcmKLWJoMhZiNhaST5lz9VtsWERzCgftYbKVshWkk178ZQqIjGt56HRuxN+BNMzceZ2YkRjaLvukIPBMEDAYDapa4tLQ0N6hYnn8mCnWhOgI6AjoCLwCB7a5SvQ1TXYfV9+tUUKdeNrfdbdbte74I6EHdOngnohniMli32I0UVVopqtocldTYKK62bbrdcj3FIqNkkzKUzrJaO8pmlS+uejobltuzmXxJjZ2KhgKqm4pRedW2vN5FTUsJKq+osrGAqqZCyuqcS2WqfKuoRPArrRMsNtl3j9Of6xeRrbAty8l/MRjbi8xkshqhhRToQR369mwRUAMI9ZuT6sdw9Uemny3WunQdAR0BHYHVCGiahvp+XV1dHeorLn6/P/f9utV8+v4zR2DbKjBsW8tesGGaIGO2GXGVWCitsQrZNkXl9TYUlcrg/0mposFOecPm9VY22ymtva+/rG5z7Z/U1idpp2xTpGx9kvaPa1PRaKdKYfEUfbCWDtWvql+U7Uq+Stfie9ZlRRUW7C4jRpMBNPRNR+CZIKC+9xqLxZiens69zVa90XZubg71oqNnolAXqiOgI6AjoCOwJgKapqFemqIexVSTa2rFbk1GvXBPIiCjwT3p9/Z1WrdMR0BHQEdgGyGggjcV0Kk32VZXV6Me/VErdvPz86gv7W8jU3VTdAR0BHQE9gQC6g3iylF1LdavwwoJnRQCelCnUNBJR2AHIqCbrCPwrBFQP2UQDAYZHByktrYW9ZKUmpoaSkpKGBkZyT36o1bynrUdunwdAR0BHQEdgQcIqJ+KUpRKpZidnUW/Dj/AZi/n9KBuL/e+7ruOgI7AXkDgiX1Uj/eoFTr1uI/6gr76or56A6YK6hwOB+otbGol74kV6A11BHQEdAR0BDaNgHqBVXFxMXa7PfdYvJqA27QQvcGuQ0AP6nZdlz4jhzIJ4mEv0yPjuIMJkukYEe8MsxNTzPhipDPqXR1pEsE5PO555gNx0lkpTPpwT04w514gnMjkZpPSybRihkwSdSFKZbJkRF7UPcq0O0AoEiMRjxGNRhYpTjLmw6vkeoOImGfkpC5WR0BHII+AmvlVQZ3f70d9MV99h0PVqcGEegOmWrVTM8R6UKdQ2S2k+6EjoCOwUxBQAZ16HF5dqz0eT+7lKTvFdt3OZ4OAHtQ9G1x3n9R0iGhghoExP77xWwzNjNA3PMPk8Dje+WHuDAUITfQxNTvN9PwEszOjDEwGyYQHmZjyMDM+xMTECD1jC3jGR4ikU6QXhpiZn2V42od/5B5D3gD+oAroEiQTUuafZnjISyTiYXx4RFYF5onEEqQkVtx9AOse6QhsLwTUYz3qBSlq4kWt0hmNxiUD1RvYioqKZNIlmnsEU/EsVeoZHQEdgd2PgO7hC0dAPTmhgjp1LZ6YmMhdi1WA98IN0w14YQjoQd0Lg36HKU6F5IKxwEyyBMP4b7je38XVkSh+t4+s7xq/vjLN2JXPGfEliBoTZBb6+frqGLFgP/PpQpLhGaYGbvLR14MM376KNxEnNXeZgZEeLnaNM3zjKmPWBooLHTgsRgzGIKHQJF1dAcj66bs7hMcfxmS38mBoucMw1M3dUgTUb/OlklmioTSRYDqXqvxmSLULL6SeuP1mdG2EN2dL4Ml82Yj8zfAseKM5XMwGp6yUa5LPSGogEYVYOEsqZkTVKb6gP/5E+G/EHtVHijbC+7Q8So+ip5WzFe2VHbFIhnQqu6XnjS5MR0BHYPcgoJ6gUI/Hq8fkQ6EQqVRq2zmnG/T8EDA8P1W6pt2AgCZOmCxmLBYT2ZgP/9QoU5NzOCoNDMwXUl5cRnvHISrKGiibv4Uvkwari5L2CzRVN1Dn6SYoMh4stvnwyuh8QjvGe03F1JS5sDmd2B1OCgpcOB2lFBS20WSbZNYzQ687hdEkAvTPnkcgLYNd73Scvmsh7n0d4N6lzVPX1wtc/cjH3YsLT9T+SXQ+qs31j/3c/sK/9bY8AT69V8NMdGfxjNhz9tz6zM/sgJXpPiN3vlzg1qdBAuMFMkmTovtyMMfzKN+etO7uVws5fU/aflPt5HjYFP8THHMbli99NnQ7RMCb3PPnug6AjoCOwNoIGI1G1OPw6gVW6jdEw+Hw2ox66Z5AYIcHdXuij7aNk+l4BP/sBLNlP+GlzjoON5ditlThTDrYf6SRYluMNElSJEhnU8SSdsxo8icuZANEyRAyVVAguw8OPCMG4TBKKzV0eXhOWhNuE61v/DFvHXZSGrrJp936RUtA2fOfRCxD/40QnrkkcTl4MnIpuMl4AAAQAElEQVQkbZ6MZDHKkanIIOmLp/QT+bH1dpusdlxFJRQUl3LfJiOl5ZW5fYWzZjRTLPuuwmIMZtszw+6+7q33T/mwmtK5Y+H56Fqte/V+NJpldiLByL0IMu+15893HQAdAR2BtREwm83U19fj9/sJBoPoP3GwNk57odSwF5zUfdwaBIwWO4VVrXLxaKSyyJabHSpuaKB2fwML1/qpbtSYGh3i8gcf09vfR7z9ME6DAW/Pp1z6/acMToco76ylhFEuXb7CJ7dkMJ4u50idgTpbL//w4dd8/eFn9E3O4svkbc5KJo5vaoLJ4SHm3D5imlHKNvnR2XclAul0FkehibJaO5VNjk1TVYuDhk4X1ZI+SfutbqNsqd3n3LQfj7WjefPYVDc7qW0tyFGVYFvX4aShoyi3X9Mm+QMF1O0rpKbVRfUTyH+szaJT8dS0OqkWUvlnTep4qHqGvmzG/pIaGzaHCXWMo286AjoCOgLrIKBpGi6Xi4KCgtz3nFVgtw6rXrzLETDscv9097YKAVMhrtJGjnRWSkBnwWyUtLqKloNNVLYeoq3UTk3HUeqraigvrKCiqomDhxqxFUldUyV1NbXU1dXT2VlPZccxqoqKKK4/QlNdK4caKmls30dJgROnkNVskvnyAlzOatpkgKseLzDb7DjKO6it30d7hWWrvNLl7HAEDCZNBr5GnEUmXCXmTVOBtCmutFBQ+qDtk8jZqjZFcmwXllk27cdW6X+UnKJyyxJOCq9iwe1R/FtVp3QVlj2f/lHHw1bZ/bRynAUmLHYDBoOGvukI6AjoCKyHgKZpqHGSeiNxPB5nYWEBfdubCBj2ptu615tGwFwsA+d6DtSByahaV1JdXUl9Y7mslDRz5lwbhbUnOHLkOGfPv8bRE+c5IasnxsKjnLrwGq+99SanDu+nubKE4oPv8sqJE5y7cIb9zbUSJFZR1vEab549wtGzp2iqLKPQUIiroJb9nQVysbJS1tRB6/HXOHzgCB1lBmWATjoCOgI6Ai8SAV23joCOgI7AtkFA/X6opmmon6JRwd22MUw35LkhoI+OnxvUuiIdAR0BHQEdAR0BHYG9h4DusY7As0fAZrNRWFiY+06demnKs9eoa9huCOhB3XbrEd0eHQEdAR0BHQEdAR0BHQEdgb2HwFN6rH6zTj2K6fF4nlKS3nwnIqAHdTux13SbdQR0BHQEtgSBFDHvONPjI4zMhUlm0iTd/Qx1dzM8OU8gESMZnWfi1nUGJ3z4Y2ky2QxpKY8EFwgKReILuMcGGO4ZZGQ2TCqTJZvyMjU4yNS0h3B6SwzVhegI6AjoCOgIPAYB9cIUu91OIpGQ63MQ/cfIHwPYDq5ey3Q9qFsLFb1MR0BHQEdgDyAQG77G4PQck4F5grN3+OKWD1/3AP5MjNmxfka7vmYgPEPvYIqU+wY3b3bR3dOFTwK/e2MpGTikSGfnmJ4L4J6ZIey+w28vTdD31RW80QBJk9xilt5kuwcA1V3UEdAR0BF4gQioVTqHw4HVasXtdqP/vMEL7IwXoFruuC9A6w5QmUpkCXmTzA5HGLoVZOhmYEM0eCPAEi22UfvrtV+rLl+m0jyp9iqv0kfRoOhUlOdRbfK0okz48vsPp/d9XS4nz6NkLeVFhtpXfAOLfqs6ta/KVT5Pal9Rfl+lal/xqvxqUuW5epG7uu5R+6pNvn5JhtiZL1Op4smRlOd4FlNVtxHKtRG7lmSovMjIt1XlKq/SPKn91ZSXky/P8S6Tky9fL53oCeOdjhNTSyHqlx92wHmlm7i9EJgbmiAQ17AWFWAnxNidfnzTE/gSQWamp3IreL5MRAK0YgocNhJTI8xP3GVsvo/bt3voGfUSTvjwB8MszM0Qmu+neypCYPweUwthQmkNk/7yxu3V6bo1OgI6ArsaARXUOZ1O5ubmSKVSu9pX3bmVCBhW7up7eQRikTTzkzGGbge5+aGbG7/fIP1O+BQJ/02hDbdbzrvY/oZKFS2ve0w+r/O6tFO0noybUr9p21Sb34p/izYoGTl9Un5dynN5qVPlq2WrOkWry3P2SZvV5XnenA9r1K/mX9oXW/L5tezI1+XkKt7ltEE9Obmr2uXK1mqv+JaVK72KlB1rtlnFr/jWo55LfqYGIgR9SbLylz92n2uqK9vRCMz5zTjtLurq6ygsrsblGyIqQVwwMI0nBnFjCSUWA0arC1f1SZrsWZxZP964HHfzY4zPhUlkMmRTUcJevxyLUUobyqhpKSUdj+LzBAlHk+ibjoCOgI6AjsDzQUC9MEUFduotmNFolHRafwb++SD/4rUYXrwJ29OCRCyLjFswWzQsNsOGyeowkCO74UGb5flVsqxr1Kn2OZ2r6tbizfGtkmmRQVg2q6HIaBb7Rc6G2y6TZV2WX9IjslbkZV/xKVpe/pA+4VO/ubTEsyh7RbvFsjyPqlOU399IuoSdkrWoc7UMtZ+jxfqNyF3BI+3y/qlU0QrfpH4Fv7JFyGw1kM3I8Z4FoyxfrGgj9Wu1eVSZWfoZ6edYWGTqHx2BJ0DAYQyTzkSJJCIkklGi2UJMFFNVmsZZU4G1uIEK9R25dIJk3MOC5kIzFlFbUse+l37Ed18/QE2BHauzDIulkgLNTmt7MaVnfsY3T9lxxCbp6fOjNp10BHQEdAR0BJ49AgaDAbvdjvqJA/UWTPX9umevVdewHRAwbAcjtqMNZqtGdbOF898p48f/tp6f/E9PTn/whG3/4P9azx/8z0KSbkb/t/9VDQ0dVur2WXn9JxUoOcvb5/Y3KTPXXtooe3L55T5J+U//b/X8RNKH6pbzrco/1g6Rt6a+VXIepXNN7JfJVfXKDkWPkvNQ3TIZq+uUTFWmZCr7Var2f/jnddS22Wg+7OS1H1fkjql8napXeUUqvxH65j+tZP8ZFzanth1PId2mHYBA+5ECZob7+fAv/57rV64QP/ESDrMDR9l5DpcmqUjf5ctxL/NX/xN/95/+HfeyDgy1rRg9I9z7/f/OX/7F/86HXTPMJxxU7m+h7mA9o7/8mpGvfsGli5cZ8QbIOK07AAndxG2EgG6KjoCOwFMiYLFYKC0txev1ogd1TwnmDmquB3XrdFZWVlQyaVlSkXpnsRFXsWnHkLPQiMlsENKwu4zsJNt3s63OItUvGmZZ/bVvQb8oGWq1TtPQNx2BJ0LAXHeWk6cv8MYb3+TMy9/im8dKqH75FVrKamlpPU7boTc403ySb/2zn/DWd37Mm6cO0NZ4gPqOt/nBj9/jrTff43jjCc4caaD9UDMV9cf4xmud1B88x/7j3+Ol48c52OBA33QEdAR0BLYeAV3iegiYzeZcUBeLxVCPYOrfrVsPqd1Vbthd7mydN2qgbDBoucfk0DcdAR0BHYHdiICtkqrqWpqaW6mpb6VRJq8c1TUUWq04C8opLGuktqiS5sMHaOk4QGNlMUXOIpyljbTvb6e1tZ3qYpFR5qKw2IXVUUpDUzmFFfWUV++jtqKSUqdpNyKn+6QjoCOgI7BtEVCPYFrlOq4ew1RBXTwe37a2PhfD9ogSwx7xc9NuaoKMSVZUzFbJbLq13kBH4NkjoCYe0Ffpnj3QugYdAR0BHQEdAR2BHYaACuzKysrIvzBlh5mvm/sECOgRyxOAppqoxzPvpxmyspPNZiVVJZBVb4OT/YyidJpMIko4EieZyiBF95l21P8sGfEjlUxx/4HUJzA+kyYrlMk3zSRzeIjYfMkeT7Ok4jFi0ThxdZwoNNQLKlSqDhpFKq+TjoCOgI6AjoCOgI6AjsBjEFBBnfpenVqlU6t1GRmbPqaJXr3DEdCDuk13YFaCkyxJWclW4+y0LGknZScp0UlKypS4VDRKMi2D82SSqN9HePwe124PM+2Tsh35Ztk0oYUF5qbmUS8nf6LALhwiHgoRUlGdBMHEZ5ibD7EQ2pGAqG5+AnpUkwTzA/30dw0xMh8npQ6ueJKUBHbpZIKsHGOSfZQAvU5HQEdAR0BHQEdAR0BHIIeApmkUFhaiaVrue3UquMtV6P92LQJ6ULde10rkosbVagVuJUscr9fDx5+4icczjPzuA7ru/p4r04Nc/Nony3RZBv7+7+ga/ozf3u7iH//2HgvdIyTqjPT+9i+5dOUGgy/4FfSpWIxYKJxbFUqlxNFYklQsQjSRkmBVVtAkKA1G86tyKRJRL+M9A9y52Ic7EiEhwCRFRjKZJJ1OkY5GWAgnJL3NlYtd3Loj2KyI1URGOEpYeKLZNNlEkMDMTb68O8nATGwlvHt2L8zovBn/zDj+oQ/5//3NABO//ZA+z21+f/UeV65MkV31qKX62Y2oBMWppPThnsVtlzquu6UjoCOgI6AjoCOwBQiowE6t0oVkYn0LxOkitjECelC3XucsDqAXk2VcGdRbhAIBCXpk6SQhK1iR6AKhZIxgKJXji/m8RGIBFiQA8ntjpONZLCUVNHc4yWRSeOdfZCCTpPvzr+m6eYXr3d18+MGXjF/6P/ltzxSTM31037vHF5/fZubO7/ldX5g7n33Jvb4e+twLjA5MMPTBPzIoAd3gpa8ZvPMR1wfv8MmlSXyTU4TiPjwLYYLBFAJNDov7/+LMDYwx3tfF6FwvH39wl7npUTzBEBE9ILkPEWniSYOsAqfRsgm8oSyJBS8DX15hXi0B15ez+mQ1mjXMVg2jkT25pWVCwjOTYOh2kFsfe7jy6/lN0hyXfzW32Cafri/j8q/nHsmvZOVI8Qk9yh4la3m9aqf2VZqjXPu5DduWa5trk7dftVWU31+ZKh2qzX1SfIpW8jyoy5ev5FE+rJQz/0h87subX/TpCdLH9dVS/aNkr/Thvk35snyq2qv8HMrH+zyqTGhDOoRv8Vh80H5u037f/VxNpoUIepMyWbj+Ka7X6AjoCOgIPAqBoqIi9KDuUQjtnrrV48Td49lTeqKeEFSDxmTiaVdBNDSMMvh2UlVpw2Y1SVCo8WI25UuG2TEPAQlAk5EQ/u67jI5Ps2CSyCA0zLx3nvGEEZPZy8jAEDfv+iRYBYfVDJEwvt5ePKkUnrFRZu7dZHx6nFmjHafDitFiwmiyYjaZMa04skR2LErKO4p3boCuUAEmi0V4VjC9GEi2kdZMPEQ4bsPkaubsQRdm4zx+fxB/KEsibZTjaKWxRiPSTwY0g7ayYo/sqZ8cCXrTuCdiTPaFGbsX3BSNdoUYU5RrJ/lc+ggZileR8Km2o5Ku1CkyVH2eHqpfJlt4Ru4GGbkjJOkKO6RO7Y/eE3kiQ+kak/SxpNot8qk2itZs0yV2LOMdy+m5r2s5/6jwrZSxikfJULSkc5ncZeXLZW42P7ooe2yFLavsWOQZFZ3K5kfpUDyr6x+U3ZerZIzeDZErF5l5/lx5Divxc1Fnvi6fqj4dlf5UvLmyxfY5Weu0yfGtUTc1GMEzFSfsT++RM1p38xkjoIvfowgUFBSgaVruhSkpGb/tURj2hNuGPeHlEzipHrvMyHJTevG3z4UUXQAAEABJREFU6h6IEMjSSbKBESZmx5jJWMkaC3EkE6T8I4zOjDGrFcjqiRVbrlGKdMrP9NAgA0MR0pqZgiJrruaF/cuayHA/qHIZNZJaAw2NZZQ4kIAsi8Fpw2B3YSdIOGmWlSMjNi2LxQhWOzJzPIvHHycUSJAVv00uExhMZE0OTKTJphIkZBXlgX82CgrsuGxpMokICYeTLGYh7QGLnoNMmrSxnKLKdl494pK+iOJqaZNjK0lWVkLjmZUgCbscW1myKlZfWbVn9tQRVFxpobbVRkOHfcNUn+fdb0fl8/RYGcL/SJ416teTXVhikvPJQFGZmYbl7Zbn83ZuNl0lQ9mwZPfqunY79UJL9Xldq/ny5cvTVTx5P1boE/7V+w/pEp71ynJtlR5Fwpfbl3Q5f65M1StaVbecL29fvizXbpF/Ka9kKFosz/OubrtUvshXt8+e60+b00h5nYXV9Zvdr26y4io2ywz7njmddUd1BHQEngECVqsVi0ykp9PpXGD3eBU6x05FwLBTDX/Wdhsk2LFYDdgcxlWqTJhSMWyej/n61ifcMVdjdB2gMSEBzuzHfHL9U+4VteOyV1NnteAsyJJimtu/+w2/vOUgZSxC4ide6BaZZ2b0Dr1eP+7Kw+xz2HFqBgy1nRSZDVh77zBwM4jr0AmO1Hjxuvu5O+sjXlhAZXMB7oG7DM6lSFQ0Yi+w4r92na4rXUyGTKQS8xLsTTHtjRINhwnnKEZSM2Isr8dRWkPJwOcMDswSS6UxmrQXCsX2UW6koLqR5vYW2moLMEnwb7AfoePgBV5r1djnnCKQXGmt+i5dIpohsyKAXsmzm/cMco46Co0cvlDIN35ayXv/ombD9L7wvv8va8iRyi/So2TkeKWN4snlpY3K5ylXJvX5dKlc+JS+/L5KFU/H6QKqm20ceqkgZ0e+XNXlSNrly1T6OFJt8jxK3+r9fJ1K3/+zB1gpPkWqfDk9Vsair/k2SoYitZ9PVV6RkqXSzZJqp0i1y8vM76uyPKkyVa/SfNla6ep6ta/aKV6Vz6eqLE+qTJGqV2Uqvxa980+rqJH+rNtn48w7pblj8X3BSPHmU5XfKL36wwr2HXNisWu7+TTWfdMR0BF4Dgg4HA7MZjOBQOA5aNNVvCgEDM9b8c7XZ6K0oZVv/U//V376/h/xP/z4Zc4caKXh4Dne//N/yx9+85/w53/wEgeaTnDu1Al+9C/fpvWH/zP/93/1r/lf//X7vHy4joIXjXpBPS0HX+U777zNH/7kHHXffp8jLifFlmYOn32N7//zH/HaD3/CtxtsnPvBT/nW+z/jz376Hf7Z/+VHHH7vv+OfvPY+/+P/9i/5zvf/kLdPvcuf/snbvPzey7SXHOSNt9/k9VfqcPpv8uHf/j1/n6PP6XdVUnziG7zcfIE//jc/4/Uf/k/89987wUvtjp1/SGyJByUcP1nBgYPOnDSjzUb5t97hYFmp9NVLVB29QJklV7X0T32fzu4yYDRrS2V6RkdAR2D3IKBpGoY9+ng1+qYjoCOwZQiooM5kMqEHdVsG6bYUZNiWVm0Do9Sjl4l4hngk/ZA1msEos6d2rBYrNqsZk9GIwWjCYs+XmTAaTKgTyGqzYLTYccgg3S55s8nAixuCK81mjr91mkOHWimV5Xir1YRBUpMMHjSMGE1mLDYrZqss18tgwmSRVMhmtWCzWzFZbFjNknfYZDlf6kySlzqzxYxRM6JSs6OMssZDvPTNt3hb6K1vnuJQswR1JjNmoxmryDFb7dgsJtnXWGfbY8WaHC8GjLL6lHNc+kP1i9GgyswYBDvDKqiEBXL/0DcdAR0BHQEdAR0BHQEdgTURUEGdeXGlTn29aE0mvXDHI2DY8R48Iwc0TcsNsI27bhXEQGltKYXFTkw8o81gxuIoory6miqh6mrR57BifkbqdLF7HQHdfx2B3YeAehGQesQ6u+q7tLvPU90jHQEdgWeNgMlkkol4i8wDa6ifNshk9AvLs8b8RcjXg7p1UJeYTlatNEzm3QeRQa0Wrl72WQcHvVhHYDsjoGYcM5m1XhaTRb1IRg2Is3LzyqSSZNSfLLyrF8tk02kyqRRpqUumIB324fN48S5ESQjPdvZ5ybZ4kEg0QXTVdy2X6h/KpEgmksRj4vBiXSIYIhFPsFNcXjT7yZMX1jJNxCvH17wPfyQlR6IYksqQkYMxqw5UOR7Xe9/ReuUiQf/oCOgI6AhsCAFN07Bardjtdvx+P+qlKRtqqDPtKAQMO8ra52ysfjN9zoDr6nQENoGAjIdR52hWvaFW7Sy1VaVxfN44kXCaRDCIf3IMf9bP3FxMgpoMMZ8MrqdG8UbmGZqJExgdYmJ8jKHxSeampglI3JNdkvciMlmyEpGmU2kZ+ENWBa7pjKRCyjAJBDLuAcZn/cwEhVf2UwoHMfUhXinLfTJxwSNKIChRoMjIimxP/wA+wSKeY9D/PTsEEsyMTDHSN8LEzAyjM2Fi03MEJTCf9/pZ8IZYcQiLIQajJpOKGgb9Ls2L2HSdOgK7DQGLxYJ6DHNhYYGMTGjuNv90f0C/Xax3FKhBj6xOZ2SglEllSe8wysoIQT4o+3ea7bvWXjmWVJ/IWH1r+kWWV9QAfr1DeLeXy8QjBvlnlNV0zaAtc1dOXHzcuOlhfCKGf3CA7t/8LfcyPXx6aZa5+QTuu3fo/v3fcGPqS/7yk3lGr44Qlb/5ubvcEd6bviwJJWaZ1OeZzaZTJCMRQgshIokU0UiUWEgCgWiMZDJBIhQiPPQ5N4bGuTcfIxYOsxCUVcZkhnieN5ZALlsPzE5GZWUvTjCWIZ2MEw2GGfziSyYnJog84NJzzwSBCOMeC4G5CQLDn/Gf/2GY6Y8+pm/+Nh/f6OX67Vkyyw9hsUFuQWTlT7L6R0dAR2D7IrBjLFMrdSqo8+srdTumzzZrqB7UrYOYTHwT9KYYuBni6u99XPmd97nTV790c/FX7jX1Xv7Aw9f/6FmqU/kc/6893PzMz/xkAvdUgp4rgSWe1T5ckvaqzeryrdq//FsvX/7CzaXfeLgieSX38gdevvqFR8oEz8UyVb5RUu0v/aO03aL+uPgrD1/8g5uLgttqG5Sui7/05HxYXZfbF/u/VrZImtt/jE3XP/Lhn0vgnozTezWIaqMw+kp0qFTtb4a6vlpgZjgmA3Q1/FvnQNaLN4iACaujlNajbRw+24BvKEA29aKiuhSTPX18+Xd/T/fsJf7yr6/z2X/+//DFF59yQ1YS58c+5j/8YpiByRli0S4G7t3i099eZ3b4l/zXz+f5+m/+HV9+9RV3PGmSy67wqWAPIyMD3Lrcx9hHf8Xfjc4wNp8koS/TbfAYeXo2o8mC2e7EZLWBlqL/g0vE7UaKTrZgZOWmYjwNbWWhvqcjoCOgI/CECKgXpaigTv3UVDKZRE3+P6EovdkTIfDsGy275T97ZTtKg5aV5eksiURWBk5Z4tHnT6kkMiuvrak7JlPrscgDm1ReDc5kEp9ELEs2TY7U/nq2JxKQSq4tf702my2PhhZtFJtybSVNpRCfMk+Gq7RPxBdlbkGf5PGJRTJi0yq5oiumaBnOOR8W9ao6ZYtKl5c/Kp+WflGk2uX4RH5K+jkuaW5/UfZG8kqGwjKzR2M6dUNKy8pUNJSW4/hpQdDQNCMW0lg1OTHsDpBVQF7IlsATMzAeqaet5hB1mluCMzuOkjLKzUliI5MY9jdSXlGKPTLBjHuIO4EUvmAhVWVWDLYKisvKqJa8dZn9xgIXFotGxBdiYMpCZ0MVNWVmbJZlTHr2mSGQCnnxhuwYiw7x/ZcLsZjGSDhtuOfT+MfDaM9Msy5YR0BHQEcANE1DvTDF6XQSjUZlfCmDD/RtNyGgB3Xr9KamaTJzb6S02kpNm4Oafc7nTnUdLura19ZbK+V1HQ/q6iVfv9+Z469qduAoNOEoMFJWa1vX7lrxabmMrfZRyW884ETZmpetypROVaby+fKNpqqNartR/sfxKVsaOp3U73c9hJPSozBt6Hy4TsmtbXPm8Fap2n8cVbc6sTmN2AtMlNXd7xfVVtmg0se1X11f0WDHVWLCYGSPbhqaQcNgUinLNk3yVgzebsYGv+bmnIcZewt12SKs7lsM9H/NbX8Un62GauFU3OBhvO8mX10a5c6kk8YaM0s/LyE8z/cjx4gxg8PgZXxmlJC5AM1WToHLRXGRRQIzCE1PMusOEslYZYVHwxgLEU1aKC6xYnaW4JIArtBhkjqWNk1Wh8xmm8gFm7bA9OQ0nmCSuEyyLDHpmWeGgNHmwlVSR21NHftq7BgMBVTtP0arM0FRcITgqn7IyjxFRs3YSPrMjNIF6wjoCOwpBIxGI4WFheRX6/aU83vAWcMe8PGJXNRkpGexGSiptFLdbH8x1CJ6Fa2hv6bVTq0Em3nbcoFnq4Nq4a9osGFzGXNUWvMI+4VX8edlbHkq8lXAUqPsyvsgZUpnrkzl8+UbTVUbRRvlfxyfyFKB83Isl+OgyuvaBde15Ehb5UuO1qpfVVbVJP0iQZ1D+qa0arFfNiljuW1ldVacRWYMRjlYN36U7xpOdY4q361ynhpXYKDwcMpKVQaLOSSrIS4KOk7Kilc1TZUZ8T9IWla9ivcdp7GgnsNNdoqbKyTQyZCMO0g6W2krB5NBWF/Ix0JluZPOVjOhWBBnfTM1La2UFhfjLCymqKWDmnSItLORmsaTnNnfwcmmMioryigtMMuEQTUFhQVo0SD+6WGGh+7T+BwYbKW0tlfQ2lFBKhLF1tCCq7gE6wvxcy8ptUgf1tO2v5bqUjsmkwV74xn2tx3hbHsZzZUa6z3tq8d0e+k40X3VEXi2CBiNRgoKCohEIvpK3bOF+oVIN7wQrbpSHQEdAR2BZ4aAJpKtHHz7m7zx7vf57qsXeOelVizGMk587we8+dZ3+d7r53jl7FGKa87yk1dlUP3ad3jr/Z/yz3/0Tb712n4KRYR8RM6L+GgU1zdz+M3v8tqJd/nOhQZOvXqC+sYGnJZyChte4ac/OM+57/wZ3zr/Db7/2ineeP9Vjh49xj5Zue04eYS6ujpMIQ+zgze4cf0+3Rux4Cyr4dirndS9/EN+8NIJvvPPv8+hA60UrOmmXrh1CBSwv7OYZpnEQTaD1UrxhfO0FhVR23KEsvZjlFikYtknN2khK9EqXVasZ3UEdAR0BJ4YAYPBkFupU49fptT3N55Ykt5wOyJg2I5G6TbpCOgI6AjoCDwdAs6KJjpe/gE/+NF9eudMC83l5qcTqrfWEVgLAb1MR0BHYEcgkF+p04O6HdFdmzZSD+o2DZneQEdAR2A7IJB/UUosnN6CF6VsB4+22gYNTTOgZmYVaZrsb7UKXZ6OgI6AjsAmENBZXywCmqZhMplQP2+QSCRQ9GIt0rVvJQJ6ULdZNLNZMpkM6uUC6rsO6VSaTDolg8oUURlcKnFp/wSTw0OMzXgIJNNSJJypMN7JEWbnvQSkcTYjA8Frho8AABAASURBVNHFL8anhSeT+0JFSmRHCAeRFOL+SWbGhxid8hJJ8gJ/sSiT+x0sv9fPosnik/55UgTkaFijaYZkPCbHUIhwRI4BOUZSiVTulcOZVJK0ev3wGq32cpEKUQxGuUFZDBiMexkJ3fftgIA6rzPprNwL5B4h6dPalEpmSajfFNwCWU9ri95eR0BHYPcgoGkaTqcT9fhlPL5tf9Nm9wD+HD3Rg7p1wJa4jVQiQzyaXhlMZeOEQgHujERJpnyMDk0xPzXCzPQwN+7MoLgjY8O4A16mJkaZ7LnLWGieriv3mPeHiErwlo56iS6MMjCbFRkRJvtUew/xuJfQzG1+f89LMJZmYWYSz9w4854ZBq51yQmoAsR1DN5EcSaVEt8SpJIpCR5lKKICUwkckukM6XQ6F0DEk+qFEkqolCVDuKcmGekZIyTBRUoC27TISEtgmhGgMtI2JoFpNjXN5PgMM7PhNb70n8kFv0kJVnJjlHRSZohSpGQnG/ETnezjnjtBJJUluxgkJwSrXCib440Rk7ZJGehkxcZkLEFa7MiKzVmxJZlMCH5JwV9aKJsyWeSjHLhPqkzsTIjPyk+JliAtbRLirzBmhdJSl06IDPErKeUZsU2kkc2kSMZUeXblsXBf8hb9j8rx4mN6MkBcbIhFE8wO9BHw9TM8Ocv4bGyL9OwiMRpoBg2TWcMgKfqmI/CiEdDkoBQbFhPJPfknJ0n+yefJhegtdQR0BHQE1kBA/V6dCur0lbo1wNnBRXszqNtAh6lBfkoCCEUr2LMpWUkL0NU1RjTQS+/wLBMjo8wN3eVOzwBzCQhNThNKR5mfnWTs1mVGvf1cvuMjaS+hoMCFPeMhOHeHy9cHGZR2V76+Rf/oHIGgD3ffbS539eCJxfB5PKJrlkBohruXukhK0CEh2ApzNr+TwTM+ztzUONPz84yPThGa6mbU7WUh6MEjZVPj0/jmRhj3J/FOTzDvnmB0bJKBO0PMDPXhlaDLJ+1986PMLcwxOSltfQvEY0MM9I8Lb3BVUJcl6p/HMzvFXCBEIJwkHpI27lGm59zMT88SGrrFtem4BMzzuD1e5mam8bonmQ7EmB8bxzM3wNjsHCMTHtzjo3j805L34Z8cYk5wnp53C6bjTEayBEXPQihEZCkulfVF/1AuOBobn8Tjnscnq2CJoBvv3BCT0nZibJrZkUHmveP09E3jmRpkVlYmZzwLeGfHRZ+HifF5ohJsPW0frD1IizDaN0bv3XHmPSFi2SRTvdcY7L5CnwR1s+LX6nYS00rAKdbIZ/PHwc5vofxPS+AdDaYJeJL45zdHPjlZvTOJXDvfnLRVtGkZco4oGYttlRwlU9Hj7ImF0rmVmIjYr9qty78oe936NWz2zSZQtGYbkfeoOmW7T7BZ3Xa98jyfkql48vtPlYqNStZaduTkSr1f0Tq+q7Y5vjXq1yv3KXmKFtuofc+0HB/LytZrq8oX3DLxI5NhajJI9akqexpSMpQsVp/4O//U1T3QEdAReMEI6EHdC+6AZ6ReD+rWAVaTmX/1kwbOQtPKe6rRjtVgpMZ7Dc/gTRIlRcSiToxuD2VlU1z2ZIimwyx4JpnyRZGYhKLwEOlDb1BeXkeZy4bNaiQhQc341V/w4e8+4NqYG4+sQi2EDLLSZeFE+irzKWmbiBD2TjLrduN21IFmWGkLm93U6D/Jvc++ovvOVe703uXjX/+e4a//Ex8OzjI7e4fue3f4/Ou7eHo/4ANZMbz64Wf0DAwwKStjnpk5Rv7x5wxKwDl48TMGrv+Sa/3X+Pj6LJH5GcKpOLK4STa7ehQSY+LuTbpuXmcoGGDKE8E3ITIHPuDi7ZtcGwiLIynSgnlm6hLXu/q4cesm4z2f88Wwh8sffMloz++42n+bD7+8zbWPPmYi0MOHH92m97Ofc6PrKjdGx4mNXeSL0Sh9X3/J8PQkXuWuSCYtq1xDP+eXl3q49NVlRnpvckv6xjfWzUT/P/DpjRv87jdfcu2jX3Bn+jL/6T9eYuT233N9oIdPr/Ry5+InDEmQ++Wn1/FIkJcXq0RvJcXdgwx33eZO7wxRqwHSbu5enSVrlOOt+eH3E2YloEnLymZGVhm30o6dIkt9py4ZzzA9FKPvWoiui4FN0d0vA9z81J9rc/eLAHe/CuTym5Fz98sFbn26sNQut//Zgsh9ULaevNnROAsSQEwNxlC2rMf3JOW3Pw+gaK22ys874u+adYLhzU/8a9qjytdrp2Spulviu8pvBd0QO5TMtWQpvJQfa9XdkX5d3idr8axVpo6B5eV3v1rgxseChaTLy9fL91wOLk0ujN6LLB0T6/E/rnzgVoj5iTgPTSzulBNUt1NHQEdgWyKgaRp6ULctu+apjZKR41PL2JUCDIKMwbg6OFGuGnGZM3QWTvPLT9MYizx4M5P0Tk5CcoY7NxdyQV55cQJXbSmmik6aLBYMSfWluAfhgK2omo5v/vf84R//CW911lFrHsfj66drLEpRcoSuoQTuaCFFVo3q4gyWjkMYjCZlwNOTpYzCyoO0lpXRmplnRjvE/oMNVGnzGGwGzEdPUHesFefsdfr9tZQU7uNIRRFlZlZssUk3mUiMyrMHadzfQUlREU5HIQ6bHesKU4cZiTiJGw/wUlMt+6oMzElgNRaQwDVuQEtqWGwu7IVOwqPDLPjG8RodZF2tdBaBUUuQThiwm8OkRPCc6QRHml7lSFEAs6mC8po29p9qpaCzCXPfpwyGKik0FFO3woYkpXVNtDY3UVHkJOBfYOz2FUbjGuKC+FWAvayJ+oZaioorqatvpMIZICDBak9fmvRCnNqOFhwFzqcMrEXVOp+C1pc5960f8N23j1GXSWOYn6a0Ps5MOMHAqCwBr2qnSRBskGNUHaurqvbEriZeGoSSsqIej2WJRzdPiThyvmaJxTLSXlFW0k1SPKtk5NolpJvUqZ6QssfZo1YZ1cGUkRXleE5/NidjdbuY+BbbrG9KnqK12qlyRWvUJURXBgPKj9V2KKziUr+uLVKn6le3e5J9pSOHoZK5hp0xCeZj6/iQlD5Iy8TSpvWKPKV3ebv7xxZr9styvnw+lSYXhMU30P/5Nuum4ntSJm3kENc/OgI6AjoCW4qAHtRtKZzbRpgaE20bY7aTIVkZaKVlsJiQwUN2lWHmAhslJ1vI2PfT5B6moLAC57mfcerweZr7PyIgI6Js6TE6yq3U22e5luqkcvAvuXLlN/yDrPbc6pklbTBistix21UAZCQ1OUsmmqb6/Xc59d03MY9PkPJFMFccobqqnc7Zj8hmklvzna7wLJNDV2VVaoYpRzv1mLGZjBiq27BnE2RuXqL38hzGtqO0FEwwPSmraSNTeGUEKvEOo3e/4la/F5+1BCTAnf5a9r+6znhQIxwYwzM/xrRfRjfktzpq7SEIX+MzCaQu904z5tYwRpIkoyECsrKZMkSYv9NLtLwSsgY0CaLImDG7NMxWD2OjMWKRYuqLjFRrN/jy9m8YyNaAVoxdVrKMlhIshlrq535DtLqaVGEpRpZvWdQbAI3Ca9CSJFJhpn1mHNE44Ug4911BTTNiMBrRNAP3+aqoKCymoSLKXDJFzOgiq5nQeDabZhR/LVasFhNGgwlK99Ny7B0OWGKUeroIZ1bqlck2NAnseGYWsb03TcMkK5pVLXbaThSw/2zRpqjzfDGHXi7OtTnwkqSKnlTGuQe6Dy6T+yibyhtsuErNVDbb6HwC3Y+SffBCMYrW5DlXzAGxcc068b9zmS/LeQ69Iu0eYaeSmcdzebsnyosNh18pIdcvYtNqGZ3ig6LV5bl9abueD7n6NeR1SJk6HvZL2zyP6hNlw/KyfN1a6b7ThRSUmSmqtNDQ6cwdV2vx7T9btKG6lqMFlNfZMJkN2/s81K3TEdAR2HEImEwmFGVkVjGpZiJ3nAe6wWshoN8t1kJFlcnIXRN0jLISIllVskSapQB77Wm+8fphGpuO0tG2nyOdbbK6c4ALFzpoPHWKpsoW9jW00XpAeCR/7PRh9jU10VIrK0vVTXLz7+Rok4bFVEDr8QMyeD9LS/NhTuxvpLT+DGcP13H4xCFqWw9TJytRh460YzYalmx4qozZiauompb2Do5eOEX9CbHXasPhbKOp5QAnRFdNywlONFdx/KUTtHcc5vDhg7z0zQu0nn2Ho7XNnPrGaxw+9xaHW49zqqOWitoqCiz1dOwXn5tsZBeG6LryNVdzNE5a9DUeOSQBUjW1FaXsf+lVDh9/m5ePH+LYkWYcDce50FZCdetZThw/yRnBpKmxnnIJesuqW6hvqcGkWXA4Sjl05gQNVW0cO9pKw8mj1FaL/myWbFqTILGU2sYiDIlxhrsW9d+8Q5fhAgdk5bSppYGy2n0cq6ngwCti/5G3eePkYV597RAdx45R6Wjlm2+1UlQnOmqbOHGsg2OviK2C1f7GEpw2E89mc9HUXEStDOKUfKPFRsPp12io28/+tjaaGqswa6pmGcm+JrRXYzqJ/slKvxvkHLUXmuScMm+KCsvMFFVYUGlhuTmXqkH5Zki1zctQ7dS+kqXK1P6jyOowYrIYsDqNj9Sdkym2PkrW6rrCcguKVper/Zw8qVf5tShXv4Y+5ZPyTdWv2U4wVDxr1W22TOlQspS+tdqqekWbrVuLX5UpWXlS+4rUfs6GNbBQ9Q+RBOhm6U+zTDQ4nuB4XC3PWWTCajOSO8eXnfZ6dg8hoLuqI/CMENA0DYvFkpMe19+AmcNhN/wz7AYnnoUPcryjBotGk/aweE1mT62NHDtcTVG9BF5VVTQWG7E4img9LUFG5wGqCwopKamlrKGTfSWFNBw7z4H2gxxpb6CurhFnUSNtVRomo4Pa9ibqDh6huraFJocJtCr2H6ij5eA+ysqrKCwopuLAEdSsyhrWsPFNtTZS1SE2dR7jUOs+Dh6op2BfB5VyctuMJRKcNUtwc4jGzsO0y8Ckdv8R2vYd5fjBTo6eOUTlvtMcbNzPqZdP0d5xlJaado4e2UfDviZKbZU0tbTSJMFgoQ3S6XSO1CNJrqpmGtuP0VHfQlttOe1Hj9DUcZqj+/exv7Uee+V+Tu6voryslfa2dvZ3tlBVXUmp1UFd2zH2HTxMc10ltbXV1HWepL3xGEfbyqhsb6aktIxiWVo1mCwU7H+bzppCSiwZMpk0KWWDrPyly0/RUV2Uk1lY3kB7WRntJ47TuO8MJzvbOXGsVXxoo8Raw6mTNTjL91FVViK+1FC//zj7GxpoqXJgl0Ebz2SzU13tpFwG20q80WSiUnAotLsoramjpLYOi6ZqdFoTgdXL6Wsy6YU6AjsLAf2w3ln9pVurI/CiEHgSvRYZ96l2elCnUNgdpAd1u6MfN+GFifaTB2hsrMa+iVabYpXVx4IqCfZeeplzQi+9dJjWqmKcmxKimDUJrK1UNDZQWNrJ4Y42DrSWsPZmkhWPUjrffJn6AhcVor/tyMu8JPrPnT3H0UYbZDdGAAAQAElEQVQXLplBX7vtTi6VYZ98drIHT2q7pmkYjQYsNgOGtSZf0DcdgZ2LgBze91fp9uj5vXN7TrdcR2BnIGC1WnOG6kFdDoZd8W8DQd2u8HPTTuTuo/JPPptuu90bGK1GGQQbtruZ9+1TIxurHadLrZKZMN4vffi/wYhmtmM3g0F7uHq3lmTlAE2nV33Zbrc6u4ZfWQSANco3XSQrveq7BRkBdIskbtqEbdtgBSaCuNrXQXqC7spjJ+kGW2czWXI/a7BBfp1NR0BHQEdgowjoQd1Gkdo5fDtkZP/8Ac2kskRDaUK+JDKGef4G7ESNus3PHQFN03KrVezBTZ2X6TTrnJ8ZUomsDIghk0qRjEVIqr/4/bJ0MiFlURLpVO7tp4n5IUb6Bxgc9xJO7EEw13M5HiMd8BEQnOUDScEn6McfzO2t10ovfwiBDPFIhNDCAgvBEMFIkkRM7i0StKUTcTlW42tOT2gyQ6WvQj8Epl6gI6AjsAUI5B+/TCT0m94WwLktROhB3TrdYDBquce6bE4j7KGVH/Rt5yGwA4/PrQLZYACJa1m5qZVLP909PqZnYgTHRxj8/NcMZga4ctuN15fA19fN4MVf0jN7mV9e8TBxe4hgws/M9F26P/01fSGQeZ2VYp/rXoZMOkksFEW9mSwuAWoqlcl9R1XlSUWJRJMSmI4xMdLLzVuzxFOQzaRIRGIkkilSmQypeIJULEgsmRFeyUu5CseysjKZigSJJ9M5mbnAVwTEYilUsHzf1QzpRIxoIEJYCrKpODH/IGOTYwzNxqRE/2wcgRADfR5GR4JkpF8SsRgj175mbuZrbvSPcm8kyurTWP0+XSImfZDWl0U3jrPOqSOgI7BRBFRQp2kaelC3UcS2P58Miba/kS/KQvXDzuGFFHNjMWZHoxumqcEIM8Mb58/LVm0mByIr9KiyaZGX51k3lUHBrCKxc34iRiycJhZJ45uN5+TNSN3UKtnLZS23WelU+8vrH5Vfki061uJTspRMxTcztDFccryPwVDJzPus8krPWvpVmapTMlV+TVK2KxL81qxX5VI/2R9hemhlH+X4pS5vS25f8a+iufH7/RKRFWDPdPyBHNV2Fe96MpaXe6biqONTxvEv6hR58XplvKtW5NQPsT8wRgqJ4/XGCMt5kAgusDA5jD/rY3Y+cv836XxeFqaG8ERmGJyJEvJEwGLFWWrEavQxPh2VYEfJ4QVsWcLuGca7rjModk5P3ZGB/zTjEky5Zwf4+s40fRcvMzk+ji86y5zfLcGoBGjxAENXrgrfPe72DXPr0nVGbnzA7ZlJLn12if7+axI8jHLn3iTzfdfo9frov3GPybFbdI/0cLlrmpAEjtmlNaMkYa+HqZ5+fKkx7tzqZ3J0AI/o88u15TkBs0vUJJkb7uPe9S76huYJGzMszMr+tW7cwTCa0/KQnzLWYu1Ji4dY9QIdAR0BHYFNI2A2m9E0LTdxmM2+qPvdps3WGzwCAcMj6vZ0VSaTJR5N45uJMyOD+M3QZF+YqYHwptupNpO9K9tNixwV1D1Ov+LJ05z6TTcZzMbCGbwy8FdtVd2UBHUqVfsrSILG5XXTg2GUD2vyroWFtJ9Udq5VJ2VTi3goeVMie0m3tJtRJDxLZYv5aSlXdqwuX76f41nknxK5yua15E0rWeL7WnV5eSpQU3z5/bVSVa90TElgt7pe1SlaXb58f1aC1Lj0SzSYwjMZk2MkgmozLbapdDnvRvJuCd5D/qSs6Ozhi7G4rm5Gkjzl9cqAyeykrLKYmroCYsH0shUrnvOWwj3roadrkoQhQzLUR+/oHJPTE3jnhyXA8+Ib62eot5dpf4AoJrkxZ8mkZrhxRYLXYID56WmGrl9ntOsSo+kIvdfuMuseYGxuhu5bQwxeu8TAvJuJ4UmR2c/E/CRDM0k0o0F8fbBmlFK/4Tg1QtB7nVujQXxy/GoS9D093qJmj32ysvKalJXThKyaGk3ifGyOmSkvUVlYNhfcf2GBlC59jCYNk8Uggd2D/liq1DNrIKAX6QjoCGwGAaPRKNcXg9zrsqRSqc001Xm3KQKGbWrXtjBL07IYjVnMcgPeDFmsGhaLtvl20sZmX9nOatOwripb0xYzmGWy16JSIYOMAxSZFm23Sp3dqZGrXyxbkiP8doeGehFSrsys8travKvbyr4lJ9uwLn8eD2WD8ienQ9rJJBE5UvlVpHhVuyXeVfWq3CLjoLw/FrHZIrivJc8i/tnEP2WnarcWKR6F31p1S2Uix+4wsMKHvF2CwaPk52WomXc1bla2qr7O6V3mR55vI6nqWyUPOU63xQnznI3QNDAY5XyxGnLpA/WaZA1INCSr1T6CiSRxowOrCn4SASIRKUulSRqsUgaKGxKyuh3A714gFEjgKHWhqROIF7ElCKQsuJM1tBW5qCqwY9OSpGMRWWVMYbTa2HewlPmxcWY9URKaFYsxJaHWAu5sJS5XK3UFNorlmMRYSU1TJeWFZZTXVlFeJLzREPMzAZJeL6bqOgoLiqgpKaOhuZUyu2nZi4as2O0uyooFoblhYqU1WIorsVusCLro2+YQcNYf58jLb/DauQ4qZdJQC4SoaLYTjsWZHg+SWSUuIwVqclGfQF8FjL6rI/C0COjtlxBQP5WlKBaL5YK7pQo9syMR0O/N63SbUWZJi8otdJwu4Oy3Sjn73sbp5e+V8dK3N86fl63aXJC2+f18em4Dus+9X0qe78Q3iimtNVNababzrNi/2D5fn5e7PF1et54dy/lX519a1LG6XO0rn5RMlV+uR+0/ih7Hu7xeyVe4rydvOe+T8iiMz3+3dM2+3Yj80++UUFxlobzByoFzhUv9tZG2a9l85JUiattsEswb1jmK92qxBCG4ME19TNe1/8JvhkcZKDhDZ7Ya59ivuXLpv/B7CWqmXQdoFYgUN4zRdfEf+Kuf3+HDwWoONYDZKJUv5OOg0haizvgVv7r0Eb8fNhGdHmD+3mXu9gwxm4wxKit3pZaoBHRmfIF5FmaHGZlv5HhhN319f8fluSAeY6OgsNoBO8USxHW2mZkLQzALKnY1r2Zbvm91QNtpbD2fMCwrfMNTHpLL6/X85hEwCuKVR2g78T2O22JU+W4TkCBuuaBELI1a1VffrVterud1BHQEdAS2CgH1CKbRaET/WYO1Ed1ppYadZvDztFfTQNM0NEHJICOfnUKaBql4lmRCRglq0LaDbN8pGD+JnapflmhLjqn7xyd7dFOPXaaSGVlhS5NOyoG+hIOcANg59p0f8e73/4Q/ePubfO+Nw1iN1Zz7w3/Ge+//MT99503efu08ZQ1v8s/erqT9nT/m2z/87/nzP/4xP3jnOKVGkC5akvh8MxplTQc49d4/5d0zb/LGyVf47vfe5a0/+DPe/84f8uffbKPzjR/z8g9/xqsHzvPmiXO88d7L7G8o48h3fsqrr/4h33vtLO987wKHv/uHHDFW8uaP32Rf00scaWvj7NtHaXr9T/kD4fnGqX3UNl+gpfkgJ6r9LPR+wocf/IJf//of+PUX1+lNOqm58E2OOE7w3R9/h9e/99/x1mtvcL7D+Xwh2fHaijh8pJz29vu4mW12Dr75LnWl1ew7eorW4ycoWHXAWWxG7C4TJrO2473XHdAR0BHYngioVTo9qNueffMkVq26jTyJCL3NkyHwbFsZTBpqtRF9PMBu3ZKJLPFIhvSLfU3jC4f3/iNqy4M6ZZIBV1kFpeXVVJSUUl7swKBZKKysprSsisrSYkqKCjFbi6kusWAvqaKsopa6qgrKS2WVT4l4gWSyOSgoraK0sAS1slZWXkpJRQ1lZZXUlthxFFdQVF5JkaOQYlchxaVFOKwmnFJfXFRFeVGB+F6Y23eK38UVxdhtsm+3UVDiwlpcRUWxtCuwY5Fym81BYaENW0UrbR0H2L9fqLmW2qoiLGKD0+ASfMopLq8R3IoptEvUi75tHAHpG6cZ+yJumsGAo7gEi8mMzVWQo9WICgsGo4ambVyLzqkjoCOgI7AZBIyySqdIvQFTTZRupq3Ou/0QMGw/k3SLnhoBGQRoBk0GA/fpqeXpAl4sAuto16Q8N+BTGcnvvY+GOs7NFgMGGfzuOP9VHKq+MKXSbWC8ZrJhLW2kuWUfbW3ttNVXUymB3jYwbWeYIP2Y+x6cTLJkMzvDZN1KHQEdgb2NgFqpM8gMkv745e44DvSg7gn6Uc1mpNNy15Y7d35MpsoyUpZJJVG/K6UolUqjVhGeQMXTN1HmySDj6QUpCVlSySTxWPyhL/Or2hdJqURCVqpSbMbV3G9yRWO57wVtpt2L9HMt3SaLhsVuwLgTA5q1HNpkmSb8ci9CrUgbZBJDdnfURx176vqxqYP3MR7q1S8WgWwmm7vmq/vBi7VE164joCOgI/B4BIxGo4whjPpv1T0eqh3BYdgRVm4rIzO5oM3jiZJJhAlF4sQTaQl6UkQCEVLRAKGFeTxeH/5glHhSoqvnbH9usGtEVi9EsSa0+iMjSTXoUJSrkn2E5CNJdpFyNbl/2WySoM/HzNgcCWG6Pxi9z7fIQEbKEb5EIin4ZB4ep0ojpS9HuUYs6pEKtS/tc3XLU1WuKF+m8qso5HYTCiyQexmv8OXsUDwiNi9P7SrK7cugK+ZfwDs6hleC8tzv+kqqgtZEIiU2Kc6dQeKu2CuO7gxzt9zKrBxlaenAZDyDSrdcwTMWqMm5qalgVL8KP2Okn5N46U81wWDaGSvHzwkUXY2OgI7AdkZArdSpwC4hE+RqjLSdbdVtezwC+nDi8Rit4ogzMzPDX/zFbSLjv+O//foWV7rGmZoa46uvB4RXBtnuL7nVN4N8ZH/7fVKxGLFQmFg0QSol9saSJGMRohLUJFVQFo0SiCZlyKxsT5GIeBnvHuD21724IxHiEk2kREYqlZLBtFA0wkI4STp6mysXu7h5x008F2Wp9vcpLauWKQmAU+EYkiWbThIPRYnFk6QyGYkHE6RiYQKRBEnRnxI7cjJEF/GIBM8J1O873Zf24P/c4BDT07OEM2JHQuwIJsWmLOlkmlQ4TioSIykDfykgJkF2IBBmbmCAoS8+oS+8wILiS3np6eriqy+7ESgeCN/mOfV9urA/jQpqtrmpz8Q8DQ01iLbYjTLTqKFvOgI6AjoCOgJbjYAubzcjYJSVOvX4pQrqdrOfe8U3w15xdLN+ZtIQj2aIhiQjcc+D9hIwpKU8kpLAJE5JfJih8XEujYZISoBkshdS4DRjtTqwWOxYzdsJYuVIklu/+5SbV77k69s3+cXf/p7hz/4Pfn5nnLGpu9y+eYvf/+4qU9d/wd/fDXH1g99z895devwhJoanGPi7v6VXgq6ezz6l5+ov+arnKr/+bAzf+BiBeCAXlMVimcWAMI/aAn1ffMTnv/8lnw3f4+cfDBGcGGRq4hIff32TLz66gvv2P/D/+niUW3//n/jwylf84oubXP3th0yNfsk/XJ5l+MpvwF2N+AAAEABJREFUuNHdx113Xub9VAWLmfgE02N3+fS33XjH/5HfXu3hg7/+NV98/Cs+Hejm57/qo/dXP+fe8Kf89no3F6+PEgmO0Ds4wu9+eZmhiRkW4nHCUYlEFUT3RW/7/2abAbvLgGmPvh1PzSqqgNY3G2d6MMJ4T/iZ0YicC/3XAw/JH+sOMSp1T6Jb2R3yJfFOxpfkDtwIMHgzyGhXaKlMyR65+3CZKn8SGrsXYvh2kCEhZX9ehipXZePd4RW68/VrpcvbL6/Pyb913+ZRpe9OcMMyl8tZL6/0DovMnL2b6Pcx8U21GZN+Wy57TMr7rwVQOG/G/+UyJvsiRAJpIgsp5sdj5PwWjFf35fI2j8rPDEcJuBOkXsDTHmyjze9O4pmOb3uaG5fr0FDshds5L9eTmdG17XBPiY0jURTPdsV0WjBUWD5P+/zzSdR4bxsd9s/NFBXUKdqSoO65Wa0rWg+B7RRxrGfjCylXj0YZjdr9AfMjFgGclY0UZWMk3SMMJzUMJrO0MWIymoSMGNTjVWynLYPPHSORtmHJpMmM9TE2H4ciB9bomKy4LeC2F+EqSeEe7uV2f5JUykG504olEZNgbJxAOk1gbhZ3Xw/z87NESkopKS3CaheZFhXIWlgZyyYJ+mOyMpjFbDVK2zmCQzcYmJikd9LH3Ow0qeAUs+kyDBEPsYyRaDJLYm6Eud6b9M7OMB1MiR0aa8Yv/gnco/e4Mh1g3pMiqyUJBuKyCggmq4HA/DyhqRF8C3N4ghFCMQNGk4vSsgosETepdIKsyYrFbMZsYsdsRiMYBWht2x1jzw9COYQJeWXQNxXDLQPpZ0Xz41GRr2gNPZOqXNEadY+wKRpIySprmrCk7jzfhMiYiD6sK1cudXm+p0hVwDG/lj+iwzspOnL6JX2sDrFT2rhzspbzRyWoUXX3U4/weJTcx8pbLuPR+XklS8ndsK2L8oQ/Z4u0dSsZeZJy92LZvMrnyzeRKj8T0TSxcFquOQnpw1gOB2Xr/EMYLdrzCPne6ZgcG0kyz/8J/ud3Aj9Ck/o+ugqS+2+EGLgVZqQ7uq1ptCeCohdt56jgNNqzNlaqPEfC86LtXE//6HPGsf9mmMHbYbyziUccjbu3Sq3SKdI0jVRKxk/q6ajd6+6u98ywQzx8/mZqYDRpEoQ8GiJDSRN1VeXUF0L6+Vv5ZBpTMvCIJUhIajLbMWrV1NQU515pbjFmMGRTxJJmbLYs2WxGBp5xUnG54EnwYHeBb2aMqfkowYjUp5OkM1Ei4ThxrAJClGQsTCS+aiQiQZTdVU55cSF2QxTv2ASehTDBWIxEPELGaKCwqIqiAicFBaUUFhTgskNGfU8v7CGcKcLhcFIsZcudNmXDxESGP5wkFg8TiLooLbHhKBB+pa+oAKc5idGSZmEugBog2QoKMZtLqKqpocqVlbwE4FoaQzKEP5Yku1yBnt++CGjkzlFnkZHSSjNlNc+OKuosVDVaH9JRXmuhQqisxvJQ3ePscRYasTmMuIqNS22rRUdVg5Vy0be8fWW96FlVtrx+M/nyWjOV9dYclS+zW/lSKXo27ouF8mrltyLzkg+qfeWifIVbTu4W2Z73s1z6ulJkVgpW+bKNpMrfKvFRpcv51X51k5WcvcswWc7zuHxptRmLTcMqVFBiIo+zSpX8x7VfXV9cbsbhMu7ZR4vl1kM0nJaVr4RMCIJmNG5vMpkwWk0v3kaTHDNmIxiMD9miyowWsVF4tiueJpsJg2D5POxTeMQioFbqIsE0e3UzGAyYBHO1WpfVgzp28mbYycY/S9vVW8zSqQwZ9X2sFYoMWK1WampdGGxlFDrNlDe3se/gEU5XO+5zmotxycqWw3J/d9v9TwTlIjbKTCJJsvEoraWlFBmNmKr2U+ZyUDw3wdwoVBw4zLGWFMm4m+lYCmttBTUdNSRmJ1jIODA3tMsKXTHZkSHG+sfxxqTMFCGT8uL2BfDNu3HnKEzWZsOhAjqThdIyJ0lLNeWlhdSWWHC6CqCgkvoCDXtpFYUOO8UuG0V1dWLDERpsdkptLmwmZYvIVjLdIjsQxWIFypuwVnRwrNiAy2XD6ZT2FcUUFBVgN1spKXNhL3GRWEiQleDUVuTEXlmJS9NwlRRjs7ooMmexm6LMh4QnKzKf0UddL1VgqQYsT6tCrVJlUlkJvJ9W0s5sr2labtKlrs3O/tMFHL5Q+Mzo6CtFHH+9eG35LxetXf4YeyobbBQUm6hpsi21P/pqEYqOPCTzyXSshYmSrXQoOvxy4ZLuHO9DelfVr/ZpdfvFeiVbkdL1RHIX5eTarpFXco9In6h0PZ51y9fx8dhrRSiZ67Zbw47lvAfPFVBYZqKowkzzQQfKNoWBOnaW8200337CJYG3DZNZ25kn6BZZbXcZqW510HS4YFtTy9ECWo8XvnAbm48U0HKsEJWuxkyVta5Tt5r3Re3nbBcsn4f+Zjmm1LHlLDLt2ckTdZrmg7pkMikT36sm5BWDTjsGAcOOsfR5GyoD+3QKYhGZvZH8A/U2amtr+Bf/4gTOpnc4fbCClupC6upaeflCh7BpUPYqxztr6KiV3W34MRTV03LwFd57+01+8sPT1L73LoedTglsmjh46hW+8yff5+Xv/5Bv1ds4/Z0f8813/4B/9uP3+Kf/4w849M6/4CevvMu/+l/+lPe+8we8eeJt/vhnb3L+3fO0FXfy2ptv8OqFWpyBu3z2y1/xa6Ff/bKHdEMT+145RUtpPe9++ywnf/YnfPPNn/GvfvQeP/zpd6k78U/41ydg3zt/wNmDHbx6rJX9r3yLhqa3+dM/fJs33n2JNnsI7/WP+FVO5j/yq8ujaPvf4OTZb/POmfP84E++zYWXX+dIbQOvvnuGk+dP0lZez9vvHKO47ThnX3mFZqeRwlIXbT/6MccMBo69/hoN1a0cOHKaC+98gwNVTmRB8pn1mpokSMYypCUYe1oliWgm9x2eVGIvX4RXnJybg/QFc6tjIJnIougFm6Kr3yIENDQM6gKioW86AjoCOgI7AgEV1JnNZvSVuh3RXY80Ug/q1oHHYNSw2AzYJQiQ+/Q6XDutWI00LJx+9yyHDzVT+KzMt5RS1nqKt370A36Qo1c40VpJMU+3Wara2X/+3fsyf/h9fnChlZoS22OFqkc5ylo7KS3fx9nzpzj/UicFj231bBhyx5XdgHELZt8tDgOOIiPqFerPxtrtLTW36ilzLjv1eVmjScNsNWC2aOjb9kZgI9ap4zElkzWJLZq02YhOnUdHQEdAR+BpEVBBnXr8Uq3U6Y9fPi2aL7a94cWq38baZZylCTqamnXdxmZu3jSNgrICCVatiHubb76RFpoRk8WOq6iIQqGiIid2iwnjRto+gkczWbE6CijKySykyGHBbNyAF5oBk6MIV2ERJSUFFDifoe88etM0yBNPuRnEdYNMPih5TylqRzYXKJGuBZVhB25it7ZIO9B63eRVCKi+NMr5aJQJG8Ouu2+sclbfXQ8BvVxHYMchoGkaJpMJPajbcV33kMEyLHyoTC8QBNR3ntTjUbvx0TZNBh7aXht0GEz3X4giQaBcv6SHX8xHfZ8ulcyiHsN8MRbsIq25gEj+reVSNo36fUL1lVj1/dhMSi3ppYlF07lHX7OxIMG5KcbGZvHFU6TVMksmQSzgxTMzi1f4Msk0GSnPysUgk86QTC0qisZyLxlKkiQR8TE/Msb4fJhoIvN8v98Y9RMKxwknFu3SkxeOgLq2qMBO28I7qxyCL9wv3YAXhUCWZNjPwvwM88G03DfSpOIx4rEo8UScpFyX1NdE7j+tkEG9MVR91/q+tXINzPPGk7k2Ec8Ik1PzBCLJ3O/DpqIBAnOTzAZE7l5+iv8+YM/5//ZRZzAYMBqN+tsvt0+XPLElW3jreWIbtmVDdSNVF0d1kdyWBj7CKPUto4yMZhU931HmI4zSq3IIqONKYgS9W3JoPP2/rACqgrYVkhTAySDjczF8wQiBBT/jI7OkYlN03ZOAbSFOwuvGNzbE4Nw843d7mA16GZ+YYmJkEu9CkGA4SXRsAp8EcNGkH593joGpOKrjQoO3GJvz4ElECC3MMnh3Au/sEL2jEhAGkytMefKdLFmZAUglUqjAUl2HVGCaSadz+xKZkp7rYXjaw2QgI4O9FIlkJje2y2ayPOBdboGUS/u0BLjpZILI6BjucIyo8GflYpdO3R/okfYwO+PH54+Tzl1H7o/2MjKAzKbTUpaWm7+6yiyXred1BHQEthqBrEzceOXaMzK/wIKcq9noOLPuBTz+CLF4gHDUy+REbPF8DBBckDq3muVRk1geZiY9eD1B4U0QDYaYH+pixjfH2NAY8+ODzM6PMTznxyfXu4xcB7bafl3ezkBABXX5lbqM3Hd2htV7yMpNuKoHdeuBJQsAarbVKKtayXiWZDyzpaS+d5GjRbm5fGyljrXKHmdHQuTl2kmaFLsT0QxxIVWWzJWt1LGZMiVjiRZl5fc3JUfa5tupVLVdbrfKq7KtICU/57/o3Kw8ZYci1U6ly0mVKcqVSb+pVO0/khJZcjP5Jo2sDJaVbY/kf5zNIi8jcnIj+fWO491cnhXnhDIyGFGBjOwtfiQISXm43jXH6MQYExODXLo0QGz2Kh9+covB6QUCcz6Cbg9BZ4aRX/yKnsk7fH61TwKzCLaqKgpJEbj2JT3jowxP3ebevev8/vYC2WyUkWu/4urdQUY9PkJRH0OTUBK9xKfXRhmciiza8DRJlmQsRsjjxu/3Mu+Pykz9PAGvl2AoIjPuIXwysAsMX+SuBGbdMyGp87Ow4MMfSolfbtn3iW0JUoJP3pJsbEEGfRJ4LoQkGA0y++FH3J2VfVmCTMYiBMUf97yPWKyLa1cHGBz2EwrFCMwHBI0UgbkFoTn8wheQFUJBOS9aT58hAuqa8QzF66K3MQLZhXEm3X4GEkW4LDG04GW6+qcYmY4QTcg5Hhnh+nU5Z+MqiJuRVbgpBodC4pEK7Aa5e2NEJrS8RGWlLiLXlLnRcUwFEfqvXaPv0u8ZkGtjV6yEQnsag7bsYiES9sJHeZyVG6hK94K/6/moaRom/fHL9eDZUeV6ULded8mIJR7OMDceZ7Q7zMhW070w/TdDjEqqZA/dCTF4O7RCj9pX5ap+wyTyxvsixCIZkhLUTY/EGBA9A7dWyl6Ut0LfY8tEtrJ5uCu0ZPdwV5jNylZ45tsN3b2PrcJh+F6IEdGh8o+1ZYP9ofT03wgt2bspueLbiCLRpWxWtuX2xca8HFU+rHxY5MuXr5WO9YRltjRNyJ9iaijG0Kr+XqvNo8qmh6Iy2E+iHudc7zDe1eX5iReTAW3548SaERy1lAeHMY5fIhxfIFHWTvRmmLbyMaYIMyYDnEhwluGBMYZjhVjmezDV1OHcf4b6IheFLk0C8GEu/eNf85f/8ed8cKmPoAR0ZO4xUnSI4HgKJjxkZLUuMjPMQPcEWbsFk8O6BZCnmerp5RaNVzoAABAASURBVMu/+zk9c5f5y7+5wWd/8f/lyy8+5ebEJO7Rj/kPvxCdE7PEovcYuHeLT397nZnhX/LXn8/z9d/8O768eJHbnjQpwwNz4l0fcfv6x3w0Ose4J8vSm86SPvzuMW5dvcWH//7v6A4HWZBoMJ0OMTXYw+f/8DlzmTk++/sP+eW//zlff/IVU+5ZIiJ6rw+GBIJn+lEr0bmJm2eqRRe+XREwuOwk/B68Xd2EDHYJPzTm7n3MV19+zY1BN2nToy0Pj3zB5U++5ErPJAFjknRkhomhbiYTNiirxpyK4r15m4DmJKMtu1g8WuyuqlVfs1G0cmJwV7n4WGc0TUN//JJdse3Ns3gDXadm/6PhFLOjMYa7IgzfiW4t3Y0w1h1hSFIle6Q7ymjPSh2jUjZyb2WZ4n0kibzxvhiRQIZwIM3sWIKx3miOHtluI/4JDmM9EYbFpiW770WeTLa0y/knMpVdOXld4qvYP3xX0o3YswGeEdEz3h9dwlnp2jAp2xTl9Si71L6yMV+m0rXKVPkqGhHcVJ8EvUnplzgjq/p7w3Ytyp3oj6F+NDUtK1UbOKSfkmX7Nc9KRJFJg/qJiJUDX02MtdJZ5GFsOEjXVJjS5mk+ujUFmSnGhz1MS9ZhM1FTEydSd4o6VyGFcmPTBEtN0ySgM6LRxMm3vsePf/otvnGqFWc0TOLaRUbCZvzTw8x6Rpk02TEX1WHymmltLaCkzCK6n/YTx5uyMc0hDje9xCGXD2NhNaX1TTQ4MiRG5ig+t5+6hiqckUlmfcN0xY34o3W0NzixV7RLXT2t1Q5sy0yxtHRSggDW20VPUMNmd+BwWTAlZ5gaH6K73yuDvDQRq/hkL8RhtWKW2fuMeuySLGmJEOv2FZHKhOi5NURucWCZfD27tQioJwzC6ntUEmBvrWRd2o5BwNHA4ZNneONQKVO/+m+MxOMUHXmX1998i/MH63A8xpHC9rd45d13eOV4K+UGMwZrMbUmL87GBhyNr3D0+Ju8f6GRmb/7C5lwXCDzGHm7sVo9jaVIWz4xuBsdfYRPhsXv1KXTcn94BJ9etf0R0IO6dfrIYAR7gYmKRgdNhwpoOuzaUlI/Apr7kc3D92W3qB8MFVquR/E0536Ec+O61Y9pNnS6cJWYcBYZqWm103KsACV/uewnySvZLUcLUakiJUOlTyK7RfxWP9aqfMzLUbIUqf2tIiWvVTBU6WZlqjaK8u2a5RhoFrsV5ctUutwPtb8eNR504Sg0St9YqG51PHWf1OxzUFRhwWTS1jmKd3ex8lozgEH81x66IRsoay8hW1yHOZilOTnOzL5v0nn2TRoiPrLz00TtlVTW7ed88QDT5mbSnjH83b/jd5dv8smlcSIJCwVlFVRVV1BWaCERjXHzrpkDBw/yjTNW7JYo/TNmHDLjve/CAYkXvSTdAZ5+M1NoTlFiGOXe4E1mDWVgKcVps1FQZMVWaMLT3c3IuFtWDwuxG604owvEkxpOsdNkd0nAZpegzIBhuTGxBIlsghAJgr4YFmeUuVE38+NTLAQDBCR4i0SDLMgsfjI0hd8fJBxLY8tOcbfrJn3uKN5wAuIhjMkwMuclod5yBYt5PdkSBExmDYtV+lBWordEoC5k5yEQDxMMzDAq16uR2SRqNSk00ycTq1/S1deLepTc1/s7Pv/kV3x5d4yhwV6Gb37Ah59+xKXhMJ6pfkb6L3FbVv6HpL3BUkZx8wVatHmyvj5G3eOMzU8yMJ0kmdp58GypxWqWcEsF7hxhmqbpK3Xsjs2wO9zYei8MBg2rw0hptTUXGNW0OdhqqpVB+aNkqvraJ9Bb1WTD7jJicxopq7PxJDLWs+tJbVpLXk7WMgy20s619L3osuoWe65PHAXSLzVyXD1B3y73oaLBhqvEjApqtv4M2P4SZaGO3H14KbPSZnPNPtqPH+NoRxv1RbUce+kELR1nOdFRy77OOlm9O0BLaSsnDldSWN5GY20FDRVWLGYTVpsZZ8c+Kp0uXNZKKqoaOb6/AmvLGY51NHPs9CHamvfTVFJN59Eqqo6epKmskAIJMHnqzUxlVQmHDldhsVhp6Gih5eB+KsvLcRaUUtRyhIOlFpx1J2jf/xKvHjvM+cON1NfXUVVkoqa1iZLSErSwD/dIF11371PfbAatbB/7D3VysMaOq7OTGpcDl6OGmsYOTp7ppOPsUeotdbQ3lVJe7qK4sorWo+0UmYrYf2Ifta3ttO0/QOeBZhwG0NC3Z4WAUY4liwrqjM9Kw4uXq1vwGAQ0AwajmYLSCppPnKC06CAtNUWUy+SOyVSI01Et14ASHA4bZlM5FZWV1DcUYjbbMRtqaWouo7TUKfsm7K4CqtqPyJjmKB31FVSKDKPRgrOolNbTJ7DZrHvzfNYvYmiapgd17I5Nbsu7wxHdCx2BvYaAesljOp3NvXRlr/me9zeHQSpLRgV2+cJ8amrkYGcrR88cprDxDG+0gkMGOy0nDnPg9Zdo3ddGk9VB0Ym3OVxTxZETpzj5yjd4XepfPttM5ZmTNBQVUmSvp67xIN98qYHjb56i3CkDqLLDtLae5huHGjhyrASjrZkTp/dRW1eU1/4UqUZBdR3tL73J6YOv8saJag6dPkh1bY3YX4Kr5hTvvX2cY9/4Ca8dP8fbZw5x9vXTdO7vpKnIRPPBDqqqqrDEwgTmxhgbu0+zWjnlzWd59ehRzh0upeDwqyK/iZZ9x+g4eIa3XzvBhe+9w9GiJk6fPsaBAw00tTXS/srbvHTgFX7wg3O89NoFDr/0KgeOHqbcDBr6thwBNcmQe3ncWsfjckY9ryOwEQRsJVTV7ufcqVO89o0TlJad4qVX3uTNb77DuaMvcaTlEK/86Lu8/ua7nO08ybmXXubV73yb1y68ycmmg1z41ju89u57XDh+mCNtMml1+DhFJhu1B0/QvF+uGU1HOHP8lMg7hkuua9v4fN4IWpvmUf5qchWTmAZy/9iTW/7xy1QqJROl+sVrJx8EelC3k3vvUbbL6EI+wqGfoALCrvwkExnikTTJxN7sY3UPNqrVDLtBZhm1XdnHT+OUvaye1rPv8d779+n14400lJqfRqTe9hEIqLMwI5Ms6WQWlT6CVa/SEdAR0BHYNghomib3UCPqO3Xq5Uzs6G1vG68Hdbuw/1Uwl4hnScYzMrjYhQ7qLuUQUI9m2V1GLDb9NGYnbhIFqBcy5VZ2dqL9us0rEFDTCmqSwWTR9uwj0eibjoCOwI5DQNM01GqdHtSx4zd9NLhOF6qZVvVWvZishMjYK8d1/5/MwsooLBaTZep0CvXmQfXoV0bKUvEEqWiAUChAMBggHImSSGbuN3uO/+X8xCwDCzW40Lakh9NEQkG8816e7rvUGQk0o8xPzpJIp5/gJQtJ4rEogYX4o9EMLRCLx5G49tF8y2oz4RDxBT/hZWWPzWYFjfgMc54YUQmgH8uvGORgks8T+K4aryIZRWqa+reqfI/sqsmLdCqbW61U6U50W9M0tuYc3Yne706bNW13+qV7pSOgI7B7EdA0DRXYqZU6RejbjkRgS4b8O9LzxxitGTQMRg0188qKLYnf7+OLL4ZJeG5y9dYIw5Me/D43ff1TsjKWJOW7w9D4PJOeNBkV8a1o/3x2NGW/kKY9PMLIJJMkY3GSiVQuKCWZJp2Mk0hlSKekLJkgmsi/2jZNKhFkbmycwa5hAok4SRlNp0WGmtXJZNJkhD8ST0k6yvDgOGMTQR6OZZXsCAvz03Rf7cUfF5zSSbEhmdObzUp9LJLLK8gyKamXwCxnhtindCTjEQmUYwTDSdKqTvbjqbTY7MHnHubu3TniYn98IURE5MclcEyLbcoXMZmM8k/K08pvFVkt64qE+qHnyXHmpCxLWvBJkFR6xZisyEwJPlHVTvYzKakTW+MhH7FAN9f7Z5lxx8QOabfgwX37JgORBFHhFXH65xkioA5vg0lD24lXMo3c1zgkQd90BHQEdAR0BHQEXiQCRqNRxqwZ/Xt1L7ITnlL3ThwKPaXLm2guoy1NaGWLFEFZtbp9e4bkQj9j/T10D4/TNzXP+IQXg8mCJTWJNxhnIWbGKIHhyvYvei/NzMAAk2MDjE1N0Nc9hH/4Mr3THrwL00xPTTHYP4p3spu++QTTQwNMz4wyMjXD0L0RJrtuMycB1/zwgKy4dTPunmBgaJ4Fr5dYbJzRUZExHZZgcbmfGUJzk8yMDzI6P8tg7yQh/6jol8B3fIS58dsMjPdza9THnDdKaHqUOaERbwCvO0h45CoDon/WO4PPO8fouI+5O18y4pljqH+YqelBpr0T9Pd5JKiL4R6ZxOsZZUJ0DvSN4Zu4S//8ggSl9xgb7WVodobh8ZWvnk+plVWfB18yxuxwN3PuKUbHppgZ7sM91c2lvjnB7R7T7iEGp6cZ6htmtu82owuTdPWNMz50l4mZCUan/Ph6uhmPJlnzq25yPMkHRcsRepJ8LlBVgeOqAPVJZO3MNllZ8cwi8wrEwhnCC6lnSiGRH/SlUGlel8qH/KlH6lVtAt4kKs23U2kiliGVzMjq88ZsD4nu1TKUnKchJW+1/crW5WUqH/SmVvi9UZ15m5WM1XI3KuNRfMp+31wCJX8tvpzdj+mffDvVlyqft1nlN0WBNKlklpSc+NFQeqm/17PtcbKVDHWMqKdGdub5uTVWKwwC7gTeqdiGyDMZwyO8uXTi0W1yPMKvZKu8W/jzpPZVeZ7c4zFU3epytb+6fDVvzp5F2Yo/LzOfqjJF+f18qsoU5fdVmpO16J/Sq8gjshXl8ov+KN48KRm5OuHLl6lUlSvK5aUux7NG+1y9lOd51b4ita9I5RWpvJKR91+VKVLlilR+OamyPOXb5NqLLap8Oe/j8opfyVB8Kq9I5R9FCsuAJ0E4kCKZeP5PVW3NGbI1UjRNQ63UZTIZPahj5256ULdO32VlxKwe6XrciV5ujRDwzdM/5SWSNWCyuXA47dhtDmxWK+Zt9RtDavSfov/KTYYHehkcG+LaJ58xcvNXXJnxyWrXPQYHe7naNUpw4iKf985x44vrDI9NSrCTIuD2MPnp7xiTVbLRG5cZvv177gzf4crAAsngAvFMipRgAAbk+sCDLcxkbzf9Pf3MywpfTFbAkmMXudEzRHfPXSb6v+RG3w0+7xqjb8zN2K3rEliKfcEEAc8CC7c/4NbkLNPBGVkRnWKgZ5rRj/+WXp+fvhs3GBwaZCajyYXIiFFL4R0cwTNxle4RCcbujhOe/JKLfZNc+fALuvtu0iUrcjdvTz8wbymXIhad4+YnHzM8MSC2DTJy9xITA1/w9zc9+O58IfZd4aveQa5d6RM7r9AXg5CsDIZnrjE4Lm3mlR0ZDM8hmJfFTQlosjKzll3yYE9lxO2kDKB9swmmhqKM9z1j6o0w2h1mXNIlXZIf64k8Uvdot7S7F2E134IMVCMy+PfNJVe0H+uNomhJx6Jfo6JHyVpd/jT7o/fCLLdrTPwkLoP7AAAQAElEQVQZ6VpZpvwdET6VblaXsnlM/B/vizAqGKh0fNGfrUhVfwzcDK3sk0X5Y5KqeuXTRnQpPkXK5ifBeaI/SiSUyg0Q58bi5PyWvhzPk9izETvyPNMjMRY8SVL5xx721MmNXM9B3YNVkD12L0Tv5YUNU9+lBfqEv+eS/9FtvpZ64VWyFX+v2s/TYrmqU9Qj5T0XH/CrshxJea7dMv5u4VvOq+zJ2aJ4l/Hl2oudvV+Lb2uVqzJFimeRlJ2KelW5yMvpknyPUK/s9ypZi7xL8qUuZ7/CQ/Kry9V+j6pT7ZfXL5ejylX96jJVvlimdPQKj/JdkZKbIyV7kSe3n89LW4VNr9is/OhVbRcp51+ebyOpyMrJkDRnh6QrdK0hQ+Gojq15CdijwfzTSXvsRFvmrtFolPMuK2OKvR3gLoNkx2UNO87i52SwwaChXkBhd5rQHqHT2HieVpeBslAv92SA/wjW7VNlLsNV3klzSQktGTez2iE6DjRQpXkw2AxYDh+l9kgLztmbDCzUUFzYyqHyItSL81SwlpVoQmJeYlNuspEY5ac6adjXRnFREU5HIXarDYtxubsjjMedpMztnKwuo8KUJiwrgP6ABIvGIozl5znSdIITgV/TMz3M1THBXKvmVHstrU0lGA2dtLc30tjRQElpGUWo+goqahs41JDFZsvgSbqw24uwmYuoqXbhjM+T0TKYDh2l7vgBnJ4YBkMVlVXtNFeVUmR9uLOy2QDx+AC37mVZmI5RXFZKRU0ZBXYrNa0H6GiswmQyk4qn5aJnImMrodimUdjURlP7PmqKy7CnLNidDuwOM4ZnHNipvlA6DIblWO+dvMR0ZOU+PDMSp/9mmHtXgs+Uuq+E6L0epvtqaEmPyvdce7C/lg19N0L03wrTK+ny+rmJBGolaXY0viRP1XdfDYqO4IoyVa7a90kAo/JbRX03wiy3X/nTfztCz/UHPnWLf8p+VbdZvb0iR9mt2j6pjEfpVPaP9cZQNq7m65bjoU+Oi+X+reZZvt8j/ars7BV/+8Tu5XUbyfdeD+b60+9JyURQ9H5/5/tS0o3IWM4zdDssK05xmbjZO+f0ck/VCmVYVllDQnOjUcZ7whuiiV7hW6TJ/sgj20xI/USf8CvZ0mZyIEKelspVndDUYARFq8uVDNVmefn0kPCKrPGeECpoGFeyRddqvnGRq2iiP8zy9qpMkSpTpPKrSZUredNi16S0z5HoVLLW4p2SukmxQdmSr8/JUGVih6pT8lRZvn55qsonFnnz5bmyPH7LZEwp/8WuB3wRcv0iPPkylar249J+QuxXmCn9yk5FubpV/KrNWPd9THO4LqtX/EqG8m9S7FT7iv+RJP0yPxYj5E/L5Im6oyw/Avde3ihBnb5St7P7fY8OBx/faeqptnQyS1KW5B93qhc2H2DfoeMccT5e7rbgCE4w2vMZV8bHGXYdolWMMgtRdwBHOk7q4kfc+ngcw8FzHCgeYmzkIp/1jTIvq2El1TB081OudrvxOivAmmHsw99z6fdfMuTPEvQNMj8zxIQ3pSQuUiuNZi8pz0V+e7ub4agR58EO7FkNg1+Cq+gCydQI00X1JMNWmov9kt7jt59e5ZPrE0RTGVb2QUKCqnF6r3/MZ4MQzVTQbAkSmb1G73SCmPQbNe3YDdLq0ofc+G0/7CvE4DKz3maU9tF0gsmpZk63R4mZE/gyZlJYJIRc1spoxhybJRiYpjdeQFEWjEJ5DoMpCSYvfVdGCAVjPMv5Ls0ABpl84JHTDuzaTdM0rHYDrccKOPVOGee/W/ls6XuVXPj+Gjqk/JG6Vb2iVfY1HnBRVivH+xHXs7V7ld4Vtip/Vtl2YdV+jn+tskfJzdepdorUfj5V+a0ikXnhB2v0SV6+1Ofsz+9vJFWYKNoI7zKes+9VUFJtpazGSudLxZzP686ny3g3YtPxN8uo3+/CYjfu2nN4I46V11l446cV/OH/2rCj6Hv/uoaDLxXSdMCxo+ze7ji/8ZMKaltttB118oM/r306bP+Xet76WQUN++1ynhk2cjjuNp4lf7IyUx+LxQgGgySTMo5ZqtEzOwmBvX0UP6KnZLyIQVZa1ItStBV8VirKK/jOdzqx1bzMgZYSGmrKqW/o4NyxZuEU7sJTtDdV0Fguuy/oo05QRawKh3Lm2Epk4NHBsWMnefkbp6k7/zJtdjsueyttnSe48OpZOk6+zvnGUo6//jonTr7K6xfO8faP3qL95R/ycvtx3v7xtzn76rc5tf8833jpIK0H26lwtHDk+FEOdRZhXOjj2mcf84XQ55/1Eilppu38Nzh/7Azf+cmr1LV9g1dfOs/L50/Qtv8gjXVHeOncO7x/oYMjL7/KgZMvc25/Mwfaq6l46QIthUUUoVbamjh8pARNK6W6qZOTr53nUMdx2ms7Ofv6UWqKTZSePElD4zlOtZ/gldfOsO/UN3ipqYbzb52irW0fzZWldLRodIttXwl9/tlFesMuHG0XeLmhhuPvfI9zp85yqqOeun1Hqez4Bt/pMGPrOMeB2hbp833sa62kvTTOePoVXj9eQ33zUerqmjl8oJKy42/w8r4qim1mtBzgD/6p738lJehMp5dFgg+qN5XLSMSoHk+638+barormHPnqAS1FrsBe4EJZ9HOIousihvNhtxgYqfZrttreuh4cxSaMJo1TEI2h/Gh+s1iZi8wYpZjRB3nu+KEfUInTIJnQYmJkkrzjqKicjM2pwF1nu8027ezvS65x5utgqtc94sF46extbjSQkGJOXfOauztTdM0rFZrjtR36/Y2GjvXe8MzM32HC1YnuCbo3F8JWe6MEYfDSUdHBSZXIxXFdgrsFhzOQqqqiu8z2mopK3ZS5Li/u33+K6+MNBw+RPv+w+yrq6eluRJHfSMlJjMWQwHF5TU0trdS1dRKg9NIRWMbdfX7aG9pYt+BVkrqD9BS3Ujn0U4JnPZRW9bAvrZ6KuurKbSUUFNbR3VtJUUFDlwSiBUIFRa6KKttor5xP20NTRw43ISroIHG+gYaJNgqLa+iuLCWJgmY2hvLKKtvprK2lbaaCuqqi3A2NFJstWHDictVRH1bFTWn36KzrpWO1gYqyyopLqigobWeErHZUVMj+qupKa0RX1qoam6n3uWkoaUm9/hmsbNI7KzELrbdt6+AwvI6yqoaaSm1UyYrr/U19dSVS3lpFY6yFjrKDJjK6qW/m2htkP1D4sv+Q9SXNbG/zkVhcRWFhcVUVjhxVLfRUlWI3Wx8KKhDNrl2okiyT/XRpLWSo6FJTv/oCOgIvGgENE1DM2hsxSmpJmxSiQwZ9dgIe3NLyQSYmrySRYS9CYDu9TNHIBZOk4rv7fNMgaxpGmazGaPRiKbJNUwV6rTjEJCwZcfZ/FwNfvr1lOdq7pIyTdMWT0xtqex+xkTT4TZqa8slSLpfsuX/TU6c5c3sP36SYznqoKFcgpx1FG222FJQSN3516iz2bFvtnGO34LFUU2z2HZE6Njxw7TWl1NkzlU++p+xkJKiYqrrmyhrOcWxCrCZHt1kea3BCCaTxsOTBWx60wxgkNVkJN10Y73Bi0dAXVzy9OKt0S14WgQ05JorJOejXH552k0FMiqgQR0jTytsB7ZX/ifjWbJ7OKjdgd2240xWkyfqWNtxhj8Dg/UVumcA6nMWKbef56xxx6nbfXdUo8WIwWTYcT2RN1gzGDBJQGeSkZOMo3jem8Fixepw4LBKhPa8le9tfZvwPisrHGr2Nb2YZsguvuBHMjk598/s7P0xs9zVszKCzuRIymQ/nYiRSKZIpTMiI71IkpeGijcrPJmcJESkFC7mVZIVXelkjHgiSUoGpStrFYe0kSQrMu4bIDub/WRSpMU2+Wy25eb4lY1p8SOdRVzZXNtHcgsqmXTu508k90jOvVipHuW02Az3J272IgByUKTlmFPXeEUPQaCOS+HJlUs+d2xK+qDo/vGaO1fJkE4kSMQTJEVmnifXdrv9Ex8yqZRcU9JyfmeRS9ImLMxKu0yuXb5RJp1GUX5/V6cKu2SUeFxdrzKChXgrZbn+lmuy7D30UY9FWx1GWaFa8yh7iH+3Fmiahgrq1D1JEfq2IxEw7Eirn6PRGtpz1Kar0hHQEXh6BOQWLoOicCjIwsKCUIBgMEIyLiQRUCalBktCcpPPplMyyJMAKxElGgrkeEPhCIl0FM/gdQYn5pjxBAnl5CxIvZ9IVNoGIsSjMSJirLoBpkSfSmU0haJ0LIhv+Aq3eseY98ckMBTGVR+5h6I9zaN6gSk8vhC+6CrBW72bTpD1jTDlSxJJbKFwkZuOevBEM7k+2ELJwC6QJodxVkUqku4CbzbtgiajE2ehEYNJ7sHyeUhAMi2nWoaUnMdpOY8jch5koqlcWTordXKeR9WxFYnI8bXA3FAP/XcHGZqT81GEbVdY03It8U9NEk968fijcs1Ji7Ub/SSJxyJ45yP3AxppFp1zE3V7n3juSETsmI+aSPMPXeVW9zAT7giJRJqMUEoFdrFoLrjdrv2+HUDWNE2Om2yOtoM9ug2bR8Cw+SZ6Cx0BHQEdge2OgLp1jzLQP0pPd4BUwI37i7/g6+kAw7d+y53bV7kxNEqw62/4P++mGPzqCiMzk8xKs0xwnsidX3MxWkXSZMZmTBOfnmL2ytf0yuAgLq7P3f4lN69/wV13glhogi/+8pf0z3npv/wldy5/RVcoxmTfMDaHh5uffULf3V7WfZ+YJgJXf2SgmkkmiKpgVAb2SRnAJmMxCUzjEiDK+qAEqLHRz7g1Mkm/N0kqHiUYTsnNGNJLvAlSwrokOh2X9hHCEoyGYqlccSqeIiNMitJRsVDNcCvZIiMlKxtKZzjoJTv+j1wcnmfYF5fBZoasrNwlo0Gi8ez9lYRUgoTYFxZ5EiKDBMmRaIK4yM4pWvqXwn/rmgyuu+gVjJKhBSKprAy+UiQjMZS+RCpJVPkifos3JOMxYpH4fb+TYr9Elsm4l+HBHi5d6iYmHZKVQX08HCWeSMkAPkNSCpPRANFkRkyJk5QV06SsWCSjYaLRBaJqoLccmyX7tlFGjgvtaYL+beTKk5oiY8x1my7cuMHwxDjTsUk8Yxf5i4/mGP3ocwbn55kPDzE2eJW/+u0oXf/5L+j23OG2O4VnapqFwY/4P/7qnkzO3D8HWFfDM6xQK9SJGIFQSs4fuejIuRmLxonE0nLsxhi5fksmOwYZGJljalKiVQlSM3LsB0JJOQ+ypCVgTQp/Us45OcQfBGyL52FAzgllfUrOqYnr15nuvidrlapkd1NKrl+jd4cwmefp+vorPvmrX3Lnxpfcifbz81/eY2Yu9ACrRSgS8QwpATF3uVks26tJfqVur/q/G/zWg7p1elE98pBKZGUwkZZZ+hRhf/KJKCTtQjLDrdL1ZAS9CYKKRyjoSTxSj+JV8pQsJTMg/CpV+3mKBFK5i1QqmSUSSBKUQZ9qs5xXlQVFb77Nk6RBdxRLigAAEABJREFUkRsUGUq/kq1I6VktK8cjvq0uf9S+wkPJU6TkP4p3vTolI6db+iAnZ5kNSmZQ7Fepap/nVfm1SPEpGYoU71o8qkzxrYWBqgsvpFDHlLqJhHP98ui+zrUR29dL1Y+lJmIZMjIWX+cw3t3FMhaSD1l1N1aZJW9lNGw0oX6/MJs1yKDJis2skfbJgE6CjjnPGCOjQwwNjjA5dpeBwRlC830MdF3i+r0+RqRvjMYI492jhCIZNJsDi8mIUYKctNOJ2TTNvAQIk9NxQqOTEkRNMtvbw+DkqMgcYnhojjFPhrgMqIxWA7FglHh4cZTFRrYM3slxui9+IXLu8elX/XR98iu6795kSAasC3O3+PjyJJOTQ3gXehkYHuTujV7c0xf58p6f3i9/Q/e9u+JHipRAsaRx7jr3em/x2a0+5m7/nq+mvFz74g4TU2OMjY1w99PPGb3593wyNI97tpu+vj5udk2xMD9NODLP8Pg4Y9cvMTjYTb/fz9zwEIOf/I6u2X4u3e6l6/oAgbkJArM3uNg9J/hdFNuGGPAvWSCZLAm/j+CCn4WAF2//XUYjXu58/hk9XZ9z5e51fv+bS7iHJKgeCXLn1m1GBu/QNzLI159e5tpHnzE6MoIn4scjK7Feb5i09EV6YZK52VtcudPD159dZvDi33JF/Pr0Hz/m3r0vudE/yKWvexj6/Ofcmvdy/fPLTE1Ms5ULj+Lcln4y6awcW5n7x/eWSt4ZwmT+RO6/GcEgKxg8bHMqGCAqQU08E5fA3c+03ItiXr8E7AmSstIejSzIKnuUkEzIhJIhIlkLJlc9lQWllE3dICkXzszDYp9LiW9qlt5LN5mQiSRfrI/bt4YZuHuL4eE7fHUvJJM5wZwPkVhCriNu/HP9XP5iGM/El1y+N8PNLy/SffVLuuaTJJed45nYLL65Ibr6fPiu/paro+P0jXkIesIPBTPPxdHnrCQjk2GxcAzNYshdcyNzXnwjw9z94jKRunJw2B569iot4ySJsdkIQM/ZneeuTtM01BMnip67cl3hliBg2BIpu1BIJpMlKrNo8xMxJnpCjD0hjat23SFyqcqvQeO5H9AMLeoIL6b5/ZXpePeD+nElV9EqmVODYQnm0kSCKebGYjnd48KTJ+XL/fwDWapss5SXcT8N5fSsJWN8mc1r1a9VNq78ypPYvhbP48ruywjn7MrbmG+j9lV+KVW6pB9U2Vqk+JbTWjyqTPGodC1SP4aqjqnwQpL5cdUv4Uf29VoylpfNDEcIyEpR6qHVkF14Qm7WJc2A2WLCYrEukon7F7sovlQhqaCfpH+cvmglZQtjICs9BqsNm92OvaAYW+1hDlTZSU+N4/ctkLQoORbMVitG7z1mU1bc/hSxkS48sXkSlUX4BwYIJmOETA7CM1GyyTAL/ixlTU2UVlcs6mcDWwK3J0jfUACzxYxvfJTpkSH84SDxWIDQ+D2GE2YyRgOG6JAEdz3ckEDM553HKytc7ulpCUbDZFQgumzAR2CEOY+byUACLTrCHWkzKIGrx+fGI23He4bwysqHV7CLzvYxL7zerBlr7i2uGprRgiXqJih4DcxOMtA1xGz/bUZ9EXz+OTmmh+i718/8wCVuj00xOTuHPxgmtmLSwYBmMGASmWYtDREfXlmBGB+cxBuYYTbgYah/BlNymPH5Ke7c7Gewb1Tw8OL1BUkEpxnq7WXKFyCGGZME70aSRMZvMzw5yN3hKQbuDeEZ6sFjSjMpbQORGTwSAEz0zeHp78VvtpKY7SMsuqIvalSPvm0YAW3DnI9kNBjNWFzlFBZVUkFYBvcrZoIe2XarK7OpKEH3JPdu3mNu5CrX+0e4NzaH27uAPyp2yWdJZ2ga7+gdvuiZY3Z2FncghnvGw4LPR0quccbl+BgTJFJB5mXCpu/GICFZ0dNMBlbwLAnehRk1E5AKE/SnKa6ro7axCFN8nrnpEBGsZDWj9PtKv40mTa5Jqmw56Gp/75FBrs0qoFO097zfUo9fmDDDC9O8AxSrmdJEJJUL7mISID0xyUDrUW3jUh+XAFKR0vdIXrFH8eV4pE0impaVgNRKkvJ0KkMmlSUVT8uMldRLWSKSXuLL6RS9OTlP6NtyGUq2oiXblsmML7d5WfmjdCvZyrf4Mpsfxb9WnZIRF92qTtkWEwxUPk+qfnl++X6+fHmqZChay8flfKv1LNWFkrk+Uf2SzPfLBvFYkrGMX9mbSsioVNsBJ9OzMlFu4vLZoHS5aWfnCdJCicVKrSvOrOtVDmUnSEnw4qxsorayjCKjgZSziSPHayVo62d6fFLaKBVZmcVM4OmdIJG243IkMYQH6Z0NkT11FpvHj6u6CFt9Odk5H1kJFONREw1H9lPVXINRidgQZSRMMZEwFOMwl1DqyGAsrKG4opqqApESCmMqtWO2WNEkIIrG/HiSKcLxMuqrHNhLmiivrKK6xIp5lT6TBGxmCV5xFZCVwaNFi0ugKANJkRlJ2jAYG2huLseWTWA0ZbAU2iUAEz1yjBVV1lNXW0GBNY5PBqSD4wsktZisjLgoFbtM+BkcmpYVOB+RqJugVorTUUy5g2WbEYvViIwdZGbcgKu4ADQRbi2hoLickpJSCmQlpaKyApdBBmILMRa8cRmMmSlvbqCp2cWCrLzM++IkZRXWpCWIxCMyG9/HtC9KQFY20kkwmMqoqCujxFVMSaXIdTlxCb+mWTCZNQpdSECYlVVctu2maRqaQSOHD3tv08R1m8Mgx6GGZnjYf6MlSTi4wNykj0AgjrPYgkXOyYDXx+yUX1aXUzgKLOTxS8kEgm9miHG3G0/JPoxrDPB5TpvDZaKgECa6B5mfnmM+EpDJIRMYi2motmDMRnLfX01E46gJKPUI9LwEgt5ICRVlLooqaoTqaJaJJ6vYrAmpj8HuxFpQgD2TwB0y4zIL2QyCoardC5QFuQDEo0bqDrTRcqCaQqeRgn2dZPuGiS+EkGHRCiAsOXwEQfmsqNhjO5qmyamiyT1OMNxjvu8mdw27yZmt9EXd+MtqLBx+uYjXfljO6z+ueGJ64ynaPqR3A7LOv19GZb2V8joLR18rfmK7n0T3Vrd54ydPjvvjbHljA1g+TsZa9evJfeV75ZTVWqhusXFsC/rl9DdLaDzgwCo3pa089neKLHXrUQGyegQ1vfpOnXPChFECNJPMxCKjQoPFhllzY7QXU13VTmfzfurr26g3BIiaZ+m+8xkf/8Nv+PiTK0xM3+DLm1foj1hJGgpxGIwYzDI4yobonqmmrf0o33+nmQOtFgb7LNgaj1Hbuo+W/Q1UlpoxxsJYS9vZf3g/tSUu7IacQRv8Z6dSBqcN1rtcvPsBI8YmjNZS7EYTtiIHBfUleC5epGdwjrCthZqiGloyQdBSGG3is9Uifhshk5bxTZxEfJHSaYLuaUa7eunujcqx00R9dQL/fB99ErjOpSwS8AihUdTaiCarglOXLnHvtgRM2EWmAaPJjFEGjEaSJArLSYnejMyEu4MShCbsVJdasB46SIFMWljjSJssWWPigQ3JNAZ7kkjAz/SIBH8mC2aDQQI9c062yWTCajWBQfrKtI/OJhelFRA0GIlL4O2WALrSBWIoqUSYTHCCrukA8wELDmta5uJjpMXvrPS1CQMWmxmj0YzJZBRKkIxP0H/7K67OFRHNFuI0iaxt+lETNurYVsf4NjXxhZrlqooxNdzHl7++S19/iM6TpZS1xhm808VXH/QwNROj7UgpZocdk8FMcuYudz/9JR9f7iJx6hxGs0WO9BfjQiQq50AwRnOVhVDTaWptFqokkDOYsphtUGB0M+W3Enb7iFuloL6Dg+kFxAu5FhgwCb9RjmnkWE/K+R3PkRzfKUCzU+go4GSjW87zLu6MBfHGzS/MV57jpkk/m4r30SHX3cbKIpzmcgrLTnHq9Dner+rBkA0gc9krLFKrUpoGmib/2NubQa7FCg9FexuJneu9YeearluuI6Aj8CgEdn9dVmYVIZtRqQrxVnvcRueBVg4dLsBUVEnlO/+GN5pf4/2X99Fx/ixV7ed4s7OAtj/4GWe//W/505/+G/7NP/snfP97b9Da+ArfeuV9/vSfvceFE80yQVJH7YVvcNRQwuvffZN9TbU4y47RcOZP+JPvvs9360yceP0CbY1nOLPvEN/58TkOvfUuVTY7ltVmPXZfo6ylk1Pf/ed868If8YdvtfHyu6/S0raPAmstxa3f5l/96bu88bP/Bz/5xg/5p++9zvs//Q5nz7zMwXIzhy+8RFNTC0bPKAOX/o5f/vI+fdw1jtdRT4f49eYPfsabNTZOvv8j3nhLfPjRj/jn/+Y7dLz1DoetVlzFpzj98rv88EdvcurNb9J86t/wR8dLaTt2krbD3+F7597ln/7sLd76F/8b3z1xkjdfPsMbP/o2b373e3TUvcvPfiT2vfMyra4ogZsfLNnwy8v9+CpOcvzlN3jz7BEqDr/DW9U1vPvD1zl48BXOdJ7gez86h6nqPV47VMiZd97j1bd/yLunjnLhaBMH3vopr/74j3n94GFePX6Kl997j7Pt9Rz90b/g7df/mH/5o/f54//ux5z6/h9x1FTFW3/wNu3NFzgq2B0/USVBXiuHz73DD3/2Lgfa62SQ/NjOeGEMRllRNFk0NOMLM2FbKza1vct73/kR//rPfsq7P/4pb9eYKDz8Y376o+/zL//sj3j3/fd5a18xJ//HP+dE5at870c/41/9P/9n/uxP/wk/2O/AZtJemH/Ftc0cffeHvPtHf8SbzWf54ffFlx/JsXz0IIfqS+n40b/hlX2n+Pb3znH2jQt0tl3gJ3/2fV79xlscbyjh6KmDdBzbh9nXy6W//Tt+IfR3f/tbmYiKkS3u5K3vtlH1/p/z03e+yb/4tz+T69urGF+Yt89PsdXl4ti336e+uBibqHW0tVIv18OjMslT/Y0/pL6ujoJVEznxaEYmiLK5+4g02dOffFC3p0HY4c7rQd06HZiRgWIykUE9ArgOi16sI/BCEYiG0gQ8SVkFybxQO16Ucg0NowzMLHZjLuWhzYzZbMJiMaAZjBjthTKQs8mKjhmzBC5GsxWbrL6ZnU6sjkJczkIKXU4cDhsmkw27zYHLZcdqMWE0ClltEqAZsEm92WQUmRZMVhcuWQlwKDtsNmlnxWo243BasdjtGDVlJZveDCaz2OTCbnXitJux2ZVsMwbNiMHkoMBlx+Ysxmlz4JI6u9OBVewzGzUs4pvJZMJeWEXdgVd46fx9OnH+B7xx4jgvN0tbhxOb4rVLanfhcjpxFTow2+xYxGaDwYpV8g6n7EtqshbiFBxNFgsmi0MwtEsbO3ZXMQ4ps4lOm9hgc4gMox2ntLMpu0obqN9/ZsmGlzrrqCgtEhtt2KwWjBaRYTRiV5iabVjNlhx2iAyb6LPa7eK7A7vVgtViwmxzYnO6pN8s2JReqbeqPpYyu81Fgeh3FQgWDhcWjNjFDrPJijbbVloAABAASURBVEV4Spua2PfN73JA6kpVuZRpbN/NYNAwSB+x1nwFe2NLJrNqMYo1H7E22bFLfxcUOLHL8SuXAQwWpxx7DlwFLuxyXtrl/LYUFGAx2nDIMV9QXCTnjhOHBMxymL8wEA1Gk1wfHNglCLHJ8elQtgpZ5Zg2mwyY5Xp0v9yK1WZFHcPOAgc2ucZYpN5itWC2FOAsaODAq69wQeiVV09zeF8dlQ6z+G7CKDKccn64Cl1Y5fxiD2yapmERHI0Gg9wdQDOZMFmtqGuaUa4dJrnWGDRWbAZ1jqmSPXyeKfcVadp9cPSVOoXGziTDzjT72VutySVBk7N/6YR/9ip1DToCm0LAKIGE2WrAIMfpphruFmYNNPFd4aBSdtim3rCrHq3LqkemnoHtRgkIXWX11Nbep8radhoqK6hxPQNl64g0WF04S6qXbKgtK8BuMa7D/WyLza4CSpraKNE0XowFbGoTMyWI19C21V16Uy48NbPyXdOeWswuFSABiwR2ZfVyfgvV11dTXuxEBbe71OFn4pZRAnyD3Es1uZc8EwU7RKimaRgMBplA0aNbdvC2h28Xj+41TZBRg0WTzBav5lSzGKmUrI5kM2RkClE+uRMhk0qTScZl5SSOesY9kUyRTu+GEyRLMp4gEo5u0W/dCCbxIJFYivgzGtCu7rPduG+xGbC7jJjkprQb/XucT+q8U+dfRp1jcjo+jn871suZQFb+nottBhNGmamWif7nom67KdFkwGI0m3MBnbbdjFvDnlzQn5GjI7sTrF3DgS0oMskqiroXy3hzC6TpIp4rAjtEmVGCOaM6zvbuabbUU5qm5cayaoy7VKhndhQCErrsKHufn7Ey2pKYjdyAcYXWNLFYnPHxAKmIm3lPmEBEgrhYDJ8nQCoWIuyfYnbei2chRkIFfyvav/idrIwWMukMGUnVwBg1cJC8GiBnF/NpSe9bKoOKTBy/283U8AwxxScVWUnViZ8jyaeEP5uJEApGCEeSSqRwPfgoviWdwo+nn7G5AHOhDBlpm+OUcqVX8aajUWKBICEZsIsF0g/3+aRbchcdJStne67hyn8520RWNpMgkQjj88VI5fxF2t7nVTru5/T/OxeBbO7YSackXe9g2MbOSYyBmjgyyCzxNjZTN20zCOQuUJtpsD5vVq6L6dzjh0ro+nx6jY6AjoCOwFYgYJCbkhobKdoKeRuVofNtHQJ6ULcOlmqFLR5No37rbeVEepyZmRn+y1/eITrxIX/3m1tc7Zpganqci18PiTS5AXu+4nb/DP2zsrsNPykJQGOhEFEJRpMSdGajCZKxCFFZNkskEiQiUQlU7wdm2WyKeMTLeM8Ady724g6HicsAOikyksmErESmSEcjLIQTZKK3ufp1F7fueIinVzqeVm/nEp2RcIxEMkl2/EOuDIxydyZGWPRmM2my0TDBcFwC4STB/l4GPvuSq+EkKQnOYqGIBNNJ0Zcmk4pL4BwWPgn0BO4VmsS2lKwoJpSc6CTTE9f5x18N4Q/ECMcyJFUAIAFfWoK8Fe30nR2HgKZpmIwGzOoRVJlpZaduq4/hnerHXrdb9aOa7Ve0BVioYN8sq/F7dSV+BYQK2xUF+o6OgEzS6iBsKQKGxaBuS4Xqwp4rArs8qHt6LDW0RwqpZ5SRyXG+HA6jHu8xO4spLHJR4CrEZXdgfUHfH1nbaHVnTHD1F7/lylcf8/n1a/z1X/yK/t//v/k/b4wwMnGDa1eu8qtfXmTy0l/xX24G+Ornv+Lq7Vv0BKJMjk3T+1/+gq5IhLu/+4C7X/03Prl7kb/93TD+EaFEhIgEielVAR34uPfZJ3z1299wtecG/+kvPmNagq6Z6SnGvvqQu5/+LR90f8H//td9jHz2X/noWi9XxxOkUklSEkQO/Nd/z6V+Cc4+/orP/vqvuffV3/D3Q6P0zKSQuHTJ1XR4gfnf/gc+6BvgV3/1j3z10RcMSbCYSKbJGqa5+vkthrovMz/fS99IaKndTs0k4lli4TRqNn+n+vA0dqvZRLUCm4hniEXSqBfHPCkFvUnCC6lNyVATPopW6wwHUoQWkjlZKh8JrS03JXZnZJIhmcjmeFfLUbKDviTrtV/Nv9F9JTfkTy7pjITSoiO9tP8omx+lQ7XL+70eX0SwiQbXxmO9NqvLle1Kl7J7dZ3aV/7l9Ihfav9xFJH+UfJW8yk5oUfgr3Qonny7/LmYTmRQE4L58idN43JMJ0XWw9fTpzlrdl5buYQTi2ZkgjW9YVLncsiXIuRPbbhNJJBGtVFp0JsiKO0jwfSG2uf0yfVDtVUyFEWDmdxbFVNyjkc2ICcnY5m9ynZVtlZbVR5S+lbJzZUvk6HaKj5lj5Kn9p+UVstW8lTZevLUOaV4FCZr8ag6xaPqVKr2VV6lj5Krzou0YJpKkLtmqTZPTinikRRJuQbLwvjOOzmegcXqvqroGYjWRT4HBPSgbh2QDTLzb5EVAKvTCI+I62y1nVSZkpi8g/QmNAnsjBiNBowGIwaDAYPGNtuyhMNil6WCUouJAvcIE0EnRbWlFCSmiCZjhKvrKG10EBvtomvMgtFYRmOxA2c2SczrJSorXdFAAP/QMAGfF625jsq6apxOJzarC5vZyspYNi03ZchoxRQXFFPu7mYmncRYUklNWSEFaS+zU4NMFzdSsK8CQxyygQw2maU2WkIMTRpxOipptGmSaiwUuDDevkjvfJiFpApUFcQJYokFbvWnKSsqptScgEyMlNUucgqxm8tpNPqJTA0zOushU2BXjR7QDsypR/fMFg051NiTm3R9JgXTAxH6Li/Q9aXviannkp/ui5trf0/0KVqtt/srH91f+XO2qPxaPKrN7GiUgDvBzGAkx6vKltM9kdFzaYF7X/rXrF/Ou5l8Xm6+jbJPUX7/UTbnedZKlc89Fxceaes9waZLkWC3loyNlCkdStdym5e3UzoULS97VF7hq3xezZPHSdWvrlP7SsdyG7q/9hPwJFiYTzLWFXokDqr942jgeoD5sSiZtBzoe/AEz4rb0XAmN3AfuBniyu98G6arv/dz9UM/1z7ceJsrv/dx7SM/Kr3+kQ9FG9Wp9F0TnYr/quhUdOuLBaaGYnimExuyOydDbFYyFClblA8qv5quiq1X18BjtQzV7priFZs2hcWasgUfkaNkKlLylB0qvxYp+5Ruheda9bn2i3qu/k71lWAv+7lysXmtNqqs70YIv5xj8xMxbn56v40qfxJSNt67HGTBnZTzbA+eZMtc1jQNg+H+i1L0oI4duxl2rOXP2HA5vlGD5sc9+mIoqKampoamCic24zM2aqvES+AWXPDijUZJWopxaGWUl7lwlhSJDzJKDnjxeTNYipVPUSJBL95AmJSA4ixCBhr9jEyFCSSNZCXQi3rnmJ/xEEyZSUtgFQ37WYisenOFTKtFgn7cgQXi1iLRacApq5nFJYW4Cp1kjA7skVkW5mJkDCasherQjOOdCWN2aQRDHryxLElDATbNQDrlY94bIZ5IL6KiYZDo226MSKDpwRuME0mbyG2RGTxBKxU1GbwLaSYmjJQVW3JVO/mf0QhGs3i9/WYOng+scjwaBANXkZHSShPlNeYnpsp6CxW1lg21X9Kj+BWt1itlFXWLsiRfXrOYX8XnLDCiXnaj7F+SuYynQvKVdWY5bs2bs0varSUvX6bkVtQ+QuYjbM7LWCtVMhWtVbdU9oSyl9qLbxUKk0fZr/DO6XmEjyJnuczyNfjzOKl0BW++rWqjaHG/rNqMVSairA4DhaVPdzwqfSUVJhxyjMg4i726Kd8VWRyCRaEZx0apyIyz2IyjyMKG2yjZqk0ulXabaSv6HIvkLLaIbgs2lwmTTAyrMcSGbFhsv8Sr9pUta5Bd2SZ6lnjzPKqNovy+SoVX2bRpLFTb5SRyVshYvb+cV+VV/Vo2qjpFql5RLi99tUHszXYTuXcHGcBWIO1U+yckhaNV9ZNZQ24n7OVNBXIZmbBPp9MyrpMZlb0Mxg72XU6LHWz9szRdjmn1ohQkXanGiMPhoL29FJOrjvJiG5VNTbR1HuJsQ+F9VmsVpbKyVWi/v/u8/yuTM5kscn4iZ+fD6lNxomEfUbMV+/5jtNTVUmEyYS5vp7K0lNpUmGjARcP+/RzvdGAxp0lYbJTvb6L+UDu2SBBjcRVF+45QU1VDYciL371AJFVEkQRjNkuYBZ+HmbFxxnPkxr8QJBJZIJxOYeo8TW3FAdolkCwtK8Je3UFT4yGOWtwkfUYKy5xUdJRiE1scESvth8vRiBCxFmAuqKHGUkjZ4YM02OPE3dNM5nTM45ZAtOlQKcl4VILABPGUHaulgMoy8TeZQSvKENKKJRAso8z6MCw7rUSuvRLcZlAvVNhptm+FveombJKgtm6fnQNnCzn6StET05GXizjyFO2fRHdVs42icjO1rbY17Vb2PAu78nKfxOZHtcnJfQ4YPm89St+j/M7XHT5fmOvPkkozLYedqk+fijpOFlDVYEMFBVtxvuw0Ger8NtsMWOxG6tod7D9b9OzpzNbpaDteQFmtVe5nliez+xG2dAoWip4LJqLruejJ+5tP19Fb3+GQQN2Uw3XfiYInwzYvW3Q1HSzAJQGlmjxgj28qsFO0x2HY0e4bdrT1z9B49ejH/cBIhUjLFVmpqqrkD356CHvdaxyV4K6hQm6+1Y2cPtUqjBqUnOVgWyWtVbL7Ij5icjoJ6rtWucBuhQ0atsomWg+e561XLvD+u0epeuN1OhwOCs31tB85w1s/eofT3/wWb9RYOfrWe7z6+rf5yXtv8MN/+g4dr/0B7595nT/8H37MN976NhcOvcIPvneBk6+dpKmwjbMXXuLsqRpcsWFufXWRr4UufjXAXEIw2n+G186/xo/fPUzhsZ/y5qE6Dh9qpar9Jd6UAPH9n7zBue99n5cPNnKgfR/NZ9/gvTMttLzyfd48+01++PYpzr1+grpDb/D+hff53rEs8akuruV0XOdmr5fMK3/EO6+8zGvH6mmsrKK66iBv/uA1OusdmGQRsryhmoaOeiwrMNmZOykJVOPRjAR20uE70wXdah0BHQEdgXURUPfgvXF1WxcCvWIVAppBw2wxYJZVUE2T8RZPv+nHGGiahkkm941GYy6Pvu1IBPSgbp1uk+MbbYeio8l1zmTV5KKnYZALIEubVEg4c/rdsxJMNVGwVL7FGWsp5a2neOvHP+QHQj/88bf48R+/w8vnD1LMFm2adI6zhSOvvs17izree+co9eKvCtjqX3mVQ2fO0syDzVTxKmePH+WlTvuDwh2cs1gNONTv1MkNbge7oZuuI6AjoCOwJgJGo4a2Zs32L8wFpJntb6du4f0HmtRE/o7AQjdSR+ARCMjI+BG1e7lK7iSaprEyKGLHbGL+fVuXMvd31X+ry4rJanqGN0sNzWDEZDZjzpEJm9OKxW7eWp2aAaPMLOV1mExGDNzfTLLyaLPbMd/fzf032a2YbSbh3CvoAAAQAElEQVRMEvjlCnb4P02Tm5H4sFdfpJB7NHonT7HKgE/13cOr6dKp+kdHQEdga+8XzxlPNXaQW9Rz1qqrexIE1L1U0ZO01dvoCGwnBPJjYGWTTssQUAOtVDJLPJZ/Eceyyh2e1SSo0TSJCJ6jHzmdovd5qdQMBnK0TGHOBu35+r1M/TPJKnc0wzMRvf2FPqorM2li0SjhcFgoQiQSI5WIk8pkyaYzZOQEz8jUbFb4ZJdsMkE8GsnxRmOKL0FgYoDJOT/ehSjRnBwlK0wsniEdjpOMJ4gtorT05XKRK8JJJ6IEp/sYGJvDF0qI3kXG5YnYn+s/SZcXbzgf9rAQFD3xDbd47oyJYIiwf4Hoc9esK9z1CKQSZNJpObeyqPMv56/sZxKJxXP5/vkaDsfklJQZlBzD8/uXO7efQJ3yKez1kEwHCYYTcu16CtsTIaLqOpV6AkNWN8nESMb8uH1pwXN15ZPvpyJeFjwzTKmflfGHpU+f3N9sVq7N8TDRSFiu5XLdjiVIpmQMJ9f6tFz/M3J9Xj0PqH4eQX0vfXX5k3ukt9QReHEI7NXh4ItDfFdo1p3YPghoaJq2fcx53pYo1x+6G0uBBGuJxCwT4zOMjQaIBhYI9F1myBfDPd7L5OQ4Y24v8albXJ7M4O4fYc49z7wMAuLBBaITd+maDeMOxSSIixGZk7q+fsZikk9lCQzfZmR4gLFwGjXQ6b/cxXwwwvzIMFMjI0zKoGKm9x6ewAx9Xf3MTM0jQ4uV6Ijtmkx0rNl9MgjJygA1GUuSlnxaIs90MkU6lZIBlfinfsNx5g4Dk27GFjJkZD+eyCCsZJZ400gMu0JnNp0inUySVOMmGQClVD4hZeJTVhqnE1IXF53prMgSEhzTMihKqt96FB1JsSEldqnBkWRzsjOiLyt8GZGdFFl5nRlh8A2PMDEwiDvH+eBfVnjTEkgLixRmiAhms/MevCllmBTtwI/0CjJmlD5SuO1AB3aYyfGpHqbn5Pyemmam5zpj0SypuWGmfX7mwj683kkGB3zE5JzO5A/K7eKjnHvqfMmfs2RSpOTcTsrxn5agdG6wj2B8kqlZP25PAoQ/m06i3vasfFFBSFr4Fa1wTZ2Hcl7F5Dql/E5E/IRlkioi14Z07lxPkpYG6lh9CAqRn5TzPKXOfTmQ08m4BESiWjGL3HR0Hs/8MDeHwyREd0rkpeTaIOJWihJfMnKtSEh9XPxRlRm5RqSlTVquHWklOxEjKXoyaQ9z6vdqR73ERZ/PH2Ap+BI+OZlU8w2Twm52oEuuu+K3BLMLbjfz4/0EwqN0DS0QjKwd3cqlTxzdsBqdUUdg2yKgB3XrdI0s9GC2aFhtxtzJrk76HUV5v+SCvKPs3s32LvbJVvbHosjtmzxLy9SxIiOKjApIVsQCuWgJo8nN9LSXiYkkWjxE4OaH3HGHGem5yN07t7nRN8L8vQ/41Z0QEzdv0D/Ux4B3gYUFP8mx61ybM8lKnBGrxUhGgsKFvj4mzWYyhggzIze4e7eHgakF4pEJrv/DJ/RMzdJz9Rp3r93hnj/J/MQcNmeEwVt3mRicZO3hBGtsWWKhIJ7JCTy+WcZEx/zYCO6ZGXyBkKwausUnL76Rq/ROjNAz6WN+eh6fd5ppbxzP+Cju2Vn8Mssv0DyQn0kSCwfwzMwxPTZNKDrDyISH2ckp3O5ZJmd8zA4Oic45xqfcIm8Ov2+ekXEvwcA8k8I7PzXJvHuOSXeQmSm/DMA8zHsios+Nb35G5HhzfKG5Sea8XkZ6BxntH2RlUJcmEQuxMDvH/PgUHgki52/fYXh0imkZfD4weOflVGCckcGqGnTvPOu3n8XqWrmeVeHh64zI5EzP6BhD1z7mxvAsgbHbDHkDzMsqVzg0R39fFKPR+EImvpTtcola0/yETPr45Xz2SBATS/nxeXx452bx+jxMuyPMDQ9JUDfN9LzUybmWiPrlHHez4JtizhfBPTONd2YS9dM9SVEin5yebDJGLDDH7OwYA8PzeKcm8IUWcMvK3/zYKN4FNxNTXgn0kixdMrMpsvF55mZ9eDwLRIJuQgszjM948U+OycSWVya83LinR5iZHuDGSADP7CR+r5v5eS8+X4hUTvviv8isyJliZNqDf2aM2XAG3/QYnrk5vF4/AVmVm5drrLo+Bvw9DIzNyDUmht3oZ3g+QDw8JzI9zMx6xd+F3FP2i5Ifm6TiESZufMrwxDDzMiHnkevgeNclBgev0zUdJZLIIneHFXKMJg013kPfdAR2AQKGXeDDs3EhCzI5RTKekaX8rJBKN0hyEcv9aGpkg/x5vrXarS5bvb9G21g0gxropmVEF489xoa15OXL8mlex5OmeTn5dLWc9cpX8+X31+LPl6k0z7fRVLVRtJpflSlaXq72Fa1XpuoULa9fzMci2dzEo0xkyqB22TGV51epokX+6GPShMxMp+Um9WxOgO0vNSu3ezVrHYulSctM8AqLjSacThsuV0GOClw2TMKgSRtvTIIymR2eGhxjYNpNWAKmdGKC4buXuHy1i76wCVtNGdE7XTJwiZEyO3GInCKnC0dhAQ7jIHPOKjx+J9m+AZKpKcIBN8Oycjc6NcfETJzZaRkyyagubbDhsBdis9jY+MU2xXT/EF//6rcMee/w97+8xVd/8xdcufK1DEym8Ix9zn/9aJLRWbcElN0M9tzms4/vMDv6O35x2cu1X/0VV69dp0dW8FLLlSZkYDY3ys2vb/LFX/2c/tmP+Nvf9XDzykfcuPUJf/PBLT79y58LJt188LtL3Lj2CTe6LvLXH9wmMP8Zf/vhAN0Xf8/NO1/xiysDXP79ZYKzX/DFnUk+/fASt658wR0JjD/4+8/p/u1f87kEwT3umAShrNrCBGVgN3T1Orf+4ed8ISsRvniKrKxGsOay5arm23RXE7uMRg2z1YBBBoqyq3+eBwJ2J2mTFe/Fj5haCBEzWLA6HLgKXDicRRQUOCSwW34iPA+jZPygJpzUZWANdR6ZzOj6/CtGxwcl+LjKxcv3uHvjEv2Dl/m0K4xcOh60Sk3jnrzB73/by/zYB3x+Z5zLH/6OOxd/y21vGnWOy3Alx5+JBwjO9dB37zN+/lEPI9evy3VimJt3b3Hltx8wONfLL3/xOcNzPpae2k4GSU9/yG8vDjHYP0lw9Gv6uz/h59dmmfjkL/m670t+8+UtblwfIiLBZTwZ4s4n/0jf8B2u3rjDjZv9RHLaF/9Nf8nN21/zyys9eK78N34zEOPWh3/Fjds3uNnTS++VD/h61sPN33xM39AAc6EAoYgPt2eQL++4CS/0yITZVX736S1udk0tCt1gkpFVzWCvXOM+4tbIHO54Sq5ds1z+xE37sXJcxdY1BWmatpMvPWv6pBfuTQSe/5Vuh+CcTGaYm4hx9fd+PvgP0/zm322cPviPM9JmZlNtlPwP/sMMqq3KL5HSrSivX+UV5fcX01xbaa/affxXc0yPxJgZjXP5A++j7fj34peiRTmq/W9Ezgf/aYbfKD2r65bzbTD/wX8UHUqWyFWyczqWt83VCc/yskfllU2qzTKenP95m5eVP6RrrTolS9HqOlWmaFl5To/yY1lZDqc8n7JN0fL6xfzv/vMMs2MxxvvDXP6N50G/5NuqVNEi/+Ns//zv3QzcDhGLpnbIWbW1Zmqalhs8211GjGYDj9/U0MeLN3uA4mySMuMEt6zf5Jw2gUYVB177Lt/73jd49UAj9qZ3+B/+u2/g6rnCcNddZvLCZbSVunOdqfkIcx43Plmx6wv6yXzjHNztx1hqx9haD5M+MpF5xgdCNL96iubjbbmgMi/m0Wkcb8bBrPE4x1tf4UTxAtayBiqb22hxQmLYTcUrB2lsrMUVmWLWP8y9lAl/rIlDLS4Kag7R2NJMR60D+3JFkXHGh0foHxZ5Uq4GYlpZBZWHD1NcXEpqegGDo4Hq5tMcswWxZr0kS8vpbG+n1tMLLa2UnT9BZWkz9QGNo44xfvVxCGvTDJ5kmKH+FKZUmvrD5Qy5K2itbOBIcxGlhazcEvNMjQ3TOzBLVgyMxM2YLQ4cLitWm3El7x7ey2aQyQqZupBjbs/CoK3p+apCGwUlVbz6Xg3j92ZYcIdX1b+YXYNBy60AreVCaaWdqjorNz6/gefmFfplUmgkUYjRVEtHgx25tLG0yQp8cLybLjkg5kKNNFSWUF7XRnl9JwebXDiE0SCkPkZXpZxHjdTKmf/Kj15i//4GChx2MDqxFLZS13CM49o40WyEAPe3VCSG59YAhQeaqD3aSYHJiVkmDJuPNtF5vgrzVD9hWymm9hNUlznRUgPc6UnhnYxRWFRMdUMNtvuilv6rYLq6qYWag3WEZKU/bWunsbmMEmuE6QEfmqxI2ts6KW9sp66+jYb6fdRW1tPkBEvxGZpTE1TY3YTrOtGWpG4gY7RD6QXe/v6f8u7ZTlotcn1Kuiltz3LlXgR/4KGH4DcgVGfREdg5COSvBTvH4udkqdFooKDUQvNhF4dfLeXI65ugV0s4/FrJ5tqI/FwbabtC12uiV5HU58pVXlF+P5+Kvlx72T9wrpiiCgtF5WZajxZs2o4jIuvIK2L/WnpEfs6OTaQ5/JQsJVfR6ra5OvFzdfmj9lWbZfWHldwntVnJUrRMXs5HVaZoebnoyelaUSa2r+ZbXr+YP/RyCYXSJ6VVtpX9km+rUkWL/DkbHpFvP11IZaNNBsTG53RWbD81mtzyNU3934htWchOkjCWUlXayMHGBkpqDtKUmCaQmeDuna/5+Jcf8/HH1xib6eaarIDdnUkQiJkW36Kalhn0IDf7nTQ0HeA7b1bRURPl5q00hn2nqayqpml/DaVy7qU9PgmQamntaKWxpgSXzSyWbsRGxWOlzBKn0tDFxTsfM0Q1WXMJdpMJR7Gs/FVYmb54hXt9k/i0cgqthZRHvCSSaSxOMwaLFbPZjFlWizQlbpHSCz7i8SgRQ4Zg2M9CLEtwpp/hG13M+yLYawtJ+Ua5d/dLCRILwFxGldGIxVWEqeUIRTP3mPm6h/mFBM7DFZQcrWZ2QXy0NXOsxkZxYQxPykjWWkN7iYexkR5uD8zJTDwrt6iXSCyGN20iEnETCmYxWKN4Z9wy6eEns5J7z+6lktnckyLqiZE9C0IW5PMY9zUMJhfO8iMcOFRHRZFcE3nxm1yW1j3n4/Ek0VCQElMUT1k7Bdk0jmiAtHhrtYFdgpopv4EFOSciAkCytIYamSRKJRIYrUaMco4bTWY5xw0rdGR89xjt+ZS/vzLJwOe3mJGALWaQq0AiRHiun7u9V+i3NlNgdFK4CJHRaqGwtYZA/z2GrtxgMhwlYrfivdnN5esxrDUNFMZnCHRfZ2hsgaShhn01SZLGOEG5MmZMdvm/KGwxifrmGO/u5W73AmWNhVgksDSZCigvdlFTocnqZJqoxYJFrlM2kxmTIqMJuWSRnrjIhKWRiFZB+fQ9wYRNbBoY7LJCW4DdlIV1uAAAEABJREFUZsbsKMFZe5wDx1+jbeYyablOymVvhbxYKE0inkE99bGiQt/REdiBCBh2oM3PxWSDIGO1GyiWAVpVk42qJvuGqXITvKvlPmnb5e3K623YHMYclVRZN2z3cluWy1tevp3zz8Pmp9FRKQGY6he7rCw9ab8sx7+s1oqzyIzBqD2Xc2K7KcnKCkZKVtQjwTSpxFqhQDX19RU0yvlrcBRSdOKbHKpo5OTBBtqOHaO54wTnOippO3+c5tMXONJxkEMy61xTXYbTUUpleQ1HLxyjrVkCtbJSSjo7adIsVB84Qce+FjoPHGDfiZc52naMs00VHDp3kvb2wxxurufU6UaaRGZTdYUEXebcYIUNbyYqais5euYAVWV1HD7aSufJw9TUVONyllPcepoLHRXUHH6LU8dekxnp47z2ktiyr5X6EjONB9qpqKzAEHQz3XeVq1fu0113IQV1h3j19RMcf+Ms7RYDTnsBrrJ97Gtt5ej+IgwWF0XFlew/cYjmfSdprGxif5MDreI0Z2TWvaV1P61N9bS3lONqOsqF8500FFex/9ARTpw/zYG2Zjqaqmg7d5Z9TQ0cOHmE9s5GnGN3l+y4OphEK2nhpTfOcOj8a5yuNFG5X7BtrKPOYV4xSN0wZLuQ0WAEo4xyNcMudG6DLqVSWZlIWZvZ0XKKpvpG9teWUdt+kAJzKTVHz9JRV0aFtZiiohr273dhUEHN2iJeWKnFWULlvqOcfuUCLQ1nOHf8KCePHaCprpbacie1xy5QU9jK/o466js6qGo8yRsvHWRfewf1ZU7qWhqoqq/CFJ6WSZmr3LpxlRs37jA4l8RQ1Snn4nkON5dT3HSIpvJSap1mTLZCysqrOXCmGc09zlCuzU26BmcJVL/MoZY66mtKKa7roK7lKMdaKsXGM+xrOc2pA20ckHO0oeUMbx1v4dTrwn/4MO1Ncm20RJkfVPrvU9eEWyZsrDjLxEbpo5Ny/Wg9tJ+yshrKq5ppO/0qJ9rb5BpSSbGjnrrqShol8LNaizlytBlHWR01rYc5eKCTlrriTV0PTBIRNxw5JnIdWKR3C6obaDh6nqbKVo4ebKTEZUNOK6l58FHnmEEKNU17UKjn9h4Cu8Rjwy7xQ3djFQKZdBb1vTo18F1Vpe/uEgTUDH46lSGbkancXeLTZt2QuA51rKv04bblVNeUUVcnN3IJXgoOvcp+CWCO7Cunqq2JwqomOmtsVJ4+RcvR1zgvg403L0jAc2wf5aWtHJKB4vkLB2hrLMVVXEzRvnbqNTsdxzqoLCvC4qqjVAY5548d5FiJgcb9LVSUNtJSWc2xU03UyaCkUGaiTQ8b9pgSDWd5FU3HznG47RRnD5Sz71Ab5RUV2MyFOCoO8aoEU/vPvsOpzqO8dHgfR04fpqW5lVqZMKhra5YBVBmWdIpkNMz9n3UIE3OKTa2HeOnMIY6/dp724maOHzpA57EzHOjYz5EW0XnyFAf3HePskRbqG/dRWlZHW7UZzVzPweMH2H/mFB2tDTS67Nicjbx0uoYCl42Shn20HTrO4ZZ62upcFHW+xJHOg5x7+QSHjrVTLiuEeTvCVFLR0M6Zc4c5cO51Toj8spZOWttaaK5wbmoQxy7e1GDTLIH3dgxKngvs6rImpAmtpc/WeIT66lo5PkuokmPfpRmwVrVTU1JIiUUmMAqq5JhysB3H6rbCUmraj9J+/BRtJU0cOthJh5yLDTXVVBY5KJdrVbMERZ0HmmhobZHrSguHzxyhpbWDmmI7NXXVlNfUYMskiYfDRIUi4QgJSw3V+1/l/W++yrmzwtt8kObSKtrq62k6fIoDLYc5c7gWpymTaxeRdtGERsrVyZHDnew/tE9kt1Nf08HJE/s4cPo0DWUtdO4/wIFTL7H/wGlePVBK45GzdOw7wP76cioKNFlRDqNkKYqaq6mo7+CEBKkdx07TUWTK+VBaItfRIqlrP82pfY20N5TjstVQWVFOrVwzrNYiOjvrcNQfp7WujgPttVS0NmFg1SbHg7rm3x/frKwzWSzUyHWnyGbHJFXO0jIqG1soMFmpPniEosICzJpULPuYbQZMJsO2PE7QNx2BTSJg2CS/zr55BJ57CzXATcsKRm6WM/Pc1esKnxMC6saWTkrwvke/JqBpGmrQ6yo2YbbuwEuZDE7UuSrJMzlibMXVNB57ndffeD1H5w7WUiMDrJwyow1KzvL68RqaKi1SZKWovI4z3zpNhc2Cma3bjM5SStvP5Gx4Xdlych+tlc6tU6BL2p0IaGC2aEistjv9e2qvbNgKGul85XVeEnr5lXMcaquh1LpasCMX9B46e4AiCZEMlNFw+DQnc21e5szJA9TZQeKa1Q03tG8trKLu4Ou8nJP3OqfPf5tXjhzidNWGmm+aSU1ipmUFNy0TmqgL6KYl7LUG6g6zMdI0DYNB4/62sTb3efX/2wUBw3YxRLdj6xCQ8xKzzYhFZqAMxvwJir5tewQ2Z6BJBjwWuxHj6qnHzYnRuV8QAmo8ogJzteL6/E2Q64LBjM2qYTLe167JtcLskHBOu7+v/9cR0BHYHQgYJGIzWU3PxxmjFbPZwrNSl7tOySSeGuNoSwHI83FtJ2rJkmYjhJbBJGMJi3ScwZTdUBslF+HcibjsVpsNu9WxZ+dXlkwmQzSaJJtOksrIvkxoZNIZkrE4yYifYMCf+62rUChCfM3v+jw7656N5DThwALuGTdJUSDuyv9n8wl5g4Jj4oFw9f5//xizvhjBpXcwP6jeaTk1gE+p1TU5bnaa7dvNXvVosTrvEtEM6fSzPCqfjedq8sUggZRhMajalBadWUdglyOQzSD3nTS5J0523um9y3tn97inVv7UvWT3eLTSE3XqZEmRkdHboyirpbDIYoDdacZo4rH8SlY2FzBmVyrU914oAnpQt2n4E3g8bn7/u37ic5f54nIfvSOzUjZL171xsjJqT/uu0z86x5gnw3a8WKQTCRLRGIl48v5gOJEinYjl3p6XSqZIJeJE4vln+tIk4wvMjIzSd3uQhXiMpCwxpERGKpWSADdNRtqGY5JPDNDbPcTgsJ9kvrnCNysyUpkHZXKzJpXO6c6IjPv6JFxMxVgIh4lLWSaVICn52EKA2NSn3BibZdibkCA5TNA/ycWv7rIQTIh+pWAlpWMREhJQJ2PJbTeHlB/Ia5q+HLKy1za/pyF/MlOrViofPDKyeTkvrIUG6jCQBH3TEXhWCOxUuercsKinTWSUovI71Q/d7m2OgLoA7+oDLCvjIBV4PZ7UfXRhZlbGVkHi0ioZieDuH8SXSkpIuF77bd6/e8w8uVzuMY836K5aSEmnsqSSGTm0lzdKE4lG6B/wkAqN4Rnrp290gu5JD3NzAYxmGza8hGJpokkLJuN2gzjNeFcXo4P3GBgb5taNLty9H3FjfI553zjjYyPcuzuAe+QaN6dijN67y9jEEMMz84z0jjJ+7Wumkwmme7uYHrnB4MwQd3rm8M/PE4lNMzXlxu2OsXLhJMDU5CyT/b0sTHdxdSzBXM9tpqfu0jsxQf/gKO7hK3RNjXF7xI1vqo/Z6SFu9U8ydOUqc/4hescnGO6+x8RIH4N+H0OD08RUIKmuM/nuScdg/ob0xSz3bvYwOzImF6J85XZKldGKns6mlKz4JeQ4U8fp00naoa3lZqxpGkb1hkDJo286AjoCuwcBOafNFg010ETfngcCe1KHpmlou9ZzmUFPBhntH2V4co7puTlGe3q5M+AmlEgjtUSDQRY8s4RTfqano8z13aXnzm3uyfhpwudnYtBDNOJmYqifvqFpxqbdeEdFxp1x/NGkrNXtWvB2pGPbLeLYPiDKalRGIpPHDZhLnRAPehmXoMefMWC0OrDZrdisdiwWCepkwLmNnBJTUoze6WNyYpKZ2Sn6vv6a0e6L9AYihH29jI2P0DXmJu7v4nr/FDcv9zI96yUmoW1UTvDZy18xJat0U/duM373c3rHerg3G0dLSiCnZclqJjTNiCygiK7Fjyzr+yVgG7l3na6+a1zt7ePunW6m+y7RPdDN7cEx3JPdDIv84akA4eluJif7udY/w9CtLryyqhdNJEnODOOZHmU4Jpdg0WM0asj1eFGJJKkozF7i9vgsd+8OMjc+te0uOHJYyeqt2LoFH3V8qsBOvQVsC8TtOBEKy4zMvvjnk8yMxpgcjO4oCniSRENp/O7kjrJ7p+H8vOydGooRDadRP7HhmUo8dZ/OjccJ+lKoY3zHnZxbZLC6vqVkYnVhPsHcaHRraWyL5eXtG4vl7HRPxAgHUsTkmNgK22fz8jeaPiv/HqF/wzY+hW3+uTjxSJpoKMW8YPxU2IodvhmRJ5Oj6n6yRYft9hGjnIr76O0aZrBvgCEZb138+hZXLw0yE02gvugSdHuYmxjEn5yhry+Ad3Ia98wYIzJ+Ghz34feGSUwMMzE1xYQ3KPs+fCMybrt+j+lgnLiKDLePx3veEsOeR2AdADRNy60AmCwGNNbfjLUnaS6yUpEcZ0SdIeuzbp8aYwG2gnoqXS5qCOHXOmjdV0u5KYTRCqbmFkqbanAsDDAVLsVhq6KpwE6BGYxGSMajxGWWJzq/QDYWp6ijntKaahxOkWu1YRGmFUEdFdTbIsTTEb6eNVAT+hV3Mw0YfTGsgWkCWY24o5P99fU0uMzYJVjLJuOkUnHSrjIc0hdlNc00t9RTXlpEMmvHYTHKDG4GTQJJljYNNAPpaICk+f/P3n+Fx5FlCZrgb+ZaQWtNEAQBahEMxRAMrTJSV1ZnVWVW9XRN9+zW9PbOt9/sPOw877cP+zAP+zKzX29PTXdXdVVXVVZmRsrIyAwdZJAMahIgtNYOwLX2PcdBMEAQICEoANINfvyaXTv63mt2zz3mBjtZpxeTrbWZ4j+L2GcYousmVbM7TVxeC5qp2iSr7UmezZJKZOm7HOarD+b44pf+dcFJwT/5q/XRLJexwGN2XXKVx8lfyELQ9Qj+iQT9VyNsVg/luRRO/mpWeK5fr6U8lu+f/LXy3Jy/lvO80/FJaRv1751w1nJurXzWireazC9/O8vMeEImmnGufhlYd59Yzvf8x/MMd0dyfXx7DtDNaZ3JgAbJ8UiGwSshLn/iv7fw8eym+V1ZSaePF/Ts+HKeSQnw5iYTm5Qzy6VP1q/rirrd1Ff5Kfg3qdsi/de8Lt2UsXhuhXJF33/N405tPXA5SNCfQIOxjpMr0Nzw/514LJ5TH/WcDxDyJ9Hf1m2ux25F6ixk0sQNG+acZNZGe7gwkSYzPM5MShYcROVEMERoeoJAWO5JI2GiRhk79tRRVVLAvCyUOtITzF0eIF2zg/q9TTSXObGaVgotUh8WHklhkv9sGQ+YW0aTLaaIzrlNmXwr3E21gqZ2WvYcYr/nbphb5HxohIHOjzk9NESfdy/NopbEa1DbhictgdQXf+DCh8NY9jxFW1EvQwMn+fj6ANOSiSyugt7zH3GmYxq/pwzsGUtq8BcAABAASURBVAZ+9z5fvv85vXNZArOSIRvvZdifEq5ff0pqHNTsbKGp+mle3emjeMd+Svbvw+fxYJ0JgwbEXsG3CFglsgxOEpnsZtBVijdrYmVxMzHTSRySSbw4OIM/suSKoo1mlUYYucRkPIbf5sEi17RFykexNAyDtfRRHsVNbNff07UcKeDJb5Tz/B9Vrgue+34lx79bwfNSrpd2EX+Bh8heJ4/j36+gcZ+PsjoHzYd8m9ZjUZ/F8vj3KhZ4rtMni/Qrlc98u1x4rs/HK/FZU534U9tG/bsm/DvYefy70s7C74585Pxx6Qubkffsdypy7VnZ5GL/C8Xr6osr6Xb0jVLq2jwYj+ld2pB1L5vdxF1g4fBLRbzxo8p7Bq8Lr9f+pJzX/2xzPF/9k4pbeCi/127wPfG9MnbKpKCm2bEpvV//M5HxpxW8KTqv1Qdq36s/FLpV7HtN+CnftfK7E97rIkP5KY7qqKD7q0EOX320xJ5cnei0Gs3S+qOvFFNe76B2l5uX/qj8Ft+q3aqL8ltKs9q+4j31Zgml1Q4Mme89erdJGUSGhypPP35Lmgnq2FlaTe2TbbS4HPjEYLsZI+Yf5dKpDsYsshieDTHadZ3hyVmoqESvP8WNScauXefsl1f54uoAHV2TFDuTpJNZjRmFS/6zVTzwmN4u1u5+4zZUJ1WVVfzxHx/AVfcqB3eV0VhZTG1dC08f2yXYQlF8nL0tVTRXyuFW/LgrqdlxjOeffZ633jpGzUuv0ub2UOBoZteBZ3jlW29w+OVv8FKdjyOvv8tzz7/Lt998lW//+Bu0vfQj3jpygh/85Z9w4rXvcXzfy3z77Wc58OwR6n2tPPXssxw7UiEZuMt8/ptf8L7Ab39zkqvhKsp3H+bFg/W4d32HN/b7qG44wsEnX+Htt46z99B+6uxlHH+qjar6FkobD7K/fRd7rX566v+U59qqaNvbRk3zIU7saODpd7/JoZ0Gs9dO8VlOxm/58NOL9GXrqT1wnCMVFqqyfqKy2rsVm+Be6JQV29LpLFvxZTz3wr678TAEwZSUsE78HC4Tp8u6PnBbcHmExi2wXtpF/A3yULlWmyxQWExUfz12bkaPRX1ulK6cXpb1+eMG7Wp+dIuvXJ57y3M1WeqLBZ9sXp7qrP5YVZbaLb5fi7w78XA4LRjyhywkadveCXct55Sf9g2L1eRx3AwDrHYDfbJBn0pweq3cK3AJL3eBFX3SYTM8l/NQfot1DhmD+op4U9pvMzJyPH0yDkTntfLRPr+ox0o0buGnfFc6t9465aP81kqXw1ff67Xkhk25OtFpLTy0L1glALPZDJzi46U0d7N7Ke7CvgW7w8S0oiOXR27TiMxdTPsTr3Hi+Ku8feJJ3n33ME8dbaDQacMiBhc3t7H3xHd46em3+Rcvl3P0tZd44tl3OHF4Py8eq2Dvay9TtecNXnn6KC8fbOGo1B97+232n3iHA/U+4SNM8p8t4wFzy2iybRQxcTic1NYWYnGVU+i143JYcTjdFBd5FqywlUgGyonHsXC4db4NUcVK89EDtLbtpqG0jMrKIhxl5XgtFqyGC29BCeU1VRRXVFHmNCksr6a0rIbaygpq6qvwltVTWVxO3Y46ystrKCkoo7q6jKKyYtw2L8UlpRQLv6KSCmqammkUaGqqpqykkiJPAaUFDgxPNRU+Cw5XAYXFZaJDKQWFBbgMOyXFPtGnXlbOmmnftYvWw0dpqNxBfaFTdPPh9BRS5nFRUl1DkadY8Oqpzcloor6xnsLKFlrqG2nbv5+ahgYcBo/uJrZJTINhyM6ja+Wqlkk4KyuFmdwjWmlJDKsb1gdGznfro0FolsJGeSgdC5uB8DQEtLxXoPwU7hU/MKWzGYZxj/W8k34qS+FOOGs5pzwU7oarOAp3w7vTeaGXCaeR89Wd8O5+Tn/PrY8XP5qPhbGmzaK+NLg/fU7bSGEz/JVeYZGH7i9ATme0HpBhs3FYwm/NfBZptFQdloPWKyyv38ix8lFYK63iLsIizfLjxfoVSvEm+mhuRt+wLQ6Rz9e+XeSj5Qq0t+DmzhsYpnA0AAUetU2MstjwFlVQVlpBVVmRzLcKKS5wYRUfqbU2t5cCmcuVl1ZRX+6gqKKc4rIqyosKKCuy45Njh6+CitJiKoq8lBQVUlJVRYHgFLis2MR/5Lct44F8c2yZpnhQilio2VVPeUUx9vsl0uLCVVRD0+52WnPQSGWRB+da5TkK8PpKqKqqpKJ1Dw1uC87beqpcrJALTG3TDTmt7NzZSElxJVVy0alo2klhVQ322+jWqsT9wdObkWbXMllZzt+kCENcYOiFWcpNstre5OpKhe1tRV777e4BGYeGXG9yIPvb3ZytoL9e43KT7W3oT32SQrO2W8GPj5wO9/B6bxgGhiHw0Jx0fwUbwt7A5G6A4OjcJJVMo333bvh6XmnIb1vKA+aW0iavzAPxgMVmwbSYD0TWxoSYWGwOyeQ5sduQixFr3AzBs2B3uXFI9tRqYctterHUC6eWW065baaQYRhYZZnQJVlfi13bfokBEjSnJX2XSqVYgLTcqAR0MiDn9JFV3SW3L3QSbS/ip9NpMtJAyUiASCxBPJkifZOP7GckR5hKk0ln0MVioRY2OW7ITg6ymRTJ6DzBcIxEKpOrVrx7Cqk4SbkBy2d9bGWJO5uMEUsidi4hFR9kEnFS6hOxNyN+WLRvCdb6dtNJyaaKDyWTuj7CFbBFL5IJ0uL/zAqn71gl7ZEW2vi90OOOgu7dSX10z+Yw5Vq9rG/fOxHbmpNmMHUco5GT9A0ZsqBjNdc/ZGxKH4/MBwhGkqT0MXWxNiv9MRkNEwjHpR/JuJSOJKQyPrNkpf8vjOIsacHPCKD9JhZifj5ENJEircjCZy0fRVVYC+5SHLUpFY/J2EySTGZIpRa0Woqz9n2lT5OWa9DaabY2plz2c2PClClMfmSspa0MmUNZBKx3hqyFZDxNTP9NgVwnDe6CnztvCk9jLUrkce6FB9bAw1wDTh4l74G8B+6RByxWsEv60GLJXwjvkUtXYCOTIJm8RcIB5uZmmZ0NEAqGSYTniUoEpBOmZDJJQoK+TDJCWIKbVDREJBhgPhAiFI6QSASZ7L1E38gUU36pEz7zszPMBeYl0JOJ0pwEfGGpF1FZCZKiQpOSICiTkKBDICETwdm+s1ztGWRC6OMidwVFc/NRnZOueE4qdYInxcJHZC3s6LcczA+LbkH8kYXjWyaQtxzo+SWQEF/4h+j3Z8gFOYor7DLxOInxUebFnmRoXm7u0ZV/kyq4SnKT49ID2ZfTN08RmSHkn2Rk/uuqpXtf25dFSJe5QuoWkYVpVtorOztNSCbuSTlWAqVZRNHjm/vLdyJ+wv5xhueQyfLXfHUin5EAVufvORJlqLxzBw/3a4uo8XCdcAfpSVkwSUkHzi0+JGJEEllSMzMEYnEi2ai09wi9Zy9xuW8Gf0gCOxnzycAUU0PdXOqekGtBVPp4mpR0Jh23sWCQmMjLZuME5mKEwyky0SChgSucO9dB38QsIZG31nYxLWDccYaVvaXL5rqeMM+InrPDw8QSM0zPRpibX1xauRU/N1iUiBU2qZcPiB+CgQihQJyMjJ+kBLxfj7kV6LZT1T26hYpXF1y5nWxfh65GLviySvB1Z0CDukSGuP7/37RxV/xFvggm+W3LeOCOl5wto+VDUEQW7ZBFuocg+aGIzAvNe+AR9EA/Xdf76bgWJBWcYvKjv+az0QA9X/2K8+dPcaa7j8Cl/8J/vJCi+5NT9I0NMyFeyOqbV8//jM/itaQdDlzWNHEJdsZPfU6HnI8LTJz/Z86d+ZiLU3GioSE+/j9+yvVJPx0nP+bCyU+4GIoxLLLdPj/n/vB7Oi525F7wKqQ3P/r/BZPxDEm5kd6sXNyRtINmzaIyIUvIRCypgUwsRlIgJRlCYhFiAx9yvn+ITn+SVDwqWcFkbpKYkoyC4iUlSLttgT6VID3bj7/797w/mGFecBPRGLFoglggyOzlSwwlo8wHI4RDYZlYxklpxCNBckonv5L9iIkOEbnx6+QwGU9KRjIqNkgp8uKRkEyWZS4pk1Nkop2YuER/z1d8Nr5o2GKZIZ2MEw1GSUgmIqt8VY+YTGDFXhEstkaIyQQ9JinFuJQRCZwjs2HCYn8qHZfJR4xINCU2Z1mqh5xeFLJQCu/k5GWGes7y8WiGuAT3MdFfg/Bw73X6Pv2EsxLZJ2QWnJIsTkzskwXrBdqH+J0Rv2uGJav+eIh6bFXR/R9/wOWuToYnepg69z4/GUpx+Tf/K59c7KRnfo75yCxdIzYasx/x0993cu53v+DcxfN8PFvGzjIHWet1Tn81TH9/lNnuLq787Kdclel9PHiW9z84zcnzY0TnQsx3DpFsKWP0979h6Fonc9JFN+0TmVykJBs3L8FmRts3FZMxGJMFo7QMmxj9X51nJtJNV98Eo8NRGVBpMokIgVACzdylZZEoKeMlB6KPDrebOknwlolFxf4kaSl1rIaGuhmX69UvuyLMytiO6wKUQDaVRrr9TdLHcScZz8q1SFK28nkc7c/b/Gh5IB/UrdKehgGGhW27pWUCppCfEGzbJtyiim8dtXJBRSJNJJAidUtgJINXUqIutwWr1SHgxu20YUTnickkZjowztBQvwQbAwwNX2ekT1bF57vpvvQpJ89dpms+g81rMH6hQyZRKXD5cDmcOGTZ3fT5cNiGmLK5GJ82iPcNkkmO4B/spWeoTyaIgwwMzDI6lRWdUpg2OxnJIGRFP2OZ6wzTwGIzRL/ll+E0U/19nP/wd/ROX+DXH1zhq1/+PefPnaJjYpzZsVO897HIGRkkEOygp/saZ7+4zNTIH/jdeT+XPvhHLlz4iq458ctSocFrXL92ic/OD+KfG5UMZZLus5/S3XuBi9eucfbUFUISiCWJMHzlOqNdJ7k+0sFnl2cJfvVbLk5+xadnr9Nx/gx9faf53ekxun79v3Gma4iOK+fo7DjDV31DXP7V7xgY+4SPznVysXOQueCM+J0lWxp/XwcdX37MFf8MA1MRZidGmOz7iPOXT/LR2T6mTv0fvN85ytjYBS6IvD+clUA0OEfPZ+eZmpe6S51cPfcV/QOneP/MJNd//e85e72f4XAaWWRekCWBMXNnOSN6nL82yGxgjFB0jsnBQbpkgn6hq4++gGRrJEMTScRl0vtbLkkbnv/qMn3nrhBe4PLQvlX9tAa82YemwsMVLHYnZexI4njFwKO6Usa+9NdL3VEGJRXcVNbDiKOSmd4widEZkpItnx8bYUQWb0LZNEMzVsnSetjTWkZJmYxpM8nM1U/45Ff/lZ/85lM+6woRlwgneH0ed1zGFn66wwnJ8E8xPDJE/0RMMnVZzOXDdRUvafsprHR6enCMyx+dYnB0kOnoZU6f7uLaudN0dZ3h9xdCJKJx0tmkLHikScUmmRm9wkfvdzE18Ds+ujDMqd/9nguffcBkmGnKAAAQAElEQVS5ScERfcRVC2Iig4z0fMWvPhmUa9IQ/qnzdPaPin+CwjPArASC6a4/cH5whksXrjHZcYHQTeIFFlv9W32q4yIlc5x7obo+5mzqkzPix61ue16/vAfu5oF8N17FQxoMReZTDHeF6TwdoPPL+W0DPeeChGaTAimGOkT/e637qc354vq91meb8Os6GyAo7TI3nWCoc/Pt0n8pJDf72MIq4yr9+FGvNjQwshqYUrJ0M0wJlizYJKiyWm3YrJYbD4mEmU2XYUSCmJJh60w2UysTITIm7pJqqqoqKCstw1lzhCfbKmCol+nJSSI2GzYB5WWMX2Y8ZmF6Nk5k4DITsWlSjdWEurslHEoRcxcSHQ+TTQTxzyQpb22hrL4q9/polm0yh5QJ6/KpSYKZ+Rh9owaFvhIyMyP4p2eIZzJY0hEisuo+7SrA7nJijfYzNt7FhdF5ZudiaGYuHIyRFjl2lw2dq8hu7hMdG2BWHx91eXE7DAxjmI7LAwz2jRMMhZG4EyOHaceSipMRn4UlOzDZc4mLwxFsExfol8nt9YmA4CdISYYh4A9jccSZHR9muFt8NRcgFMsQ6r2GX5RJu9w47dYc16+/ZhifmWVgzKC0wIPPZTA33MXwaBf9U1MMi6z4VJC0R+yzzJOSzEPSLMCt/k+GSExcpHN4gI7xgAS1CTQzF5gLY9os2B1WbnYFcW64vwN/MknS7cFpS8rEdoTOy/1MDfYwLjSBlBWrHSyWIP2Xr0lWZITZUJT4zciQtW9Z0AAkLZPNXPZl7ZQrYkoXFr0MDGPF049+pdittiusZKxvRwXJ4BiDPWOMxyvZKYsOI5QRGBljfmoMv2EBw054NEFlrReL04Vp2iktdkg/sWEVxjZPCSUVNVSXFVPkTMlYnObqtSkyiVECoWm6RpLifwOXOUHQV4PpKEK6K5vdrBJQpmJ+Lp+5wmT3Gc5Lxr1jLIhm7tKI4UsFiI2zg5c5OTjLxHSUeDJDWINNybI7vA5kXegmRXxyjLnRIWY9hfgKvTg9JmlZ+ErHwCrjx+a24ygymRsfpLdnirGZtPhhqbBtsC/ukabDNO+NrqZcMBSE7b1hmOeS98BD9MA9GhYP0YL7JFrmA6Tl4pmIpIkFk0QDG4B5oVHYCO1SmnXyiIWS6EpWWmY7iWg6p3tknTzuZG9kqW4b2F9Jl5Xq7qTDes/db/5r0kf6Ua5dcv0qlWuXNdGt4uN4OCXZoIxMJLP3aRRsbbaGYWC1mjgkI2dajTUoK37KThI2Gihx+qgrhLmCZ2hLj6CP3hluHy6LXBKjEaLWImoaPQQkqzM5Nk00xz2jD2cxcX0aw1pIVZmBKzVIhwQh2UPH8IRjFNUU4xLITs0KhSmTLQ/1bTspry3HlJqlH534pzXwkWzM0vrcvmmSNa1yDQKn04rFW0lhSRllXiuGZJWy1hTJtAQRknlMJiNEEgmBAirLXTgKatB/LVJeYMeWY7bwlUnIdSGTIGNkJFBSX8RJxoUuGCdjdeAtL8ZhiRII2HC6HDhLaimQsjzdzVVnO9VWE3smRCgucg2fyPJi+BqoKPPiswvPcIR4PI2lqgaP6GUhiUyTRZaxoMDN7xRJucAmJHCyiO6pVJTJkQkJSiNEhT4WzWAa1dRUF+Pz2CgsLqKsrJpCl4fiYjvWTIpEIkw4npXMi+hR4cYUPcrLCylyW7HekJOV1kqLfRnJeKRFXjoZJRkZpmc0IlnKMLFEGpGE1ZomPBeQ4xiRYJiU3Y2lqBj7DT7rKkSOfBDR6yJbCdliMbDYTAxzuf945LbVDDLM1c5IfUkTvsS8jMEZIsW1hC9O4S2tob40JG3ppz/ixFVSQ2V1DQWyzFHilf4o+D1X+xjq72EkmMIs383ug8/w5P5dtBREyfov05kqwlFRgzeZINw3Qdzio6K2gtpKhyxQGKTTInstH2k2Q2AlVLvLxOlMM9M/KItDEQKSVZS1GDC9VJdbsWYDUmfI3CNCMhyUcRGVLHqY+YhXxoAbX0k53pJKasscuX5qsLDp70MzqSTI9SEh/TvtKcBhE721H8k1MhWJk6huxzN7XcZxAr+r/p4EqQvSH8y3+tSUsaGwaPdmJKfkfpyWa3Bu3G6GUZ4274Et4AFzC+iwJVWQORUFpVZaj3o59noxT71Zsm449kYxT2yQdlGeyn7itfXJP3SiiKIKG4XlNnY/4c3pf2ydPBblLy+ffLOYRXhqAz55Unxy9FXhIeUivdqo+j0pvJ/aAM+70TwpfJ9YJvOpeyznyTdKxC8ld+wjqkNxhZ3yOgdtx3x3xF2LfvufK6R6h0smpeaWHEMPXymnTJzsuFwWDIsVW0E5PlsEb2EZ1bW7ad2xh+b6HdT7smQLEowPdXDl5FkuXOySiVYPV3u7mbIUygp/ER6bHZvHg0vCu+FwPS079/H6iWbaWoqZmSikuH4P9bt2s2N3EzXlbrzWNJ6qdlp276Sq0L3Cv+RY8I5hGBiGsXBw89tJhc+gqXiEjoGvmPU24i6sxutw4izwUiBZv9T1a4zIKrtR2EpzZT2trgxOhxWny4pLcOx2B6QSxMNzzM8tQKa0BCOTJjg4wljYQ4mrmYO7SyiucpN1urF5XThLswT9abJWNw57AVU+D3t2FuJp3ottx1M0lxRR7wINNF1um8gqxG4tpq6ugpr6MpCAyFbgoqJ1B9b5GWZG5wjGDQosUUI39Jifc1PosFDhG+ZyX4dk3WYIZIspcJRS7LRhdWWxFhSKz0wsFg8Oh1Myi2CYFmyFRTgbjrCzpIQG0cOh9rrtuAXfbhGTo6GbcgKBMPbGBozgHP5RP3MxkxJHFmd1HTafSwJYA5fTxHRaiIyIv3dX4ioslGMnVtHDwjo3A0yrgdVuYMqkk01uOsnUJ0Y2yWbbkqv96SRIgnplG4xqdpQ1cKitlKJdBfSGd/H8Uwd457U6qkoLCAc8VDRWsvv1JzDH5ymVMWUx4lz97DxXL39F54wVHHYcDlPa24Vb+rp7YhDvwRdpfe67HKmppEEWgWLF1RRXPMuzVQEKbAFkbY61bPqYoNqwEm5C7EpnLbQ2FZNpeoLm4gLq3QZOya67PRaKfSkCUS/EYxjSJ2317RzypPDm+rsVl2S4deHFSMUIz84xl4MA6YIi7CVFJDuv0Xu5h8mwgSkLM65iJ9hNMiNTzCeq8cyP4CoEaqvka1t97rmyiVgGXcDPrtZY91xinmHeA/fPA+b9Y729ORtyU7bKRdAmF3yH22Qj4PJacPssG6J13JCZ41GwPh5OpXWJzgqSxdgIj0X5y0un8pObjpbLz63l2Cm0nkILWi7iL+q3UZ6LfFYrle9ymavhbrTe6TFxqt/vBNIeFgtYZOJnc5qb6heqp81pkJtACj/y2woeaKGtvZl9+31YCyupeP2veLHpBd5+toXdzxyjsvVJXmr30fJHP+TJd/4tP/7BX/FXf/4DvvXuizQ3PMcbz73Nj//8TZ453ER5bR01z57ggFHMC+++TEtTDZ7Sg9Qf+xE/evct3q2zcvjFZ9nZcIxju/byje89xb5X3qDK6cK+gmZaZZF20+uLtqEefw0GJTvaeOIbf8Ebz/yQf/FKC8ffeI4dO3dR4KyhqPkd/vLHb3Dih/8Pvv/Sd/izN1/krR98g2PHjrNHFnL2PfM0TU07sMz0033qJ7z33gL8vqeEsrZX+cGf/RnPf+d/5C8Pu3nmre9y4qVv8NrRdo4c3E35M3/Ot9oK2f3C0zTv2Elj6W4qjnyPH+42KPS1c+zl13lV7D26/wDt1W4OvPYmNZLVKt/9PEdOfJfvPXeYZw7txFPzBm+99Sbv/un/iTdee5u3Ci/yiejxK4H33vuEgXQFLW/9mLefeoWXD7Xy2ve+yfPv/jd8+413+fG3D1Lx6pvsdbkpKDrGLrH7YCNYvF7KXn+b9rJjvHLiNV771ls8ceAQ7ZJB2f/Ka9SWwsyVL/g0J+Pn/OKXn3At8xTPvPIm3/zTf8Pr3/of+W9ffou/+MFx3vzzf8c7zx4W+nZ2PPsu33mmldYX/4J3TrzC20/vpa2xjId9c0wlMuQmnJLN/bpvPD57hgF6jbNYkYUPVtxKjjzPoefe5I2Wel7787eol2DHUf8yTxx5mx+/uIcTr9Rgeg7x1jePsffZ13nq5W/yb/7y27z+zg95qekJ3nqxnuadbkra2zn847/iyN4/54dHithR7GbnsaOc+G++z5FXXuKw1UrdM9+mqXUPFU7WtJkWMExW3Ipqmjj4+nd4/U/+RPR4km9/S8bLd97kyYN72VtfQut3/nuO73yCd775FMdefIa2nc/w/X/1LZ4/8TKH6os5+MReWg+1YJvt5OQ//YSfC/zkn37LZz1WnLvf4C9+9BrPvXOc1tKjHD/SxN7jh6g9LPVvt7LTPU8000plRS27annsN7fPit1lwTSNx94Xj5YDHk9rzMfT7LzVeQ9sfw889regLOjiai6bIft3bVHDIPdnCKbskzsCZN8wDCm+Bqn8+pgbm+DonmEYWiyA7BuGgaFHUiJ7um8Y8q3AGjZBXRFL6A3DQD4CxhIUI3dsGLeXOSSp19Jd2igT02/x9jsLcOLwDhpK7V/TCpJh3OAh+7mPHuuOlFosgOAs7NykvXGIVLCwGei+kskeYGAYN8BWgLdqP8dFjzcE3n7nBY621VGyeB6+xs3VgVSw4ibn4Qbf3D4LW26/lLo9T/NsTsY7ElS+QJtkTT22r/ENY+n+Aim5OtnPlXpe9jfykT6YW+3P6M5GGNxKs9C3pU7Yyfdj91H7c28mTMk4z6xmvkGu/UAK2Uc3LQ05JgfIZhgGemAYhhQ3AC35epNzaB1fb4ZhgAKyLZaye08+ws8wDHJ/WiosMr6xbxhyVgDFktIwDL7ePHiKW3ny29/iHYFvfftVnj3QRLXLwDAWQHGNJV8GMuUzXOx+7Xn272mhivyW90DeA4+SB2SEP0rmPBhb8lLyHtioB/SRHP1NhpYb5ZGnW+aB3KQ397XsxON9aFodOH0lFBcvQKHHiUOygw/cK4YF0yZZtxt6FBcX4nU5bv727d7pY8Pu9lFwU04BLpt5y8ti7p2slTnpuNbHBXPB3cooa67V39PZJKNvWsw10zxqiLpgY+gPFHORyaNm3Wbtkb5tdeErLaEkB0X4PA59ynJ1xhLsYXFTVFZMgdd5y29uVyd6DM7kbx+PQSM/Hiaaj4eZ67dSVwkV1k+Zp8h74KYHbt+RyYl8bq/faI10Up34bJR8O9PpfThne86hua/tbE5e90fAA4Yh/VA+kirZtDUWC1gkCDce07u0ulLtN00DY9PefPAMNMDXePTBS76LRNOKRXwqn7sgbs3TcstDr/vZdPbeuXc7drCt2Tx5rR6yBx7T28UavC4zRr14rISpq7D6Zkm5sqA4gipllkw6g755Kqmv0FZIpUnrozgrMdlWdVlSYk88GmfVp2DuYk9a6JWH+uouqCufEoy8GgAAEABJREFUzsRJJJLEkxvmsDLfB1yrExVTJmv3YqKmGQHN+ulbFB+wGVtGnPYGw5A7sny2jFIbUiRPtO09IH1Qx7VpMdAuue3t2QIGWG0G+sQgxhZQZp0q5OYGeoFaJ10e/e4eyPv27j7KYzyeHsgHdau0e+7mvKJ3MiQlQJmaipCOBwmEY8TiKVIScITnw6SiAUJzk0zPzDIXiJJIbjQMWkWxe1EtV8TcSpeWyk/LHJALTjVozcixnlLIZpME/LOMDU7kXv2u9ynFURAK+UhAq/jZBPF4An2VsuIo7SKE/X6CAkmtEFwNRKQQWvnITlaWNaXQs1pBViKWbCZNRoK5SCRJKjLOxOQsEzNJbuItYN/ynaMT4YqTla8FEJYSXEv1Lbjb/SCTyqKvYuYxnUGq2RaZQLMNJ3zbve/l9X+IHsiL3hYeMO/R4t22MPYBKqnXfVOu+6ZmsR+g3LyovAe2gwdWDFu2g+IPT8c4Y+Pj/M1/vkhk6Hf80y8vcPrKEKNjQ3x+skfUktBh5jMuXB+ja0IOt+AnFYsRC4WJRhMLQUFMgqZYhGgiRVKC02Q0SjCauvFoQ4pExM9QRxeXTnYyHYkQl2ApKTw0uE1JqigdjTAfTpKOXuT0F1e4cGkGiXNvsXxmUHw0OEwwmyabDBMIJUlJZjMt2UyVl4gEERZI7EVK+MXm5Xh+gpm5M7z3806Gey5yvrObr677iYVTt/BePNAgMBWcJyJ26P/LSoquiWiIiGT3kqEISZG1BUPsRfXXXVpkFdvuNMgFNuS3vAfyHsh7IO+BvAe+9kB+L++BvAceLw/kg7pV2lsSR5J9y+ZeKX0rShZ9zDIWS0MmQUmin96hYU72ByVIyWJ1F+Lz2HE6PdjtLhw281byh3okASdJzv/2Q86d/pSTF87zs398n96P/jd+cnGQwdFLXDh3gfd/e5rRsz/jJ5dDnP71+5y/cpnOuTDDfaN0/dM/0CFBX8dHH9Jx5j2+6DjNLz4aYHZwkHnJXAajSclcZm4EhF8bm5HMWyY5gX/sIr99r4uJ3t/w4Vf9fPKr33Lm93/Hrzr7+cM/fsb4pff4rKOT33x4kXMffspQJioBYIp0MkVwaoqxa59z9eIvea+XXBC4KCExOcTwpz/nF8N+OvoDdP3hJ5z+9J/55dkL/OT/+/dc7vmA974YoGMwukiy7UtdseQxTlNpFjadytB3Mci596c5+fPJhws/W0H+SnU39BzqCMt4iDNwKcQXd8B76Hbd0Devxwrtu8Q3Z341jX80zvRQjI6Tc5vuixf+4GfkelgW3h6lpSjWvOk9OBJME5xNcf6jeX73t5PbCj756Qx9VyKM98e2ld6b8vPf3P82OvfhHFMjcUZ6onz8z9Ob8u0H/2WS0+/7mZFxm0nr/GjN3fNRQ8zb84h4YCtFHFvLpQboD7T1h9p3UsxT0UgxMVIz/fQmDUyLFavNglVLiwXlwZbaMszNxElmXDgla8ZQF4PTKSzFXpzRIQKRefyeYrylGWb6OrjUnZJg1UO5x4k9GSc0MkJQsnPBqUlmujqZkjJaWkZxWRFOl+DkAlk7K8aygQkCA5f4YmyesZkUGQxSwSixQAKzwIcRGCEeGmVizi/nQwRDCbI2hwTHHhxWCw63F2+hC689jn8aJE5kYYsxPz9Pb3eEstJiykuciCHEozHSTgux6SDWYogHkyTDmQWSR+A7EcsSDaVJSSbyETBn/SbIPTgrzVlQbKW81kFV4xaAhhV0WKlOdPX4TLlWGOj/aayotVO1HG/5sdDcUxs3wb+y3kF5zdc6V9Q5ULhFP+WvsF69N0JzJxnKT0FxpKzQviLloq7LbVmsX7VcQrsUp6LejtNt4vJYKK4Q36i8TUBZtQ1PgeWOj5vzCG+6aGW1G+ijdu4CG4XljnVBQZkDT7E9B7q/HnpfiQNf6YI8pfUKHy3XykPxFRxuKza5BymtHmu5Hh4FN3RYSuMrsbNS/VKcpfu+JbbcUi+89dzSuvXse0WPRR8t0mndenRbpFta5vwkui2tW7rvLrRhdVjEr1Y2o7/yLJA+5SmyY1rNx3ackd8eKQ+Y992abSpAbyimFSxW444WmMUN1FSVU18oF4U7o96RzwM9mUoTk4Anlkqhrxq3GpVUVUmGscCFw5LBSCWIxq04XWKQBH6JWJR4PA6mgcRV+McGGJmMSNyUJZtOSFARJqTBGQ5IR0nGQoTjGZZulkyERCKKP5ImGQ8Qirrw+Vx4XR4c9mJKy0oodiUwJHhLB6aJCG7UU4LPdGBN+gnHEmQcXgrKyikt8mFPgiGTem5sWckNZkTXdDgkvGPEk3bszgKKSnwUiIyC8iIKbFbsN/AfjWKJAx4Ng9ZnhQGGXMEq6p3s2Oeh9bDv4cIRka+wVA89Vlhad2O/tNqBt9BCuQREu6RO4RYbVqG7BUfoNny8Cf67DnvZJbIVVP6u3LH3Vv8rfwXBU5w1w0Zo7iRD+SkIzi6FI6r7Ul0XjneJDWvS8Qav5bgtB7x4i6wUlNio3em61Rcidzn+3Y4b93goqbJjWgwey03MtjtMuY6bVDQ6adrnWx/s9cp1YQGa9nnXR5vDX6TRchHWrkP9bg9FEtx7pE8syF8/jwW622U25vS7vb5pRR+JXPHFbedydXJuRZq7896Ro1uJfqW6u/O7Vb/VeVQ2unD7LPiKbdS3edbZrsv0EB9U73TnFtYwjMdymOWNfrQ8YD5a5jwIa0wcTge1tT4szjIKvHbKmpppad/PE1WeBQVsxfg8DtyOhcMt950ISrZumMlkmnTjAZrLSimSrKK1spVSn4cS/yjTwwYV7Xs50JwhLUHVZDyNq66S6t21pKZGCeLF0dCa+/84xnA/Iz0jzMY82G1RCfRmmfHP45+cYioHc2TMNJTVYFbs44kSk2IN6MR33jLxVUkpPosVX3kZDlcJbgkMzWyEmNWFkS6g2DlDOOuSVXAvxYUerM5CSr0xIrPTzOT4h8lkDaobTIYHRugd8pNweGWCVUqh001pTRkOs0Bonbhc5pZrjo0qZHeauZuR1WZslMW2pjMMg4X/5WVI3zBxerYX2KUvOlwW3F5T+qoFl5TbxQadVHmLvtbZU2DJZZW2uv7qY9XV5bXc7C8unwVvkVX8/3XdRu3QRUCLDeyyILZRHot0NruRm2dKN+dx3kzTwCbBncNtsh5wShu7C6woOCV7uh5a7RMuoVcapV0vD7eMB6dcj6xWcr95dor8DfG4oYPqsQhLdVusu1OZw5c+vhxntfrleKsd5+iX6Zeze1ndavSr1d+Nh03ue6YsdFjEt6vxWHu9BYvVyC2cmCb5Le+Bbe+BfDdedxM6qamu5s//4hDuxtd4or2MHZUF1NTu4Nlndgk3A0qf42BbNa3VcrgFP5aiepr3PMdbr7zE9759lJo3Xmevx0OhrZH2I8d5+0+/ybPvfps3ap088c53efX17/Pj777Jn/ybb7LntT/ne8df51/9337Em+98n5cOvcKf/PFLPP360+ws2s3zL73Ic8/U4Ald5dNf/opfC/zql18yUdRO07Pf5pX9x/jOX3yD4y++yIH6Eva98CQHXn6FAz4vB956k+qK3bQefJandlWzIxtikDZe/eHbHHnmHd59fi8vHGunqO4IL+8dpe/z3/OHHP8/cHogjuXpP+VPXn6Gbxxv4dk/+gaHnn6ZY7XNvPJnr1HtOsSzT9bS1OR66C2Sy6/lvh66KttVgbzeeQ888h7QR6sD/hSpZU89PPKG5w3Me+ABeiAWTpOUMZbJ5G/KD9DteVH3yQP5oO4+OfZhstVLk/7eLJMWLfRAioWPBJzYeeKNJ9m7pxHfQuW9/7aXUNZ8lFe+9x2+LfCd7z3H4eYKiljDVtZEXVk5uw8dZs8LL/NsAchC2jJCu6x+1nPwjbd5M8f/TV4+vo8mD6iFbOEtk0ImaVnS+R9lb+FWyqv26Hhg+1ri9lkpKrNhc1q2rxF5zfMe2OIecEkWU596MSUjvMVVzauX98BdPWDeFSOPsC09oI/sGCu2roG3xIvL42DF0/fCWsOCxebE4/Phy4Ebp83KmqYmFidubwGFxYX4Cj24TFYI1CR0M2w4vV68Of5ePG4HK76cha21iWvIPe6Rv4FsrYbJa5P3wBbzgF6/TYuBXsu3mGqPpjp5q7aFB7KSUUslMrnsWjZ7y6r1hvTXYM4wjA3R5onyHthqHpAp81ZTKa/PZj2glye9RimgB8sYGjpR2LJBhYnFasVqs2Axlyn+CBzqPUgf87gXN6NHwB33zwRJU8djMSKRiECUWDROOpkgLROCbDpDRlLZGWRCIHhySDaVJBGLCm6MWDxBKpMkND7AxEyAuWCMWI6P8ooQlwlFJprI/U/H+A0L0uk0uTYVvsKcTDJGeLKPgdEZ5iNJ7ktiNjpHMBwnnLihxFqLVIJ0eJaZcFbs/Joom0qRmp8jKjakYxGxL0FCXPQ1xgb2EmHi4SBz0Q3QPkCSrNgcnfETSSSRZPoDlHxnUZt1/525b+2zeq2MRTMynFb2QiaZIasDSxC1/WQIQiRGQnaSJHP/X3V6cJDh6QgxxRU22XiIiH+coYk5EtLf06ks+gbdHH0yiT7cgnwn4mnp/8JfxnHcP8LgwAgzoRgJuX7cb69lRP/o/CypdJhwJEE0dutLx+63/K3OX5pb+gQC2qAPR9u81LwHtqoHHsFp81Z1dV6vvAfEA3ofknu03pjkKP+5Lx4QJ0uwFo9PMTY6ychIkEggQKj/EkOBOHPj/UxOTjA2GyA+dZ3LkxnmBoaZnplhRt8KGwwQm+ji+qif8bmITKyihKenme7rYzQaJZLMEhzsZHR4kJFomlQiyODlHmZlQjk7OsLU6CgTkTATXZcZmxmj53o/U5OzSLOvw9qsTDaVd4qMdJaMTCYzqTQ64dNj0ilSE9fok6BxOJCR+hQJnbiKhIwEKF/jSsXSj5zLhmcIj1zh3FiWsNCkhW86lSGlgWtvH5PpJNFAkEg4QkQmmCIaUQYhlSItotOkZDKsbDMSEWdkcpyTKbhpmRgLKz2FKEVmblj80c/V6YWqr7+zOV6pRArlnxGirOwoKE8hFr+mRFYUvwRbEzIJFzWFPEMqKfUiV4PorLRzRnyREPqcHlKv83zEZ0JMUutl1p4V5XM2ir3C5JaP8klJu49fuMi49hO1Q2xKCU1WJtbDQ5MEAjHkEOWTkcUBYatLArfwudcHagK5r3vNeZvwk2GcklWF1VwQkPHnn/UTjs4Tmx6gT8bBbPdXDE3NMCuLCaHABL0dI8xPd3N9wM/06ADTEwP0Sl8KBEISoE0zMRmStk0Rn/Mz03udGWnVVHKC/r4xxibCMiaChAauMyByhrqvM+v3IyqtyYGqt5iwMm6uT6YXxqwi6ZubpYOnpPOmpX9N9fYQSogOUwHp/0m0H2QzC2Ncx39WxkpG+mkOlP6mlCxZGRMpWZzISN8dG5sS+6LSd24CaCwAABAASURBVBfrF8ZbNjPHrIyrKQl408IL4Z2UsZHR/Zu8tuaOLlabFrDoqq8ebFLNtNitP4fQ9tokqzx53gPLPfDAj/NB3Sou1wGekslbNJgm6E8R8Ce3DQTnUrlVxqTcfSKBh6z7zPbx2/1u4+Cs3FDlpi23V+KRzKb7U2g+LdmlNNpXV+nGj2m1AXKzN81xBgcn6OuNkpWJn//Uzzk7EaL30sdcuPAVZzv7mLn0c/7xQpT+L8/SPdBLfygiAaBM3Lo+5eSsh4TFitNukJIJkP/SZfosFlJGnPHOzzh//jwdY2FioWFO/v37dEgA2XHqSy4Ir8vzCcb7RnF5g1w7dZa+jn7JHbDGLUtSgsfg9DRzczNMzkaYm5xkXoLOYChMPBrEPzVPsP8kVwYHuDYWlHOzgutnNpgkODUlx36Cssp/I/ZakJuOEpWAdXasn+neL/h0NMWUf46gTGj9/gD+MZkMX+9mLBVlWvjP+6eYCwdyPNOBGQLREPNzAeZkYjs7P89sIEFoYpQ5CY4D8wGCkuWbnZvP6RaNB5ifnWdu6CqDfVc4O7mgwsJ3llQsTEhs88+HCMXiYl+AaDiag8D4DPHgJJOiWyA4TWdnt7RXP7FYirh/gtnZWaYlgxoUPSLz0wxPzcmEfRSd4E/553M6xmNBmQwHmZuZFBvm8Ev9zHiQUDR1y3jJJGLEJCsyNT1H12dfMCQ2+yNB5qf9zAjEUuN88cVlhkfmJFsbIxqYRW2cmZwjkUhLCLBg0f34ll58P9huH57iAP2XBvp43EpK+ztP0zfcz+D4EJNXT3J2Lsz1c7/gwrV+RqSPhCJzDI2lKYqd5NMLA1w7/QXdEix1p8qoK3FiWAe4KosxPV2jDF27yuUPP6JfLqZx/1XOf3WBK73jEhBFCA2OEClzMXb6JBMDg0iCeyV1bqtbWAS4rTpXkYrHCPllvAUiJCX4CstiwrwEjvNS+iWtPdbVyXxsiOFxv4zFEKlEiMDMHAHp7/PBOAGxLzAzRSAcQ6YpN/thVoLZqIyZ6bk5IpEJzp65wtDwjMwHkiQjARmTU0zOR0lEe+jt6uLq1QnJBIaZF97z8zNyzYiRuOWikVN3S30ZpoHVZmKV67Jc5tnsloxnZP0ne8t1YbM88/R5DzwsD+SDulU8n5YL28xonLMfzPLrvx7n1/9hYt3wK6FRWCut4ioovpaLoMfL4Vd34P2Hv5tirDfGRH+MU7+aZZGPlot8dF9h8Xiz5XJeeqzwy//fRE7+avx/JecVZ/l5pVVYrNd9hcXjtZZKozJypfhsKV2uTuRrubT+TvuKq7CIo/uL/BfrVivf/08TTAzGGL4e5ctf+3N+UfrV8O9W/+k/T9NzMSyTy8wqvfgxrrbY8Ppc+HwFAoX4vE5s4g6ZJ+KPzTMyMsJg1wC9I8PM9veTjvfTeeYD/vDxGS7OmTiqCvF/cQb/bJKMuwhfQQGFXi+eokI8jl6mCquZmfNBVw+Z9LBk8kbpHuihd3CMoaEoY2MiDANs+ntSDw7Tvo7fsKYZ7bjOZz/5Z65NfMnf/NdzfPSf/jc+/eQjzg2NMD34B/73n/fSNTwugcZVuq9d4KPffsVE33v8/SdTnPyH/8BnX3zBJX+alKl63IC585z76gy/+nwIvwRp2WySKx/9lktXv+QLmcT+4XfnCcr0MEuEAZkMDlz6iIt9F/nVqWlmP/wnPh/+jPc+vMK5zz6js+Nj/v53g1z4m/8Xf7jUz1envuDcuU/4qKOPL//TP9PR/2v++ePLfHFphIBMJm9ocKNIM3HtEmff/w2npyclGB7ko59+wpWOK1y9fpWP//bn9H301/yi8xrnxwLMBDOSGYSEBF/X/9P/yknR6Zfvf8qXv/h7zpz+Z/6fv7zKtb/9X/jJ6VP806+/4Oxvfkn39U/4m0/HGf7i7/js8if83U+/4Ff/9BVDmaRYeEMNKaIDV+j65Gf8fGiaiekMydA0U5LNOfvpaT76h9/QlU1JNjOLJACZ773E1ZPv84eBMU79x58zIxmhtPC4bx/pPoYhX/dNwNZmrKbbnAZarqTpjhYnaWnNy90phqYTHKzpYKLsAKHhOJIiJ6MBzkQ/vZ3DGG4rE5ES7PYKnt5XRmFpIR4JDkKdH/Dxe/+ev//1h3wxvCAl2BmlwjZK3DlLZyRJKjnDUE8XgwELsax9zb/dlvUfzKXjb4F97nuyb5Bzv/uIwdFeJiNn+ezzK1w+8wkd1z/lN+dkFC7NvqXGmBr5it/+4gpT/T/jd2f7+fSXP+OrD3/G6YlUbowvoicHv2Lg7M95f2CIgZkkkWhWsnSQicwSHL/Atd4P+JufXWN0MkBaMn3pxDTzk2f55U87Get+j/OdPfRNrPd57pxJ2/ZL/92E/suM1dpq2xqWV/yx9MAql5zH0he3GC3XezyFVpr2etn/fAn7X1g/7HuumL3Hi9ZMe0BkKKgsLZVWeejxcth7vJj2p1fmrfVF5Q4Ky+w07vGy59kilN9SHnqssLTubvv7RD+Fu+Hp+Rzv51XHQlazQfH2iH/2in66vxSUXmGxTvcVFo/XWqrstqcLpQ2Kb/PB/hdutI/ouVZ+qoPC1/h3t3ERV9usoNROSZWD5gM+0alkBZ1KcvX7xdd3g9YnCimvc2Jw5+1RPZuVVfV0KoO+kjqVXJzWLLd2wTuGoaXizDKT3U2hTO5LzBEu2F/lGMPiw3J2H3+Ht99+kWfb6nE1vsZf/ssX8XSeof/KFSaErSFYiMzUlXOMTEWZnJ5hrv8cXcE50i8cI3u5C7PYibmjluzorEykphnqDtH03BEaDu7EKjzW9onjT7sYNw5woOlZ9hfOYiuuobyxiQZPlkTfFCXPtFNfX40nMsLkbB9XElbmonW0NXrxVLZR19jAzmoJKJcIDPROkrVaqRRdakq9GMY1rnSGGeuP43K6qNpRgxNDKAqoKPfga2jFYXdhDH3G70J1tE9cIySr/11xDxmjit3NhZhlh2hrcYBkD6d6pzESSVwtbVg6xymoLaO6rYEyCYiF6ZLPCMOSqR5PtvPcjjr21rlx2RDXZnOA24frwFNUdp1nZHxO2suJxw0Wa5Cu+XoaqnZzrMpDiTtO0G6jqmY3NRWFlFc2U11RgifpZ0YyHf7UNFOOFioLC2jaUU3NrlZaJNDXa/uCMkHGAxJghio43lZHQ4UFR3KA/r4BevvnsWYhLEG5w+3B4wozNzvNQNcMBIO4du/B7vKsI1Anv23AA8YdaIzaRhKznfgHu5kxd1N18QtGwnbmxyVQmh1izOrB6qvF6rezY0cxxSU6AtPSdxeZGhTsOsHxN3/Md197nidrE2SyA3x5fZhAaJRZyXgP9CawWDzUVcyRkX5md1fgXiTfRFlc7qK82sb5T75i5uKX0q+n6Iv5JAisZGeti9zlapH/7DjBoWtcliBsMlxLTXmh3EN2UFKzi7YGLy7BMwX0Y6tqpKCoHK8s1FwOWcjI+HW7rGSCo0z0XuPajJ14Kgo2GzZXAe5EhMzIJS5mEoyHqynwFlLksyqrxwfE2XfqZ4+PI/KWPgoeMB8FI+6HDYbc+e0uC4XldsobnBuCikYnlU2uDdGqTKVVHrq/HCqbnDIJW5l3aa0Dh8fE4bZQUm2n6oYOFRu0Y1G20issHi8tV6qvaHRRvdNNhei6FHfpvupWuWNlO5bibXS/Qtqgull0aLhdRoXUVYpvKkTPDfMXHlXKX+TcjUdZvTPXJk6PhcIKOxWbbI/iKntu4cFqNe7HENgWPA0TmXQZrHmVNSsr8JYKKopqaKupwFW1n+bkKMHsFL191zj/+Vm+On2NsdlhemVyeH1UJvOh7I3Je1qCjrBkkyQwqt7JiWdKaCwJcOFKCrPtCcoKiqnbVUlRhYv09Cyms4yahnoa6ssp9DkxWLZlQH/Doo9p3XrGToEtSbHZx+Werxg3ysAmwYrDia/IgVMWm2Yk0OwdnCJAIS6rC190TiZrBm6fHYvTg9PpxGU3MZcwdpQ4SUXnGe3spX8iIrZUUFMkkYsZJ4QVi9eJwzHD8GhGVvFNrI4iyj122krmGK86jLemhTJLGkc0LBkSU2Q5wObD7SqkusSOx5FhLpYlVeClrNpHbGKEoZ5hxmcj3LoVUGjP4Mr0cKnrGlf6hQ3zzE52ca1viOG5DJlQlKgrRTCcITs/R2xeAqrZDI2VMUZGO+mQLGQ47aVEGt7ucGO3W2We6sJhs4p/XDjLCmBmlmTcgd0pdeIXh8uFy2Ly9ebAZ0/jyo5z+VovQ7MpohKoRyJhQukU4UiI+bgdR2SM8ekwcXFVoS+DP5wi7vFgCC/ja2b3fE8f0Q7Np0glMvec97ZgKP5OJrJkVzPf2US1xUF9UZJMTTFdnU727t3LC0ft2K1R+qZsuMuqaH5mD6mRaQptIeLhCb74zScyxj/kwmScqLWIgpJKyooLKTDCMHSKmaqjVB16jZ0uB47R68xbC/BVP8GB4mmcxhyBJJveUqkUyVgYVzrIjKcWhywy2eQ4Y5i4PQbO1BgTAYPglJ+oBHMJbwkl0RkS8Qx2CdJsLjc2h/Rnh+WWMZ6VRZVUKkbEmSYwk8UWHmfKP0X/eIC5mSBZM0IkOC88raRifkKxefxGGaXRKVLxlCycWHKPNm7awG3EIBlLk5LFQVmv20Za51XNe2BlD5grV+drDQNMi5G7wNmdJnbX+sEhQZXCRmiVRmkVdH85aL3Ta1lRL5vDzOluWpDzFhwSRCynf1DHqqNDguPV5KluGuSsdn6z9Xfyk/JW+VpuBnI2SlvflYf0I20Ti/Qrm0y474p/lz6n7WyxmhjCj8dwMwwDwzSw2hfK211QRmVVCTU1DkynF1/7M+wqLmdPSw3NeyWYaz3I0RaZ9B3cRbVMBusrKql0OXE4bVgsNhwODw0H2qirraS4qJCC5mZqDBNP/X5ad7Vw+GAbrQeO0FjexoHGatqOHaRlVzvtDVXsba+gdv+TNNdVUeyyYzO4fZM6+WDo1y1nrVRUFrN3fw1Oh4uG3TvYsbeNivIyPDK5K2w+wN4yJ776o7S1PcOLB/fxzP4m6uvrqCqyUt3cSElJCUZ4lqn+y1y+tAADyVJcxbU0VVVR0Pg0z4huTx3fT9v+VprqKqmpK6ewtY06h5XipgbKyiqpK66gZd8+Du2uxl17mP3tuznc3ki9BMRVJQ5q5bjQVUztzt20HjpIa2MNDQ1llOw8wq6qcqokEKyua2Kva4we0eOqwOVL0yRMDw3tVThsDuxWD437WqipraOutpbWw7vweappPniMfZLJ29dcSb341O0tpuXJvVQUFlAmwXLFrsPsqNvLU/V2itqfpFkyGDsaKiU7eIi61mM8K3o272igoqiWhuoy4W2SDI7Te/kKC3oMMZdxUd7eTJnHTcNTTwnOfvaKLUee2kPrkT3UmV5p6zqKi0tkca5Z6o7Q1lhPY2OJtI2V25rulnbc3IH2C4lZua9C2Oi8wnxOAAAQAElEQVT2AOgWnbtYLhdpFFDVuJd9B/awq7kMd5P0F+n7ew/tZ0dDG40lVbTuraJizxHZL6C2sZHKunpKXQ5ZBHBjN6tlzBRRUmzHLX29et8TVFuraN+/j+bWo7TJeN/TWkXRzj3UF+zMXTfKil23BFHLVVrrscVZQHHtLg4dO0x1/TGOtO1mf2sj1ZXlVIqMqt37KHY10FBbKouiTZTWH+L4gSYaGxrlvJtKGbulVaVYJBgbvnqZToFrV68zOJ0kW7yTXfufYF9lEbtbasU+H67iaipanuCw9O2nD9RT5KuRa0w5NTsbKaw7wgsHm9jR1EhZkQeX1VirGY8Eni6qKeiTH4+EQXkjHmsPmI+19Xnj8x54FDwgK9qPghkbscGQGa8hgZ1OgG+nr5JJWwWNTS4snkIKj77J/so9HNtTRW17C0UyqTpY76Lm+efY/eRbvPLCm7z76rM889ReqsrbObrvCK++eoj2neUUlJZSsmcvOwwP+5/aR01FMY6CRsp3v8ArTx/mqTILO/fvprqihdaaOp56bheNhw9RZLdLDux2zXI1Bqysu4GvqpZdT53gaPtzvHioir1H26msrsZtK8ZbdYQ3XznIgRPf5bmDT/LyE3s49sJRdrfupqHAStOeVioqK7DHwwSnRxgZXoDxeCXVLQd54eXn2Xf8m7y50077E09x4OBRDsvkb2dzDQV7TvBMnZtaCfSqKiupKKihsOVpTtQZeFy17JbA7bDY29LUQEOxg6Yjhyjxeiioa6flwFM8t2+H+KsSZ8lBnjh2iKdeep2jR5/k6bJ5Jm/oMTI8Q9pbTdOxFznWto9DO4toefpp9h9+kZeffYpX3zpCWeMhju17jueF3xPH2tlzeB8tMsEtPHSCJ/Yc48RTu9l95CjVzcd4pcVB6ZFXaK8upa2lnurWw9TUHOTVEwdpP9hKTXEzLRK0Nu+wkY6LHiMjjOZ0mSRoL6f88AlelQDuhT96jT2HXuJJafeXTjzBU688zz7Jeu578hjtu+qobRb/HjjOC/ub2d9SgUeCf5ZtutqvE0TuwZi0u0zcPitWm7lMyuNzaNMFGxknq1nsbWynofUQ+ypK2fvcYUokYLOW7KOp8QjHd9fRtqcYw94kfauFGun7O9ul77zwJPsOHqe9bCcHdpdSXmHHU11Lw/E3aKw9wdONbgnyHVTsaKbt+adp3LOPBomui1uepKyqTrLorGnTvrBaN3AXlVO/T/R4+jnRo4UjRw6y/+hhmuvrqSnxUinXql0VzRyUBY5mCfiqK1p54oVjtMp4aSjxUN9UT1V9HY5EkNnREcYERkfHmc368DQ8wZN7nuKZtnL2PSU0LU0SpLbScuxlju1+hnde2i8yGmjc2c6egwdpamjlyRNPiq+kvrRQrjHc222Lc7NIECvNi3GHfrbFTcirl/fATQ88vneLmy7I7+Q9sE09IDMGnThsU+3zat9nD7hK6mh+4g3eeGsBXjhYT32x7T5LXYG91Yu7oo1nRI/XBN5462kO766meAXU+1pl9eAs283Tb7wugeMb4pdnONpeS8k9EirDMfc4bTqVzZX3iO1jzSYXIG9TD6juCtov7o8JLtyFzex/9Q1OCLzy6gsyruood9wfaY8qV6vdxGo1MYx8VMdD3vLiN+8Bc/Ms8hzyHsh74KF4QO5B+fvQQ/F8XmjeA7d5QIYjFouB1WZgSkl+25QH9Ld00XCaVDLDdly80uyPgvaLTTkiT5z3QN4DeQ+s0QOPSVC3Rm+sgJa97TmarKzCZnL/MymbTpHOyLEsxWVkSS4VT5CMBggFAwQFwuEoCbkhrcB2m1WliYSC+Cf9pDakeZrA7BzzswHSq9Bn0hmC0wEyqSUYqRjpuVFG5zLENyZ4FWmPWHV+1vCINWjenO3oAbkNkJIs3eL/vbonNkg0k5V7zD3htc2YGDI7cbhM9PG47bh4pTrnL83bo9Pp7+kUtoe2eS3zHljdA3LZXP1k/sxKHkgyOzfLJ5/0EZ85z+nzffQOTzM7O03n9RGy6SSp2Yv0DE0y7E9LAKi3+pX4PLy6TDJJMhYnmUjmglKSadLJOIlUhnQqRTqRIJpYDK7SpBJBJgeH6L7SRyARJykTjbTw0P9zk8mkyQhtRKKuTHKA3u5BBocC3BrLRpjo62dAzs1J4CvxW874TCKW0yGVTovMKP5AUCZFSTQ4jkXjxAMTJEZPcno4zGQoRSoZYmpihKtXByRY5rbV26ws7aZjkZwdSbVFdE2JjIRMtFJib1oC77u2Rk6z7fGVSWfFJxnpc9tD37yWeQ886h7QzIwpWTrTvEfT+cc8MtA3+xrGPfLlo9758vZt3APSxQxDvjbOYdtTamIiEAhIQiJIQuaA296gx9SAfFC3SsPnJv/yZWAsw0gRkqzVpUvjpOa7GOrupKNviOsjUwyPzGJaHdjTo8wGEwRjttzjOMsYPOTDNGNdXYwMdDEwOkLn1R7mek9ybWwa//wYYyMjdHf14x++SsdUgrGeLkbH+ukfHafvah8jl88zKQHdZG8XkyNXGZoeoqtnmvkZv2QvhxgcHGdsPCLB4lIz4wRGBxntvU7/+DAXu2aY6e9gZHqcwYFhxvr7mAqNc3V4jqnuDibGr3N9aJiunpHc/yG62DfGcOc1RieH6J2YoLd3jKRk7qR5bgpJR+YJDF7j+vQsE/4o0z1XGO67SOfwEJfPXmJispPOoVmmA0J4k2p770gMSw4kyN7elmxMezU7I1mM6dE4g50Rei+H7x9cEt4KS2RsVt7sRIKw9MfpscTXequMRdioLKW/G+1acNbKQ3kpLMVffrz03Fr270R/KfS1v9bCaxFnKU/dV1g8p+XyY61bhDudu4EzcDVCNJQmJjAxGKNXaRT0/GKp+2uE4a4oc3IN1n6+sRGyvanU7lg0QyKWYWYkJveA8IZgqHNjdMNL6DbCY7Q3QsCfJCJjfCmvje4v6rBYbpTPIp3yUVg8XlquVr8UZ3FfcYc6Fnyc29+k327yFZ7KV2GxTsvp4ZiMsxShuSSj3ZEN9Qnlk4PrYSYHoui/D9neo+XeaJ+VQZeRxe97wy3P5WF4IB/UreZ1iRiyMmHUTr4aitaXOWME5qbpHvMTyZpYnR7cHhcupxuHw4HNupVcLEaRovvMBfokWOsd7OWrjz6m/8KvOTsxz9z0VXok8Dp7bYjQ6Ck+65jgq8/O0z88xpxk84ISuI18/AGDkgEbPH9a6D7gUt9lzvQGSIXmiWdTpLIWCYNNblv0SsZIRqcYmx7k45NddH/6Ptf6e+no7GPwegfj0Qmu9swxfPpT+ge/5Jycu3R9XoKWjEx85wldPyuB5TBDcQmyxc+mCbLHwpYmMj3K4FdfcC2clIxfnPELn9F19XPODw7w5W8+ZGTuImeujTMyEV8geQS+Dc0ICOhjSo+AORswISuZ5SxjvTGufxXi6qnAfYMrJwNc+nwD/IVuNb0mh+Iy6Usx3h+7qbfKuPxFgCubsCVHewe5G7ZliU5Leeh+TuaS82qH1q9m+93ql/Nbin9ZbFs3b6VZot+KPhacpXKW7uf0ucN5xb12Jphrz7npJAMdEVRH9cPVUwFy9EvkK/7doPtiiKmROOmkXrc3MDy2OYnef3WynYimmZCJd/+VAOuGywF6zwudlOumVXlC13fpLjwEp19B8ZeABg0alIck+MidV5ylsAT3rrop3cUbdmgpOq1Io3h6TstFWE2O4imv5eeFbkDPLa9f7Vhwey8s6JYr5Tin2yIfKXPHSq/7Crp/J1Ac0U3bLsdTj2/gT/ZHiEqgHJxNMtQRXH+fuMFHdRoQvuO9YVmISSHxzDYfMZtT35RJVVFREYWFhdhsts0xy1M/NA/I1Pihyd7ygnXBIiU31DvdUi31T9HstVAavs7V2JY3aUFBWwne0lYai4tpyswwaeyhta2OCtOP6TSx79lH1d5GPFMX6Q1UUehtor3Mh744T4O1bCade6w0NjZDNhKj7HArtTubKfIV4nF5cUowa1/es9zlFFW30tJQQ7V9jKH+OUKSHbT6CvA17aG8sIZ6N9jMJKlEGqvFisfnxGK1UdG8L/f/dnzCP2O6cLkcOOxZVJcFgyLMR+IMTpdzrLmO3c3FFIg8X0ENdY1VVBWVU9XSQJXTiTu7QPEofMs1WPxjYJjGo2DO+m2QtpSuSNVON7uOFbLn2eL7Bm1PF9H6xAZkHF9dp4pGFwWlVqqaXTf13i12qKy9d6C7m5052jvQtz21YEv7M6vrdjcZS3nsfa6YnMwb/le+u58oov3p4pt23Y3f8vNL+S0/1/Zk8fp5iz+W8mx/pog9S+xvF93V7+1L6pbKzdEKj6V1y/fVJ75SG4XlDhr3+FB+i30mRy8yltPc6bjlcCGltU6yPJ7j25QFq0IZHy6fhZYDXp54uXjdcOSlYvYfL+DIifXTqryjIvPQi0V35vGK8FYQXKVZhAPHC6ludFJSZeeonD/yUlGufEL2c7AMf4FOeK1Qf0TsOCh6qD66r7AivvJ+VXhouQgr8FPaw8Lv0Imi232qdMpjFTqlXQrK5+DzhahNB58r5PAiz0U+Wi7y0n2FxePVSsFR3bTtDghPtXtR5q5DXorKbVTUOjj4fBGL9Rsple/uYz7c0sey6ez670GPGIVhGI+YRY+fOebjZ/LaLM5Ili6dzJBMZO5KULCjnZY9h9jvuSvq1kAIDjPQ+TGnB4fo8+5jh2hlE6CmDU86TuqL33Pxw2HMPU/RVtTD0MAXfHx9gKmMITcoZOXzI850TOP3lIEjw+AHv+PU7z6nZz5LYLaHyfE+hmdXe8zRgsUsZF+rg4zVRBbbSJvgVPkCFhdMDYwTmAniKPJKzdKPBWsiQHL6OqcH5omlFtvGQ7HXTmNZPx98/Bm//ew6Q5MhFs8u5ZDff3Q8YBgGdoeBp8BKUZmd4krHfYOyGieVTc57yt/ptWJzWGRCYbvJVwO9MpnI33dbcpPNjfsr549VeJRUOagQX5VWb5z/newvq3NSWrM53mXSniVL9CuRvlOqdaL7nWTf6VxRhR2704LdbeIttqIyNtNnCiRAdPmsubdp8hhvNoeJ+qJU2ny9UCYT/9oWF2V1jlyfWS+94lc2ONkIj+IKm4xtC/qylzLpazqutVSe6wW1o0rGW5n4oLzesSl7FmVXiF1q2+LxRkvlU928MCa1rKhf2N8ov0W6SrG3dpeLmp1O1O7Fel04scvis1PGWUmlfcPtusivsNSO02vBtBpsq+0+KXu3p9Puk9g823vkAfMe8Xnk2JiS/bDKzUQvHrcOdQflZRV88912nNXPs2dHCfVVpdQ17OLpQxoeCXbhE7Q2VUiQsUXd4iyhrLqNw4eP8vwrT1D77HO0uNx4Xc00tx/huRPPsPvoCY7XF3P4xZc4cvRFXnruWV77/mvseu57PL/7CG/80Td56oV3eaLtWV45vo+Wfa1Uups5dESC2/YiLPOdnPnoWARjBQAAEABJREFUAz4W+OijbtIVNdQf2kdtQRXPHD9Aw/Pf5pknn+H4gZ3sqK2k0F3B8eNtlDS10bx7HzVeJ+lYhszub/Pubjtluw8K3k6ebm3h8DOHaXJOcP3LT/gsx/80HRNZCp5+m+f3iF2tVex56QS79z/L3soGnnznecocezi0t4oauSlu0VZZt1qpRJZ4VLKmqcdzhTErOYyM2L648GKRm/J9A5uB1WZyL/mbcvXVLKsh5SJfa06OcU/lLPK+WaoMSaXfPN6I3+7CQ+2wCM6mZKyiV473KufWLG8l3VaqW6ccWWdAwZQsk9q/mT6jL0JK6jVw8c1SPGabXNaSco3T3w2bFlhz2y5pM+0rNunrWm6UXmk3wsOUOYS2mHmzLxhon9iMHkqv+ihshM9SGuWhsLRuI/vKQ/2jtFrqse5vFpSP8lNQu2/yE38ahoEh/r1Zt6TN110n/LStDIPHfjOMvBO2eyeQ6cRtJuQrxAPat00Z7FbJJsnhko8Ft9tNy64yrN46yoqc+Fx2qSugoqJwAc9RTUmhmwL3wuHW+dYBa6F+/z52te1jZ00tTQ3luGvrKbJasZs+ikqrqNvZREXDDmo9Fsrqm6mp3UlLYz07dzdRVLubxsp6WiWIq5Nz1SV1NO+opby2Ep+9iMrqGoFyCgu8FBSXUJyDMmoapL6yHJ/DQ01dGe7qVmqra6mvKKbI68Fuc1NbV0ppUzt1Ow7QtrOZnY21OEpaaSmx4C6poMhXRE1pCZX1jZQXFub4F+X4F1JYVk5x9S52VldSX1lIxY5GSipqKXMXyEpfHW5LGRXlHrxe69Zpjk1qYpigfRRjk4y2LbmBITd2vSFvax8Y27YB8orfRw8s9G0wjMeng2iWQAHdxOyc6VLq4XaEnP4SnG5H3fM65z2Q98D284BMC7ef0g9C49x1WL5u3mAehNB7KEN/ZK6/Cbz9179WGvc2U11devORx42LXYXS6sFT2kjrgcPsFzhwoIW6Uh+uVdCXVrtLqyVYq6GxqZGW1rqcjrfd000bpquKpvb97M3xb5OgswLfUkaPwb5FVid1FTMX2D0G9i43USdMarvNYaLl8vP547wHHrQH9GULCvdCbi5T4bQ8Fn1b77OBQIDZ2VlisdhN9+k1zjSRwJZttxmiN7fdvLadGXmFHyMPGIYhU8ZsDh4jsx8pU/Wy80gZdM+MuRHQ5QKje8b0wTAS1UmnQR/fWWmCYbFbMK3mg1FmvVIsDpwuF06HDUmUrpc6j79VPfCg9ZKOn5HBm5aBkE5n0P1sNiM3K1FEzsk3Ok6Q71wp5xRnKW46ESWRTJFS+hyftIyrtPASKqnLLZwoI4HsDZ45AbKfFX5KH4snhV5ukoJz20cFL8JtJ9dQkU6KPpll/z5kDXRrQMncsG8NqGtDEZ+kEwnSUqrJtxFlU2KL+nfZ2Wxa/C02prNkM2n0Z7TLMG5jta4KaadsJkUyJfzXRbgCsiqm9mWEl+6vgLKeKum+q17D18NnK+OmZVxpEKcwPj5Of38/fr8/1xeSySTRaDTX/jJMbzMjKw7KCL3yWBi3WcHNIk2Qw/261MaQ+kV8LfUH15kkiXiCpIzxtNQt8EmL7AwZIc5IOyrkmIkCykVGvhwKLzmfFfp4NCbXCKFRfnJma3wyZKVPJ/QlbwtKbw218lrkPZD3wH33wBad2d93u+8qQBYsMEwDyzaMLHRxUFd5FdQG8lveA4+VB2Qmk04RDgWZn58XCBAMhEnGIiQlWMmkZBKmk0Gd0AteUhZAsvEY0VBgATccJZGOMd19jp6hScang4RyfOYJBOYJx9KkgxHiMuGMiF+zMsHTCaiWyORQIR0LMtt/mgudA0zOxySwE8RlHxFPWoIJmX8tO7PGw+Ao07MhZqNrxF8HWnguTDxy7/79hwZ08zJhn5fALrmSHolpmcwHmAlkuOV0coZAMMBsIEY64mdaHK6B3S04mzlIh4iFphieSJGWwHEzrDQro9dbzRobehHeFDOkP6YI+iXoiEsH3SSvrUquAdy1a9fo7e2lpqaGeDzO9LT2BT8joyN0dXdJ5i4uIdXtFsRCIQI3x2VAxmWScCQp7ZgRIAc6JhfGZpJ4NERQ8AOBEBEZw9ngEN3X+xkYnmY+EJSxP38DQsSSccERfkH1vV5PkjKGs2Rk0GZkjKcTcTLhITrPXqB7yM+88Ltdw4dUI9euZHicgdEEcQnsHpIWebF5D+Q98BA8kA/qHoLT8yLzHsh7YPMeyMpKekImvPr/ipKx5UvlMhGjn+6uATo7AqSC00x/+p/4Ykz/59RvuHjhNF/19BO88vf87aUUPZ+fZmBshElkLT44SeTiL/giVknSZsNpTRMfH2Xi9Bd0SgCXEJzJCz/n/Fefcmk6IUHBMJ/+5/fomvRz/dSnXDz1GZdDMUau9+Hy+Dn/0R/ovNTJ8mDGkKuvaTUka87tm04ekwmigQhJsTOZTEtQGiMpk96UBKbEI8QGPuZC/zDX/UlS8SjBcApRj5RkHpKxmOAmcpmtW5inkiRjUUIxwdUTiZhkQ2QCO9LN5MVP+V1fRCbHEeZlAhyVQDcjk9e44AeiSTJSJhIp0Ud8pHzCQaIyaczEO7h84QoXL00RlyA1m00SC0ZIJNIyCYZMKkV4corO3/2CAQm0wyp3EXIKi8wZoe8e4NpwhKwE3EkJsKOJDOlQH5OTEwyMJ0mE54lo9iaelQm28BU/pOVY5UVVnvgooyA+ikcjBMR3CfGdZnMyEgkK+qLUhTKdICET+6HBK3x4dY6E0EQiUpfMkJkZwn/hD/y6J8Kc6JGRSX5cfBqR/rZAfP+/nR4L3iI7+njx/Zf2cCQUFBRQWlrK8PAwkUgEPZ6YmOD06dPMz81TXlYtC6u2FZXLAsFrHQxevkIvUQnirvKTf77K4OAlzp85wx9+e0mCvmF+/x9+Q8/Uec5eGZJrQRCyMQke+3nvF9dzfdnnsWNm5gS3k/ffnyQUkkAu0sk50eE3H/WRSoTg2t/wkzNjXOm+wpXLZ3nv8wHS81fpi1UQ6/49nVJ3blToVtR05crFfh6R/pWWfpWR/qVBbVT6H8kIofBCX0Qygjq+A4vju+NzGWsdnJtIyPjOkI1FCEq/1QUrxU2GxhkfusCvzs0yLzQ3pctYy0p2X68pCVnYyqSGGOq5yEcfDuX8oFfMm7j5ncfSA4ZhPJZ2P0pGy7TiUTLn3tki1z8igRQD14Jc/myWy5+uET6Z5dJHgivlmmkWeX/iF1o/l5fSyv4lgTXzEtxrJ+UGNZUgMJ2k/5LoL3Wr8tBzHy/TV+s+WqbHoo4bKC99LHYpCN/ldui5iyLrkuqwVt7CJ4cv5U1+sn9J+NziuzXyy/lG6G/yWk4n5xblXVI7BG7iLjl3s245/Y3jq59Lu8wkmZWbcd9laRetXwf9cv7dXwWYHomS2WyG4d4NmwfLSe4/FgmKHE4TLb8WnjuB06XTFFMCCwdOu0l6bpxAPMWUf5CBwV56ewYYHrhCT88YoelOuq+e5OzlTvpk3FtsMYav9stkKYPh9OCwWrFKAJH2eLBZR5mSYGFkPEF4YJh0cpiJ6x30DA/Q19NLf+8kQ9MZibviWBwW4qEYiUj8a/UW90TN3D1UysWqhTKDf3iIq59/woAEOx9+dp1Lf/g5Vy+do2dykvnJc3xwcpiRkT7885309HZz6WwH02Of8+mVOTo//RVXr1zK2ZFaynu+m/6+bs5f6Way83ecGhnko08u03utn8DMuGQrppmSyWEq0kdH/wRj3V/R2/kFP/2yg5Hf/w2f9Fzn81MX6b3eyXRokoG+Ps7++iP6/UOMzweFPk44MEPX6Q8ZnOrnq6+ucO2Lj+m+dpoz4zNMDswQkaDw5tQ3ExbfdHHyoyuMDvUxI1mUSdFp+OrnXJie4drHpxicGGFGAqrgzAwz3Zfpi09y7qsupoYuMjzax+nzI3Sd+Uj8PcjZM1foPPlbrl7+jFN9oyR7PubCeIQ+8cXQcC/jNwWLl2VC23XlGtcudTEr/WI6mCA0PcRE/0d8JYHClb5ZEoFpJiMpUtOXuNo1yDXhM9F7hu5ZpE8Jj/v8sVgMLDYDwzB4VDe73U6hvvRKgruOjg5mpJ1jEtxohs3t9uDzFmC1WFY0366P6csZU27WWbcDhy3M9HSY2MwooYFeBiTLd22ii+tnhumTAHGg5wqXPj/L6UvjBKxOrHPX6J0KMZOy4fRYcTizRCMOnE4HmfEQ2alBoulRrgZS+AcmuC79f6Srg/6eHq5Kv0ylwkSzdoxkgIQsqoSTa59OJUTH0atf8snoHAMjIaYvfsgFGd9fjYwT8nfy6R8GGOv7gnMdg1zpmmZ2+Ap9He/z2wuzzIxPMi9Zyrn5CeaGL/LB+SnGL/2ei93n+ehMB+e+7GTWP8JEMIXGh+Ki3CebkuvQdB9DI6f5/ckeugcmJZCeZ2oqllsMyiE9sl+rG6Z9LQerozwWZwzDeKSvNY9FI4qRa78KCfLj9MkNcpksZwUycmXMrQDrKvDdQFbAEtGUrJynZdFsfZCKZ1DajPC4KW/p/t1ky/mUrPglo2k0i6E2ZGR5+hZ+gnOTt+4r/0XQY4GUrLAnhMcd6QTvFj53OE5E0jl/ZFfAScbSkjlIsy5Zi/pqeYNnTmfhtS4+N2hzdizhlTtefk7PC6i+aVlZvYkjdTmZWi6lWWlfsgU6G8xKFiar7aI4SrcIerweEB5Z6Z/a1o/T2Fy0VW5BmKaJ3WVBM16L9bnSMLHZrNjtDuw2BSsmukWZTRVK5m6e9PwQ12PVlAUGc89qWZxu3D4PnoJinNX72FvtISNBxqx/lrhMPu0CNocDy8xVJlJ2pueSRPuvMBObIllVzJxMIoOpOGGbh/BElGwyLNmGDGVNTZRWV9yQrzrcDRJM+4N09YWwywRzXoLFicF+5iNhkokgoaEOBtIOshYTS7SPkdFOzvVP45cJ8ZyMNb9M+iKSVcvaLLf8LjU+dp3B/k46x6aYnZ0jHJdANzDMUF8/Q+PzJCVwtTjtWKxZIhqIzgwwNzNMz0xG/HCRkWiW6akpQlPdMnnu5XLHEKOXOpiIJ4hbHTL5TkjWcojzJ6VOsi0zc9MMD4wwNjpD1mFH4luZNCyxXf/n5MQlrszaSRl2oU8RmBqh9+JlRiSom54J3QwCDckwGNEg/pSVzHQvozLB7p8aYjg4zIVTnblsnn8uyPz4FKH5OSIizO4KMTY0QE/PhNgb45afEc9cY3gmwGTCIcGAhUw6zlTPVQkUr9I9PM6YLIhZrOI/p424BJA9sgjQJ7zn54PIusASI+7fbiqVJSn3hIyM8fsn5eFyTspCSUyCOMMwZJFihJRkdSsqKtDsndZbLVaMVVS02mzomHTkxqUdaS6EDcwGsVojxI0IfefGcDWmmIpCNOPC5fXh8/hwO4tpP7SbCucME9PTDMyDwyH8bA4po4wO+IlIsG8YE3zVm2B02kF5Yg0TO90AABAASURBVJCx2QgTcwkqMpPMyHU8EvATdu2guLyG2oLVNL3dgMBMkJHeKdISmNplwSkl4yoYDksQGSA5co6POqcYHpvGHwwzNT7OSPcl+sa7udwdJBoDi9ieCfvxXz/PV/qI+OQ0gZGrDEofHdTA1G7FWCY2LeMn0HeBjpEhLnSNMTUXleumjHeL45brxDKy/OFj5oGsLJI8Zibfau42PzK3uf73TX29OTi9Fmpb3Ow+6mP3E2uH1sNeoRFYB43ybz3qpfXI7XLajt1ep/grgvDYsc+Dr8SKt8hKfavoL3rcicdt58Te1iNesWEdckXGivpI/U1eK9khsnaLzrfpIHSr8dP62/CVj+p8FzqlXQ638VqBx00cbR/RdymPm+dWoFuKt0v6hbZJYZntZrvo+bXSK+5S2LHXQ3GVA7Sz8vhtmofTG5DMrVjxRze3uUQospME2UGJ3UmNN86k7zh7syOkslZc5XVUlRbhk9lQ0l3PngNVxAa6GR8eJYRuWbLZBDPXR0jIBNHnSWOJ9NI5HiZ79Emc/gDeqkIcdWVkJ2fJZtIkYtLW+2Ty2FiFRVmsCTIS5FhJmIW4rAUUu8Hiq6aovJIKuSYRimAtcsjEzi5Zgiix2ByzyZQEQCXUVrpwFjdQWl5BleDYlshLxiLEZCIYEdy4rYH6wmKaq7JEJLs2JkFkSoLArEyyU85SfBLcuSwZ7A4XxSU1FBd5KCisoaRQAl9mCc4M0T8RRqIOooYd8SxGJiQTzgCz/rQEVjFcxQWYTh/ZpIVCh4lVlLmlq6YSZCNzJCQbg9WJYWQkaI1Jti9MTIInS1VtbgJulUUmI5PFV1QERgWt1UlmRMZ8LEtldUrkpUReFFdJGd6Ceop9NdTvrMazcy++iTNMJ53gqKDSwtdbZJ6UxSTj8GLKAkAmHWW0bwB/KIH+ZjIliysWmRhn4nHxT4CI+C2ctpEWPqVuMLj/mwZzaVkIehQXbVISvIUliNHf1Gl2TsexPnrp8XioqalBA7u5uTlikgHLrHOSmZhOSXP7cDeVkezJsv8Nt2TNM6Qpoay2ippKB5mwQXHLUVoc4/jHh7g2lmRhy0K4h17JcoUcBfisGSavDNIXKeVQRYKkpxKsJRx2ztGXgHgsRrrkIDW1O9hRvMBhLd/xlIVo3EaZLD44HdKbLOWUlFZRW+7AjM4ynQoyG/VRWODEmpmXTPYE8ymTqCy2YDUxjCzJSIRQYJZI1E/ArKbYksEr2caUuwCLYV+mhuKHmO7pYiSQkT4eJYXKtWCVa1pKxlduEC+jenwOjcfH1DVYquNxDWh5lC3oAXML6rQlVDJMA4fLpKDUKjcCO+W1jjVD7S4XlY3O5fh3Pa4SmtoW113x7qSLyq1pduJwWwRMCstt3Al/pXOVDQ4JZkWPurXbvBKfxTq1qappZX9U73BS0yyy1uHfRb5LS9W5Zufm+SzludJ+tfhWfbzSubvVldXYsUuf0rYplMDubvh3O19cYcPtM1nl6SQetS2RSJDJZJaYJRMwmYnkJr26u+TMwq4VqyzfW21ywzZNTIcbh+nH5immqmoXbTvaqK/dSa0lSMwxzfUrn/PxL37HR5+cZWTiAicvfkV31EXaUoDbYsEik3xrNkznRDUtLQf45mtN7JH+0NftxF1/gNqdLTS3NVBZYscWj+Ao2UXr3laqiz1Isy+otKZvFxWuFA2uK5y68gED1kaJecpEByvOQg++uhJmvzzF9b4Zoq4d1BTXsCMbwjAzgic2Ox3SJywgQWUqEUMzHgq2mloKikrxRtPYMLF4ppmI+nAYNgq8GSJGgmB3P9PRLOI4sdeF1ebAJZkE0+HBYTGx24VSMkgWAWepj5QZJ55wkY1OSWAVJpyq5Wi7QVxoEtYyqkuseI1hzlzulkyfJ/f0Qjp+QyfTRbK8laKeTxi+3sdcyKS8soTm5gJCkglN2i3YnF6ykRiR2VkyVjtOE7x767CUNlNqbeFgcT2H2gyiNpOE1YVpd2O3WrHgBKOZ8rkLWMrdJItLWOqLeEUbztAk0evnGBj1Y9jjBNIS0Gft4psEcVuCtDVFqKuPVP0OXMLXHc/KOSumsNb5MPd5s0sg7PRYsYht91nUA2Ovk0UN6AKBAAMDAwwODubGdHt7O08++WRuX39XVlhYSHFJEYHQLJlsCsNYWUVT29pmw4qBIf3Y7bIRjnlxFDbQeGA3NfurObSjlsIQpPovcu3Ue/z8/d/zSec4XadOcuHqpPQ1E58ET6bQO8Xn5nAHNOyn/sSf8tTuPez0n2HQK/xalVcr7VWNFBfamYy5Kd+5j91N5ZT5rKxnKylIUlE0zedfXuTTc8PMRDOYaouvDGfTQQ5mA7hlPFqkXyYtNpLpAipEgIwE0l6IzfqJxtKYTc0UheI4JINtbWjFa0ZJX/uSDrk2GI6s9Pk4cUntxaJRWQtKMh12UeJLYsvGSaQspFIxiHQxF8nwCCeEudMml0lWv4fcifLRO2cYxqNn1GNmkdwiHzOL12puFta5QLhWznm8x9gD6WSWRCxDSsrV3bCeMwaGYayHYFviptNpvvjiC8bHx9F9NUKtVjAtcrTilayFtvYd7NtXgK2gksrX/4oXm17g7WdbaH3mSSp3PcXL7QW0/OCHPPnOv+XHP/gr/urP/5hvffMEzQ3P8cZzb/Pnf/EmzxxuorymjupnT3DALOKFb75MS1MNntKD1B/7ET/65lu8W2fj8IvHhe4Yx3bt4Rvff4p9r75BpdOFXdRb38egRALOo+/+S9589of8i1d38twbz9G0cxcFjmqKmt/hL3/8Bid++D/z/Ze+w5+9+SJv//G7PHnsOO2yiLPv2adpatqBZWaA7lM/4b2fL8Dvewop3vUS3/nOyxw6doQmRx1HnnueV4X22de+w9H9b/Anr+6hyVfJ8SelPP4dWg++xg+OllPxxl/xQmMJTz51lJ3Hv8+BY9/lx996me/8D/9nXt7xJK899yLPv3yU9tYmDn7zL3nzuRO8dKCetmde4uCrf8qP33mVH/zP/5Z9sV66Pv7Fgk6/P8MXY/W886Pv8cK3/oo/fvM53nntSVpO/Bk/PHGMl47ulEzcUxx94igvvX2Ewr0neK3SwOfex3PPHeKJwzX4Kpo4/M1/xVvHX+SlA7W0Hj9Cw76DtGQl85KcYTZ5iMbqUgpT17j6+YIf1B8fdvioP/oab/7wX/Ham3/Of//2ft750R/z3Ft/yb94+1XeeulJSvdI+7+1j10tr/Dma2/w9rsv0r6vlTILaL8jv63LA1m5oeriQk9PD/rGSw3uduzYQVtbGwUFBZSWllJSUoJm8PSlKW2726irrcEuQdtqgrz79rLj4AF248ZqPcyP/uwwx/7F67S3H+J4XQPPv/4cjpKXePuFE/zFv/tz/vJ/+rf8yz/+Ht880sBBadMXf/Df8YNXnuS5hgoKCvdKG1fiPfxHvCRj/kiNg4od7bzz3/05f/H9Z6hoepXDe5o49kI7jc/9C76x5w2+cdRJRQHr3pzVu9j14vf5l68+yzdf2En7my/QuquFJksRBVVP8sf/5tu89NprHGlu5fjTx3jjR3/By2/8Bf/TH++l6ejrHH/+OG899yR7Zcz+t3/xOs+/8QxtDUd44fnX+O6/+gte++Zf8H//Zhr/uT/wm3/6CT/5p1/zRccsxd/617zz/A/5H/7iDV44cpRdrU/y2vdfptxnwWqu24xHgsCUeNywGOQHNblNx2luJ/+1LT3wmA7jNbSVjPE1YOVR8h5YlwdMq4HNbmKRcl2Ejyny1NQUV69eRTN0OvHTf06s/6ZA/3/V+MQEuqqfTkn2Th8fus1HVqxWKzabDGbTxJSsj8PiwGm3YrXbMa12HNIOVpcbu5xzu7x43S5ckumyKp7DidvtlEmlFdNiwWJ3SKbGxJE7b8EwbVLnxu104rSAzWHHarFjt9pwuuxy7MRiGBuaK+iqvd3pxqkZIodV9HPkbDEMi+jtxCN6Odw+XA6XyHeIPNFTbLKZBja7HYvFiquwirq9L3JcAi6Fo+2N1Jd7cbkcCziGRUoHDpfQOlzYbE7hZcNqWrDnfOTCupipE/84LKbUy3m7S+hErvBxeb3iQztOh/AR+21WKzaXB6ddjm0WrFLaJEPqFp+5CsS/NfvYe/jZBZ2ePMaxliq8Prfo4BXZDpwOO1bFl9IhOpgWO3axx+G0Y4oumqkzDRsOuw278DdEV5tzqTwbFpsNKyaG6aLl1VfZXV9NXXkTTfu/9sURkVtVInRuAfGz12nD6XZjF16qq+ph2m74wyp6aRuLDTabcia/rdMDGqhpZu7KlSvo7+iamppk4aGJoqIirNJnTNNEob6+np07d1JeXp6rNwxTcvEGEg+uKNGQtl5ob0PO22S8Sr+QsWG12nBYLDikzQzTgVP6p9vrxuPzythx4ZS+Y5M2dUhfdWlfs5iYpg2ndDDD5sIh7WyzGJjCx+kROhnPptWBzWbB7pA+Jn3UKf3DKdcW02Tdm2GxYpUx55Z+7XJYsYmeVvGDFdHDYsflER2kziZ1dun/2jcd0jd9LpEtcu1ij1P0tsl+7logfPTa45B6l+jrcBbgc1bScuxJnjrxIi+eeJanjrWxo9SDR/u7+Mhhk3FiteOUcSyXjXXb8KgQGOgf8s1jvxmG8dj7YLs7wNzuBtxP/fP9+3569/HkrX3KtICRH3msZdOsnE4IJycnqaqqYm5uDn1Lnv5fq8B8QPxoCsiNyBBYC8PHCMciAaG3pIbq6gWoKPLglgWFh+kCi7uY4rLqBZ0qyqkocGLel7aTfmH1UFZXRaHbJQGjj4LSBT9Uiz/KC53ohPxh+uJBy34Y8nTxZWxsLPcSlFAoRIFk5HQca9Dm8/kkSLLdopZbAmutd0rApScMmWobsqMgRf6zZg+ox1wUlFdSKdnOmtoqKsuL8FgRj5Lf8h64owfy2bo7umdLnzS3tHYPU7kskh0QWOFBc+3wyWSGbCZDRpYQ5YPWZVJpMsk4iXg8l0FI6Ou7V6B/mGZtTHaWpNgUCUWRnMjGWKxIlSaZSIq/0jfPJoIh4lKXytVkyWbShOZDJMW30iS52vzX4+MBneR5JRukQZxm5YLBIKOjo+gLFjweT241P5vVlfx873h8esUaLNVAUTIeNs226Px2DSR5lHvjAb0XajZOs+oa0OmLUHRxRrNymonTxyw1+2QYd28YQ2coiqZwb9TLc7m7B/IYeQ/kPbBNPaCXzG2q+v1VOytzxEwmS/q2oCyde/HA0NA86eg0k9MhAmEJ4qIx/NMBUrEQ4blRJqb8zARiJPTRsPur6rq554LRdJqMBKVqJ2Jnrk4Osjf201IuMM6SycSZm5phpG+MmNBoYJeVUm/eOZD9lPgpmwkTDIQJh5PcJM8xER7qT4Ebh5CTFRPcKMFgUo7lIzr5u3qYmptmOhJhXoK5RCLMYMcA88EISWG6yCLHZ/ErxytDWs4v8NVNYpcQAAAQAElEQVT9DDn7RDetXkR9lMoFXyx8P0p2LbUl9ziRy5V7oUJnZyemaaLBnEvqyisqBNUko31vG7pBuq12V+n4Ykb+k/fAI+CBVCqF/h5OA7nh4WGmp6fRsarBXF1dXW7fMPIR2iPQ1HkTHkEPGMZ6F0gfQSdsc5PyQd0qDWiIZ6xWA9ttjyvFGR+f4L/87WWiwx/w099c4MzVIUbGhjh5qjfHzZj5nItd43RP5A633Je+CjkqGbFIRILORDr3drl4NEwknsxlGOPhSC5Q1SApk0kQD88w2NnNpZOdTEmmRAO7RDQqGba4ZNCSJMNh5iWwTUcvcebUVS5cniH+dfINMinhq5BBg8F0KktWMn9JkRmMJAjp/31LiWwJCLs+/ojuwcuc7rzGZ59dlMBumssfnKVveJK5WAINHm91aJZsIi46RgiGE7IfQ20JSlZRM4vJWJRQXORutUn/vdBHeGhgcKs/Ho0jXSxIyQRR35I3MTEhiytp9PGtffv20dramjuemZ5CH2W1yhiVe5EE8dntBTIO0tL3U4ltpreskmTycFtfy8o1Lzceb4zLzfsIcvy2yZDWMau/d+3u7s69CEV/I6bjtbm5Gc22b9gM9aesJMr6nPic+wSLY1D5L93X443B4r9a0Ta8tS9sjN/X9i/Vb3Ffy/XyVRqFRTrdV1g8XmupNAprxV8JT+mXwko4C3VZufbkBob0C31SasEva6NdwF3go/vKS/ttDjbcQfOEeQ9sHQ9I6LJ1lFmqyXbZr2VAAo5hPusLY8gM0+YpxFfoxectxONy47RbHrgpehPRiaJCVrIYXysgV0ESnHnvfU5//gc+OXuWv//P79H1/v/Cfzk3QP/QOc6ePsN7733ByKn/yt+cD/L5P/+SMxcv0BGIMjo4Ruff/g1XohEu//Y3XP7iH/joyhf80/t9zPb3M5+IEE1mZML9tcTcnjnFpQudXPjwfYYv/YJ/fyrKtV//nIudv+NkTy8XT12j/8N/4B8HpxieSkmwmBYeaZJJoZaAkNlBxkbO8ctPLvHRV5NSueQze46vzp7hNx/3Mdt7hfnz/4H/zwcX+e0//B0f/+4n/M2py3z0d+8TjcVR65dQPpRdNScZy5CWCf2mFZAFb8OQr00z2noMdKVfX6rQ19dHUVERb775Zu7NeBrY6e9tvF6vZO+GcnfnvotBzv56hi/+eXJT8Nk/TaCwGT6f/2SSRfjkHydy+6vxG+4MSwY8weC10G16fy62KCzSfiq8NqvbIq+l5Xr4qny1bZFe9Vus+1x8p6DntF75LsXV+nsNKlvlLOf7+U8m7tqOSqvw+T9N3uZ75beUx6f/IO24Cp7iLsKp9ybxj8aYGopx9bO5XNurjMXz6y3PfzDDaHdYBudWuHKJGqt8dEKswZxm0vvlPmCz2dBgTl94omPVMDZ3jQrNpeg8G+TM+/77Bl/+ZpaTv1zg/8V7fr789SxnfrtwvFG5Fz6ZZbQvin88wenfzvL5z2dQOTm+m+CtPE6LvspH9z//uT/HX49zsEY/fflrPwqL9t1i9zr0+1J8dfIXfhb55HRQeoU16qL+OfUrP5//bIZF227yW8bj+rkQs9NJJofjnP9wPif3lLTdF+KHL4XHLXSqg8JSHnqsIHWn35/l2pcBZicTck+WlYNV+vjjUm0Ymxurj4uftrKd+aBuldbRVZyEZHjiEVl+XQVHq501e6i2JbHN9tCZAA3sLBYTi2liChgPY4yITNMKpmQajdtaOEskYsHirKDUaaPQP8BQuIDi2hIKk2PE0nGiNfWUNHlJDF7hyrADq7WcpiI3nmyK+NwsMVkpi4WCzPf2E/TPYt1ZT2V9FV6PB6fTK4Gsg1tj2SJKUn5mpkb5oHua7OgvODXtwOEuptyeITgTpm/UQmt9BRXFVhyil9XuxOW043RYwCP11dUUO01sEjiyZAv1DUogmcCxo47yymLc8SlwlOKy23A5HFhcxXiMkFBsjYmRYQGLzcS0GKLT5j7pZJak9FF9/HBznLYGdUoyc/o7nOvXr+d+N+eQ9tNHtmpra3MBnT7CFZRMseLpvmYA0hL4+4qslNfZ0f9VuBkorbaj/0twMzyqGu0oVNTbKamwiU6r6+UrtuDymBRIn18us6rBgcJifVm1jfLa1Xkt4q23LK0Svmv0XXWT6NToEJsWoKrBfkMnsVnPCSzIt1NSabsnbbLAz3FT5tJj9Uep+GVpne5XiY6qq+6vBnq+os6xqo5LeZSs0UcV0mYOt4lToLjCylIeq+lxp/rSGhtur0Umm1vj2sWyLSM3yXA4TL8Ecj09PehxZWUlOmaLi4ux2+3oPXAZ2ZoPrTYD9WlVkxO704IuUt4v0IW2RDSdk5G778u+lpuRBwbeQhsFJbYFvrKYl5LMfFxKhZRk6DcGGZLCJynX/5SUiVh6gb/cC7Q+tUG+ei9R+ng0QyySyfFcCy+lWdQhhy96Ka/1+C+HL3KVRnkl72CDw2WRseWUa7UD3VRmXPSNhtKo7nqsEIsk8U/PMz42RXA+QiKeZnpqlqkpP6FgROzLoPdQm8NC7U4XpVUL/HiMN8PY/LzkMXbfljDd3BJabEEltGubpsHdJt+mr5KqmhoaK7zItYatsN3UXVt3pUGajBGYnWYmHCVhL8FrlFBe6sVdUojTTCHLYPglY2Yv9uG2RAgHppmeD5EUXpKAZHLgOn0jIeZTVsl+JQlPjzM5Mi3HNtKJeaKhWeblIvu1L9xUlWbxlhYStjTyRMEwwZJW3IWVFGrwZmawZYNMjk8wF06RzNqwZZJko36G5xNk7AUUFBZT6LKJfreuplkcNjKpKKGpCaYm/AQyaeyuAjxuN263F7fLh9cFojpbYVM9TAsY2jZsbjMMI2eXFJtj9JCp0+k0+pilvgBFQf/JeMGSt+R5JStnsVjQt+ZVVFSg5xTKystQB2gwVr/bxY597rvAnc+3HPCwU2BzfDyig4fmfR52HfLmytX4FVfacRdYUf1Xw1ms33lQeO1X3m7hf+9A+e7c710jz+XyPTl/qa07xN4FcOdsbrlP+u5Y0sbN4o+WAyvp7hF7FNxSrgYelL551fZWegU3a7Wlqd2NR9rTK4sMVRKILOi6wGNh330HfW4/V9fiprDMJl3cYKtt+ru58fFxyZYPyiJhJDcmdWyWl5fn9vXRy83qbMrCl6fQSrO0sbZVQ5ub+wWNe9w07fXk+O+QsmmPh8ZNylMerUd9tD/ly/FSGxqljyzCRm1ZSt/Y7sn1Y+W1Xn0bb+iitAo5u2/U6TmtWwso7qLvluKvR58FHm70WtKY870r1xZL+S3uqx/bjhWw+wnxq+ir9U1y/dF69bkeKzS2eWiQ8+WNBlnXFJHMAPbCeaqarVQ0mli8sziKg4LjkOuYl5Iq+2a77CNBr5l3hUfCmMfQCPMxtHlNJuukW1cKbY7lLrLg9rhp3V2K1VtHebFTLhCN7Ny9lycbCoW33ICd1ZRKZqvQLYdb8ZOKE4sGSDideNoOsqOujjKrFXtpK5WlpdQRJR4upHH3Lg61eyX7liXtdFPZ3kTdvt14YmHsZTWUtB6kpqqGosicBIlBYqkiigrFP44I8xI0jvYPMJCDCeLeAqrb2jm8az8Hd7ezp70Rr7eCoqIymneWs2NnEZH5ILaaRgq95VRJJFZS5CSacVKzqxaf20eZ+NpljzGR4zkgvEcJF9XKRKoIT3iOYChJvLSdplIn5TW1FJdXUlPolCxkDRbTwlbY9NFYiWHI/d5ikwpZrGC1mxiy+LBJVg+NXCeH+u8KdIKoj3AZhpEL3molO1dUVITNZsvpZhiG9BcvmqHTLECuEgPTauAusFBYaqO4wr4pKKt1UFbj2BSPRR1KZIJQUS+8JHBbrFteOj0W7HJ9cfssd5VZfg91W6qHZqs0qFxat5790uqVbVTbS8UH6+G1Xlxtq/I6kb/Bdi+ttrOqjkt45mwR3LvpV1Ruy7Wnw2XiLbLetU3vxs8nPBxOE1OCG7bAphM9XXCZm5tDx6y+BCUej6PjsampibKyMhwOxz3XtFIyoHW7XNxPaNjtRgMCldEkAZ4GGfVSp8ebAeW1QwKOulZXjn99qxuVpbBRvsojB+KT+pt8Xai+Wr9Wvjn8JTY2it1alwuIJBhaKx+1pUkCsaX4ykdhad2d9lXvRglQmySgVn514qc74S8/1yS66wKN2rB4rlHmLq0HS2neW4jVN89svAdPWZyKBgu+yiTWggCldVDb4pSMvQOX13LP+26eYd4DD9oD5oMWuP3lOaisqOD739+Dq/Z59reUUF/mpbKqnqNHdiyYV/QE7Tsr2FGxcLi1vg1clU3s3PMMLz37DG+9vp+KF5+n1e3GZ6ulZd8TvPTt1zj66uu8UOVg/8tv8tzzb/PdN1/kW3/yGrue/x5vPvECP/jL7/DiS2/xzJ7jfOvdZzj8/GEaCpo59sxTPHGkGm9sgMtffslpgS+/7KAvXk15czvP7i3HuuNNXm13UemrY0dzHQdf3Eu98P2jZw7zzf/2exyT4O9gyx6OnXiRozt38MIfPU99RT37dpVTWRyjI8fzNF9+eZneaC1NB47z1ttPc+D409Tu/yHf3FvC/qefpnXfEZ5pKmaX2Gm32yQEePgtIYnEhcc+bvmt48PX60FqoJPDZDKZW+EfGxvLPb6lj1XqSv+ePXtyk8PFYO5Oekmcx1aZ8N5Jz/y5vAc24gF983IymZEFoIf7+KWOV82mx2Ixpqam0N+56r8UKZBs+u7du6mpqcEqi4IbsfFRoMnbsHU9YBhGrm/q/cRut+ceEdYFRF2U0P7b1NR0c+Fw61rx4DQzDOPBCctLui8eMO8L1zzTLeoBHbB2nnjjSfbuacR3v7R0lFDWfJRXvvsdvi3wne8+xxGJcIs2La+QiqbDPJfj+W2+891XeKK5jBLHphk/MAYWK9hdptxotC14LDf9h8RDQ0MSlH+JrvrrjVVfrKBB3WPpkLzReQ+s4AF9UsThtDz0hQsN6HSc6otQOjo6chnzXbt20djYiMvlWkHzfFXeA1vDA9pvh4eH5X5r5Y033sgFdV1dXWiGWV/k84C1zIvLe+C+e8C87xK2qQDNqOiPmaOhFDzchdJ77kG7x47VYbmPmSsDwzSxyOqtruBarRZMU+o2bYnwMO8H300rti4GhmLnvnTn8QF91HJwcBC9qepv6PRFJzo51Me2dBXVMB5Dpzw+zZ+3dBt6QDNyGszpi1DcbjeHDx/OPQKt/yvSMPLjdRs26WOlsmaXdVFC7zP6Ei7DMKiurs5l5/Rfb+gTI5qJfqycsoqxhmFgGAZ5f6zioAdavXFh5sZJH21K6dsSlBjY7OIi49Gy1dAASw18tMzKW7MFPaA3CP0djj5mqY9t6e/mfD5f7g15mpnTfX00xjDu8SCTVZlYNJr733ahUAT9n4ypRIxUJks2ncmt2Or/OMoKXioj6zbJBPFoRPAFNxonkw70lQAAEABJREFUmUkwP9zN8MQcM/MRoqGQnAuhb/uLxTOkwzES8QSxGz7XiYPaKoxRSCciBEc76RqYZDaUELk3ELdAkYrFCE1OE8pmEdO3gEZ5FbaSB7Qv66KLjlcdt4ZhUFlZmfutq/5+zul0Ysri2lbSOa9L3gMreaCwsDAXxGnwpk+HlJaWoo8Ma2Cn2ToN7EJybdc+T3676YHcvezmUX5nO3lAIpbtpO6D09UQz1itBlYN6h6c2PsuKS8g74EH5QEN5vT/zQ0MDKAr/joR1EmhThA1O6eTQ8O4x8FczjhJrUuwlkhMMDw8weBggOj8HIHOL+mZjTI92CH1gwxM+4mNnOfL4QxT1/uYmJpiWgK1RHCO2NAlrkxEmJHgTW/+ETk3db2LQQmIIqksgd6LDPR1MxBOk4jNcf3kZSaDESb7ehnp62MkHGHs+lX8wXE6L19nbGSKdE63tX5l0YAzGUuSFlt00pFKpEklJQyTYCwdj5HU4FRMzaZTpBMJOZaDdFD0GmFyKoD+JutrHsJPRGfTacITUwxdOM94JkNC6hY/2WyGdFL4in0Z2Y+Nj4uvRhhLiMxFpHx5Rw+I28TvSNvdEW1NJzPpbK69s7IQsSaCTSJlpD9oNl1/bzQyMoL+zlVffKLjVSfB+hskw7gf43WTiufJ8x5YxQNerxd9I6vFYkHvN7qQqP1Zy5KSEvSnANrXdbFR/1XOKmzy1XkPbBsPSOiybXR9sIrK/CgpK/KBmSTTIwmB+D2FqeE4k0MLPHVfYXpk4Xi1cuou5xfpZsYTknVIC2SYm0ywFt6LtIqrsHi8Wqk4i7Aazkr1izasRqs+0XMr0a5Wp/gKy8+rrMX6jfC9jZ+0mfJbhNXOL69fPJ4ZS+TaJBbOMD+l/Sqe61OL/LRcxF1LOTuZlAxS+n49Hbzh8aarorr6qW/H0x+la6m/vdHf4NTW1qKPbm2Y+VJCGaNZCXB08ivFkjMy8ZRVGat1mvExPyMjSYxEmMCF33N5OkJ/x0kuX7rI+c4+pq7+hl9eCjEiQU53r2TWZuaYD8yTHD7HVxOmZOIsOOwWMoEAwa4uRmw2smaY8YELXL7cQc/IHInIEF+99xGdI+N0nv2Ky2cvcXUuyfTwFE5vhN6LVxjpHSHF2rdEOMjs2DDjc/PMhf2M9k0wNhYQ3YIEp0aYmJtjfHCCOdE1GAkwMz7BSP8IgcQUFy/3MDTkJxwMMjsxzPSsn5HhaeE3wvTUJAMDI/R9dSkX1H2tU0YCuiihqSkJTIeYDoaZ7u1juOM6ffH1haNrt/LRwpTuiPbHrARjWm7WOg3K05JGzjyAoE4XLuakT01MTORehhKTxQudDNfX16PZDbvdvllz8vR5DzwUD+hPQLQP6+P+mrlbGuDpYoVmpTUjrY9n6r3roSi5RYQahpG7hm0RdfJqbMAD+aBuFafpRDEwnaLjdIiTv5jhi/fuLXz+8xk+/skUWn7202k+/9md+X8u8hVX4W66nH1/lmmZyPpHE1z+LMBnd+G9lJ/y//zn03e199N/nkbhc7FjKf2d9tUGPa80n6jNK9B+Ij757Gd3l698FkH5fb6SzsL/8xvwyU+m0f1FmvWWSvuJ2Kyl6vep6L+cx2fi55XqF/FO/cqPXwLuicEYV76Yz/lY+alu6/Wl8jz/0RyjvVEyssK+Sjd+oNWqh94UNSvX06OBxRD6aOWBAwfYsWMH+pscw5CA6x5plZVwNitZpUQsS0bKW9harLg9TrxeH16PD5/XiVUQ5JaFPx5hYnxMfDdIz7ifyFA/6cQwfVdPc+ara3SFbTiryohfvcr8TJSkzY1L+BR4vLgLfLjMHiY95RIsucl29ZBMjRIJztDX38PA6CQjE0nhL9ktSdukDSdudyEuu5O1X2wzTEvG7/zv/8CVeT9901f5/U9PcfpsP8MT/XR98ks+m/Rz9jef09l9he6pQS6cucynf/9rusS2oAQVmUySqaEezn74vpzv54PfnubCb97jzKWznJ0OS8AnzrjlEyMenmLgahdXf/qPnOydYCialr6Vzv3O4hbU2w7yFeoBQ75Miz7dYaAlm9z00X+Hy4rFuvaes16Ri2N2SoJ5/a2rTm41m66/ndMJr2bq1sszj5/3wFbzgGEYaKZZA7xF3fTepH1cgz3NSuvvvedkYUPHxCLO41Yahl7FHjerHy1779/dYrv7Sfq23W1SVuegrs17z6F2t4eqHW5qd3tp2Oejfu+dZdSLDvXtgqMg+3fSqbrFg/5TY5fPSqXIaLgL76W86vd4qd/ju6u9VS2qu0dwvXfFXcq/TuxVO5rUZpF1yzmxq2qnh5rW9fGsFz71K+ksvqqXc7XCt3KHi9pWz/p0FbpF/XI67/fl7FX/1oiPF88tlurnRrFr8Xh5qfJdPhveIhsVje6cLtr+1c1uGkR/1XU5zZ2Otf94hFfm63TLQxt1qVQq94jlqVOn6O7uRieD+uN0fcPYvQ7mlhqZlXGKITkSLZeeWHFf8PAzk2mnKJukzDLCecdrPGUMYVBJ+wvv8s1vvsTze+pxNb7Ov/5vX8bTeYa+y5cZX+QnKcHU5XOMTEWZnJlmtv8rrgfnyJx4Ci53YSlxYdlZByOzZCJTDHWFaHruCI2HWnJB5SKbO5cRxuNuyZDt58TORg7US1/Z38aOpjIKUkG6OmbJSsbN1dRMiSPK/EAvHT1zOMWKqM2N3eXB454mEBjh8pUMKQlM61qL8KfK8DhqebKlgspSBJuvt1SA+ek+zn41SMKaJpa2YJgu3B4XTo/1a7z83h09oD1M1hruiLNVTiYSCTSTfubMGckCj6GPpOlbaPVfFNw3HfOM8x7YYh7QxzD1d3Z6z9LfkeqYuBeZ9i1mZl6dx8QD5mNi57rNNEwDh9tCabWDGglganZJsHEPoU6CuuaDPvSfbNYKX4W7yVAchbvhVUkA4/JZUNCgdC00izwVV2HxeLWyaa+PBgma1oK7yENxNbDR49y+2K37S2GHBE4Nbevz9Wq8FuvrRE7O1+vku1Qv3V/k1yiBogZwWrcUFs8vrVu6X73Tjctr5gLu0lrpV6KXtn+T2Fy3243SL8W/235Fgwtfse2+ruTfbeDoquacrG5qZk6hqKiIlpYW9LGtxZVRw1hTxHU3UbedNwwDUzIjdoeZK7nrJlPu7AhJawmVJY3saWygpGYPDYkx5jNDXLrwOR/89Hf87ndnGBi/wpdXznNJMqvBuA17jneabDbIuS4PjU3tfPPValprYpw7n8Gy6wkqK6tpaqumtMxGemYW013LzradNFSX4HNabw2ihJ9mF/UR72QiK0dLP05K7FEqzIt8fO4UX1ydZy5qYrX6KPH5aKo1mQykCVtsmKEgRjRC1AKB8Jzg2bCGRpmQbGEg6aSpMioBYpKYtZK6whhRfxdfXu5j0M+tsUciRDI8yzRewtFpwqEEGTNONOxn8OoE+W1tHjAULfelO5uDVDJLLCpB+fIs9ObYogsw+kh0b28v+rp3i8WSe3GRZi28Xi96vEkRefK8BzbtgQfFwDTNXBavrq6OkpKS3AKHvlRFFz0elA5bSY4GtApbSae8Lmv3gLl21McLM5uBTFpslhu002uRyfi9Bbdk0bySZXFJ6brH/J0eCxarkQOH697qvairp9BKLht4j3X3Ft0HvhLgesXX6vNF/TdTqt2eAisb4WHKYoHEItjs5gK9tL9HbN5IP3BIJln5GCYPZdMfl+tLUEZHR9HgTlf69caov1/weDwsfdTlfiloGAamBHZScPtWJcFlhQRgLizuQgqPvMH+8iaO7qun5dBBmloP83RrBTufPUrzsec52LafgzvqqKstx+suo7qilkPPHaJlRzUlpaUU79lDk2GnZu9RWlua2d3ezq7Dz3N412Geaixj7zNH2NWyn31N9Rw71kjTseM0VpZR6LAiKrJ8M6QvqO6mZfkZC+U1VRx4ch81ZZVUFjezp72c6mo3nrI6dj37Ek/t2cXe1irK6vfQ0naYEycOc/T159jtKmLf3lYam3awo3k3R186zv7du2hrqmTn4UPsam8TXrvYd+JpaiY66Tp3li9PfcmXV6eZyNbzwsuH2X/iDY7uKKOpuYHqXbtpLXItVzB//AA8YJhgsYJ0k3smbU4WYPr7+3MTV2WqgVxTUxM6Zp35t1qqS/LwGHrAIgsbPlkw03uYPn6sPyHQR5H1xUGPkzsMw9iO5uZ1XuIBuW0sOcrv3uoBWUDPCtxamT/Ke2DjHtD+pLBxDg+XUt/CqK/11zfkKeiPzHWlU99m2dDQQFFR0QMJ5tbmhTIqq0qoqXFgurz49hxnV2kz+5rLqJCAxVfRwO4qBxVHD9O0/zmePnqcF58+xMEDOykr2cGelnaefrqN5voSvEWFFDbvpNZwsWt/C+UlBdg9NRQ3HeWpA23sLzKp39UkdPU0VVSy/0gDNW278dls3Baz3VB+YdJuSGbE4NbNwFNaSeO+Y+zbsZu2+mbaW0soK7dj9ZVS0voEx1ob2C2BZHFtK3XNe3nySBsHX3iKXR6fBHmi8456GhoE9j0hPJrYVeOlrGUvzbsP8NThdg6+eISabIpMPIa+FCOW8eIs2cVTT+yk/ZmXONBQSk19HVU7W2mvLbhVvfzRA/GARVYCbDYTY5NR3fIxqy8xstlsucct6+vrc6U9/yKUB9KmeSFb1wOLgV1tbW0uc6f3tqmpKXS8PE6ZK/WD3tO3bkvlNbuTB8w7nXycz5niGavDwOG03PbY1OPsl7ztm/OAaUGCHgNzkxM1ZMtlk/XNeJJVlsP7+tFMnD6Oojc6/c2Brvbr66ArKyvRl6CUl5dLcCLG3VctbmeuN1t9qdG2DJRlwSgr7fcwdDesDpz1hzj69HFeePEFXpCs4IHGotsdnK95qB7I9W/pIxtRQml1zOpLIPStljpm9S2X+ps5/a2rPmq2Eb55mrwHHlUPGIaR+z24vjyloKAAfSOmZux0IVPvgY+q3UvtslgsGMbyhcalGPn9rewBcysr90jrJjM5mdNt3ESl3xSDjYvOU97ugYdRk0xkiIXTpFL3N6rTyaFOBkdGRrh+/TqaodPHLPfs2UNVVVXuJvgw7JchQDqF+CBDWv9/28NQYhMy06ks2oYKm2CTJ32EPWAYhiyWbGyCpWNWF2B0zGqpY7atrS2XmdNMHfkt74G8B1b1QGNjI/oopv7+tLOzEx1Pei9cleAROaF2anb/ETHnsTMjH9Stt8klPZJKxJmfn7sBISLhsEzO4qTSEmUlk6RktpnJpMmkdcItZSxMIIcfIiq0odlRRruvcn08QTQ0Tygwt8ArECIUjIN/jpDQJlW3TIZsKkVKX2uQEd4iIzk/xkR/J1e7xwgI+gYXcpX7vYfQFPP+WSZD9551nuOtHrA5TJweC1bb/RvGaemH+jKFS5cuMTc3h67yHzp0KDcx1BW9WzV6sEcy30V/c+T0mljuow/usVU32VmsRu63lRUDjywAABAASURBVPq7yJuV+Z28BzbpAZ146u9cL168mFuA0YWXxTFrtVo3yT1PnvfA4+MBvd9pVlsfT9Z7oGbuUjIfe3w8kLd0u3ng/s0Gt5snlukrcRmZZJZUIq3h1C1ns9mIrNp08dWZCfz+GJHBSwx2nuXCxByzZ/6OLwfnmeo/yfWuy3x2xc/MhTP0JhNE0hlSo1cYHe7jWqIAh0XCtmyazPwVBoYG6RrLEAv6Gf7k33N2wM90VLIQY9cYvPwRJ0diJLt/xuddU1y7NklgepzpxDSd7/0UfzCMqHqLjnc+SJOKx0nEkrlANJVIkYrFSKWkPpEgGYsSTy9wSMciJBJJkqko8zPDfPHFZYKhJBq0pgRXeYhZC8jJOMmJ8/QOdnN5ZqHq5rcEpEkJaKOxlASpMfxffi72TjK1DTMsN216yDsa1OQe4zTuvSL6Oytd3b927VoumNN/2qo3OH3M0uVyoZNDw7gPgtdpimEYuUdZpWDbbeI+wzTYlrpvO2c/QIVlbe/eSFsfl4Rcj/U3QDpmZ2ZmKCoqQn8zp2PW7XZvmTG7Pqvy2HkPPDwPaEZbs3X6QiF9+Ze+MVafVNFs1sPT6v5JNgwjx1wXhnI7+a9t54F8UHenJpP+nZt03YJjYLFmcdjDzPiRzYYRmZEgS7JvElxN9H3OFcmgDfVeoq+nk67eYYJD5zh78Swd4wGC0XkC/kkGhwMYNium3YXDDBCXG3JYAhzDmKJnJsDQ9Ski8zGBEYZ6LwrPcSb7Tkp2bojxkVmSEpQlzSTz3V3EJGBc+wN4WaYlSzgw2MvgXJCJiWlGz/yS66MSTPZ1il7ddA2N0n/+ClMJybhJ8Nhz8ZrY0s14ZJb+vgnRNZnLFI4MXadPgtGOK51EA1e52CG69ncx6Z/IBaTinJufZHiO+fEOBvrPc7Y3hL+nl2nJTIa3VJrxprr3bUcSvRIQgy4abFaI8siq/+7hJDIpmebFN3/pYyeGYaC/vdGb2uIb8jar972iV/vTkrmeHIrTeznM9a+Ca4aO0wGufRm4Hf9skE6BO/Ja5XzH6dtpb+MltDm5Uk6PJgjOplD9l8tTuo4zt9uTq1c5S851yr7KXs7jbscdXwp/0SOHJ6Xyzu2LH5Vn7ljrhf9i/XpK1Un53EYjPK8riJzbzm2kTnhdPSnteUr8vw5d1b8r6ad2K9ymm8hRfLXrtnOid/f5EMG5lFzfU4x0R2/vW4KzEt1qdQPXIvgnEnK9uPMAT0nmYE6y6Jqd09/O6W9/NKDTMasvMNJFmHs15vJ8tqgH8mrdNw9oYLc4nhwORy77rYGd/qb8vgl9SIwNQya9D0l2Xuy98UA+qFvFj9q3TashAdwyF8kJ02LB5XbgcLhxuZzYrBZM0pItSzEW88JkB8OzcfwSlDmC4yQyMcKBOTRoo7CKwsISiqKz+IdGCBs2LE4nTocLu2QAiQ3Q495LrG+IyNwU0ymT2WCC7PgVrgU9pP1TmDE/cQnkEmkr3uZdOO12LGsaizo5SNJ9dZCRMT/RTIZwMMDY5S8kYAtKIHmZnq5r9IxOMNrdx3yoj66BITrOXqK/d4AZw5SsgonFMkvP5Ut0d15naGyM/u5+AgOnuDIWxB9NSsByI83H4pYlND3KWP854XeRLzsiJCS1aBGlTXNNii8y2valtoAGI/fEEGGmvO7FqppOBEOhkAT5EznQfaf0S13p18mh/mhcs3P3RO97xiRLOpVlZjzJcFeUgWtrh57LEXouhm+j6bsaoe9K5Lb6Rd79IkPP9wveYt1i2S+TcIWvj6M5Xktx+wSn+0IYLecmE0SCKWZk4r5Is1gqn6V0i/Uqu/tiKEffL7pofa/o23Ppdlv03GqgtGqrloqj+ihv3VfQIFmP+0VfBa1bLyidwnI6rVNYXr/RY+XVdT5M75Uwur9WPr3is5X8pjxW8r3W94mvl/ptqazB61HC8ykJ7JKMD8RX7UNLae60P9IbZW4miS5crDRkdNzrK9d18UUnmfoSI52A6tv7NKvu8/nkWm1ZiTRfl/dA3gPr8IDe+zRjp7+zs1gsaCZcx5zeJ9fBZkug3k0Jva7cDSd/fut6wNy6qm03zWKksnEmsyfYY71KyNVE1lZLY3aeuLOJ/c+/yuGmEoqLG6lvO8Sx9iKGfv0rRqIRYjlTMyTn/ASu9zLrqMQW6mI81EtfshiMevbbz9PhfoNaM40vO8NcNCRBmZ3qN79FkceDlWWbzPblI5VZgaWfGMPRcmy2SppLvJQWFmAU76el0Q6xCKGJOUkjGbjqGygOdNE3MMm8BKcZw0LC6sQlaIYxxNhEhKnxBFaLndLqSlKC56ouprC8BJfDuVSg7Cfwjw4xOjaBP2UjHcngEEZWCZolRpbzj8/HlBEn9wQJjjdvs/rOkKDYMDYeGGswp49t6RvyhoaG6O/vl8xAhrq6OlpaWnKvdjZV6c2re+85aNeWFHVBmY2KJhdVO91rhurmVXClvnLH6ryqRUalQNVOz22yals91LQsqxd+t+DKcUWjkyopfaV2XF6rjBk7VTme7pul8lF+y+srha6yyU3NLg+qi55XfSsaV9dZcZaD0ta1CY+WGzKVr8AiXuUOqReoFntU1mL9ekrV/ybtEt7KU+E2XoqjsMwXt+GtcL5a7Kjd7cn5ZS34ilMhfUZ9p/tLQX1/U+8lstT3KqdO5Kj/ltLofoX4y+62yLXNQnHV7W2qOOuB8noX3kIbZG4d31m5sKckO6cBnWbndMzq49IayO3evZvi4mJ04kl+y3sg74F75gHDMHL3Q/2NncvlQsfe4OAg+nSLjsl7JughMjKMW681D1GVvOgNesDcIN0KZI95VTZElmlSrlba65ppbtpLjayUupOD9Icu8ru//ff8zV//ii9OfcK5ax/zwfnLdCWrcWYtNwKyGFMB6J7awR994zg/eNtDMj5B/3gGT2ELB5uaqd1xkBpLlFRafF3WROu+Vuq9YDXleMlH7vkk4lkSsQwZxb15zpA9L+2F3fgnPuTXp7/idNfiG01KaK734Cu0MB2DaDaNdWoKw2ElmolK1i5CNBzHNnudc4PlVJciE44Y02lDbC6gan8NU2e+5MLZqwxNzYucpZ8Q87Es8ZCJOybZoMgspmuOke4RpkfmxG9LcfP7a/aANGfuGizlmmmWIepKo/5O4MKFC+jNSd9o2draSlFR0TLMrXdoGAY2p0FJpZ0amXzXS5CyVmg+4KPlUIEssHhugca9Xnbs891St5xnk+A0tN9KtxxHjxtEn6Z9XpbiNu7xsvtYEVoWlttx+awUVzjuKE95LcIO4bfrSAHKe7Gueb8PrVs83kip+ijvRVr1j+q+eLzpcg3+qlccBfHbeuQ1tHtpPVqAtst66LT9dx68vQ+sxkN9pP1jtfP1Emh7i2wUlNmpbHSvuU1X41clQaLystoNlm762Je+vOj8+fO537vqAsyuXbvQx6OX4uX38x7Ie+Dee0ADOs2G63jTLLneP3Vh9N5LejgcNUBVeDjS81I36wFzswweVXoNjDLpLCu/Lt4rma59HH+ugtISG56Wp2k5+j1eadrP66/XUbD/NfY313H06T20vfunPP/6v+Fff/fP+OH3X+LI4SfZu+s4b73yCv/ixyckKHNhLzzCzh3tnHi2mWNvPE+VzYqz+R2eOfAy33q2naPP78Hd+jovNjnZ89pLHHjrmxzZs4+dkkGRRA3LN5nrYpOJgM1hIijLTps0P/0az77wLi8e2MdTB6vZ8/LrVLq9lO95mWPPv807T+/jyIFWvO3f460TL/KdH4ltL53g6domnnn3WxxpruXgiXc4fuJtXjrUzoGWWizVb/LNt09w4jv/HS8f2MXu+d/zm1+/twBnJnDtOMxz3/gTXj7xHf71N1qpOf4tjj+xn9aqAm6dsixTN394Xzyg/3enr68PvSFpMKf/l0dXIPWFKPqoiWFsg1YRFQ3pPYYMAgVTyjWDxcBUWIlmtfqVcDdSd4N/zsUGIFfhNeut8m7Q36TRYwU9d69A+SncK373m89GdFUahXukm2GBxTY11tumK+iQTmVJxNJkpEQ2nTjqvxXp7u5Gf/eqwZxm5ioqKnA4HCLbEKz8J++BvAfupwcMw0BfPKQ/TdDFFH3KRbPlWt5Pufebt2EY+WvI/XbyA+Avt54HIGUbisiKzpkMKOi+HC75WKTz+ygpcUjwZGLxFEk2rYoyVwHlZU6s3jJ8bieFRV68lbWUlDXSWFNHXU0ZRYXFFHhLqCgrp7auBKfVxLQWykXCS2mxm6LyYuwiyXBVUOwro6rYS2GJF9NTRonLxFtWiq+ikkKvD7fgrfYxcpMEOSsDVb5v+biKyikuqaSssIDiAife0jIcFgt2b6nIqqCiyEehz4PFW015aQlVtdWUlZZS7HRTXFlFodjmK6mguLSC0gIvBR4H2MuprCyjrLqRqppmmhqbaN65awGqK6mpqpSMSi2lpVU0VHhwFFdRUlSAx2Elvz0YD+jqWzwezz02osGcBnaFhYW5f1NQXl6OxyNtLv3AMIwHo9AapNwRRQamLr7cESd/Mu+BbeoB0wJWq0k6m2ZqahL9f3MazOk4raurQ4M5r9eL3W5nyz4ivU19n1c774E7eUDHm/7mXF9E1NDQkHvKRd8WPTs7i95n70S7lc8ZhrGt9d/Kvn1QupkPStB2k6PTWlO8Y0pwpPvbTf+Hqa/pKqSwqpldu3YvQK0Ei27bw1TpsZetj2xNTU2hK/1649Gbkr7VsqqqSgLt0txK/2PvpLwDtrMHHkndM9kMiUScqelpUqkUPp9PFs8qcwGdPgZmGPm70yPZ8HmjtrwHDMNAX0ykiyu6KKpPvOg9Vhde0ulbfvey5W1ZVNAwFq4n2zkwXbTlcS0lbHlcTV+D3dK/b/TxNSDnUfIeeLAekPmeZJKzaLmaZJ0IakZObzb6Oxwt9dERfdRS32qpE8PVaLd8/Z3Gp6Tw0umUTISTAlqmxU8Ckt1DzulNS3cX9sVSScmnZdKs/krJDTkj2ZFEZJ5ILE48kSKdSgqfBUinxeepNJl0hsVbd1Z4CheUn0I2kyIp9IFwlEQqo1W50/f8K50glUwST62Xs1ifiYltadSe9VLn8e+/B9KpLMl4WrIAaSySQd+xY0fu/85pdu7+S3+UJeRty3vg3nqgsrISzdppYDc2Npb7rWtK7ic37wv3Vtx942YY+UzdfXPuA2KcD+pWcXQmozfUDPFoOv8ij1V8lK9+uB5I5yZ9GdISNCzXRG8meoOZm5ujp6cHfTREVxUbGxvRyaE+OmIYEhUtJ9xOxxKXZGV05uIp2f9adTlIJ4mEA2hWcnY2QCgYIh6aJZJMk4xJoJVISCCUJJMIE0pkSYWDhIPzzOn/TgxHSMQDTPZeoW90hqnZECHx45x/htlAgHA8Q3J2jnAoSFCuE9lMmkgoTEqCwXQ8RioeJx4L4e87w7WeIcang8QSi+Hf11redU8hwNhLAAAQAElEQVTMyOFoKUZqm+YgV6lfWbKhCeZmphkP3jhWXNnNSkCbC1JvHGtUeQttJkk2OszIRJhAJCMUt35yuDnaDFkJUBOiv9bdipU/up8esFgMrDYTj9vN7tbd6KPSGtzdT5l53nkP5D2wxAPr2NWMnb6B1jCM3KPS8/PzpLZhYLcOk/OoW9AD+aBulUYx5YZqd1pweSxs86nvKhbmq7e7B6w2A7vTzE38WLJlJOsUCoXo6uri6tWruUdE9N8TtLW1oY+JLEHd1rsS0pBOZomF0xLY5iKQZfb003V9gGtXA6QC00x99Nd8NjpPz1e/5Pz5U5zp7iNw+W/5jxfSdH16iv6xESaEQzYwSeT8z/ksXkPabsdlTRMfG2X81Od0yPmEwMT5n3LuzMdcnE4QDQ7x8V//lM6JGTpPfsIFgYuhGMMi2+2b4dyHH9Bx8RpKJ6Rr+mQkUE9p+k3MSsaSkvWLEo8EJXMYIZa6wSIRIzF6hq6+q5yZSEuAGiEQSpCSgHb+8gW6zpzhSuQGciJKJJogLkEtEqRlYrMExs/w2dVxRvzLNJOALy4ZxngiSTo9zfz0WX7xXhez8wkkhr0hPF/cbw/oPcjmsGCz5393fL99neef98C98IAuvOhv7PSnDVeuXGFiYoKELCDeC94PgodhLGTq8gt46/f2VqEwt4oiW04PmUxFA2kGroW59PEsFz/yrxnOf+Dnwh/Wjp/j/aGf87/389X7M3eUc+53M4K3Ao7QX1QQPa+dnGN+MsHcZJLe88E78svJFprF8oLooDIUFus2XIo+6otzd/DH+Q9mOCewYRmiu/p6kc+534tvRO5m+Cmt8sz5U3jl9kWO1p8X/kuPtW4p6Dm1d2nd4v7lT2dlgpzEPx6n9+Lt7aLtr/SL+Hcru84GmB6Jk01LZ70xgPQNXH19fegb8rRK386lb+kqKCjIBXcWi0WrHykwbrNGaixWXG6LTIidYrcHt8uGEQtKdi7DTHCS4eEBBnoGGBruZrR/mHigm65Ln3Dqq0tcD2Sw+UwmLlxjPpgCVwEupxOX+M7i8+G0DTFl9zAxbSHRNyAx0jCzQ730DvfT1z/I4MAco1NZCThTmDYH2aQBEnzKN2vbUkz0D3Hu4zNMp6c48/5Jzv7sP3P2/GecutrNl7/4FYPTn/D+qe5cJnA+NCcBW5TAaCcj13/CH871cV10iEUiMqEIkhn5lI8ujtJ74UM6rn2E/juVjz+4hN8/QiAaJ7mk/yBZx5R/gPHRL/n0zEVOXxojkwoTCCQlwPu6n63NjjzWZjwg8ysMY+29ZjOy8rR5D+Q9sHkP6G/V9ecNmrHTnzfob9h1cXVmZmbzzB8AB8PIX28egJvvq4h8ULeKe7Myf8nqsrRANp2BdUBSX0OdXB+Nykjr7yei6WWylvHRH1CJTsv10ZV9hYV6yWGI/mpaVvHXoXtaVvIT0RRqg+q0wG+ZDmvkp/SabUhKaiGzmj/E0YZkljYjR+1OJdKkxO+aSshukl9OF+Gh+isg+7k6sTsVz8hk/Q5tJLjGKj7P6uRZ20VB8BZ53iyFbj26K25W+kJa+MZicfRZ/tHRUfSlKEtfqKC/wbFardodHjEwMCWjbl3pX3cYJlarBZvVJqVNSgsGuoWZTZdjSNbLjAzTkWyhLjIIGSveslpqaquoKCvDWXuUp/dUYQ71MD0xTsRmy/GxCj/GLzERM5mejRLpv8xEdJrUjlpCkhmNGmli3kJi42GyiSAz00kqdu+ivKEai4pfE2SIBEPMjE8Ry8SYGplkqn+EkGTaDGsK68xVrl68KFlFK4bbjcNmEpfAbuz6BQb9Q/SPhZFEG3a7DVP/x2TXGbrGRxmdjxLzDxOZHWaAcnweN1aLeYtGWcnihQcv0Ds6zHV99HQuAjaH+G8BN3/Pv8Vd+YO8B/IeyHvgFg9YZPHP6/WigZ3+Zj0QCOQydvr0zC2IW/DAMAyyMidT2ILq5VVagwfMNeA8pihZHC6D8jo7je1uGvesEQS3aa+bprXiL8FTuh1Ceyd5zfs97Nh3uy5NKvcGr7pWF55CC+4Ck6pG59p1F3rVe8dekSGgPNdst9Aux1VeTcJnh9ik+8vP67HaskNs0v2NgvJu2iM67/PQfAdZ6+HfpHyWwCLtgi2eVX2qdGrTIv7SsqHNhctr4pa2qah33MZDeSsspbnTfk2zi4ISC4lUnJHhYaanpyX+zKCPfugrz0tLS3MvWHhUB7Ahhsk9CFOuYoapR1Jxx49E09kJwkYDJU4f9YUGgcKnaUuPkMimyTrd2MiSCYWJWAqorHMxNzTE5PgM0RzfjJyNM359BsNaRHWliSs9xLXhKNmDx/BEEhTVFuOuKSY7NSsUFkzDS/3uZspqyjClZm0fE5uZxpKdY3xihOlwClmzkExZXOL/uMi2QjxBhoRk2TKk0ini0QAjAxNEElkiokdWgktJDxIORIhmEiQifqJpLw67myJHkpSRJR7LCj+WbFky6aRkHQeZEbpQLEYilSRj2rCk5kjqy2EyS9Dzu/fVAzK3kgnWfRWRZ573QN4D98EDhmGg/3qktraW4uJi9BHM8fFxNLDL6ILufZC5WZaGYWAYhlxzsptllad/iB4wH6LsLS3aMAxsTpPSajsaJNW3ulkT7Haz84AnN2FfE/4Nvg1Ct0OCkpbDXuplfz20itsgQV1Dmxvdr2l24vZZclAuwYPWrRWaJAhrOeRl50EPG9HjFjlihwahOw941+2PW/jc8NFqdRoEqxyFTet8F1naRk0SwK6my53q61pcOD0WCewslNU6uBPuWs5VNTnwFFlIJGOMjo3mbiL6IhRdIdQXoWzpAXYPlNNbjyQ3yaSyaMbydpZOnC5H7jFMw2LDVlhBgS2Gr6iUmrrd7NrRTnN9E3UFQlmYYnK0i47T57l0pYeZ2T46+nuZsRZhdRXhsduxy+qrW8K70UgDLS17ee2FZtp2lTA7VURpfTsNrbtpbt1BTbkHny2Dp7qdXRLQVRa6kUuJCFnrx4LXa6W4MMHY8CAhm5usNUl4doShqSBTrjaOHGnFNTPG9FSUeMagwG2QdUum0VWIR/YdxSaYaaJzKVx7DlLhcFFodeEq34GvtIySqSsMTSYky5cikwwxP+tndnaOufkw89lSigo9lMs1xGF1kDGceC3DxBIJUpIZXqsVebzNeSAX1Im/pXdvjlGeOu+BvAceigd0YbW5uTkX2OlLu/RxzEgkklt8fSgK3UWoYRh3wcif3uoekDv/Vlfx4einN9S0TBbj0czDUSAv9ZH0gGaVrDYD03qvLp5ZnE4Hx44do6mpCbfbzeOy6f3HvPH4pSHl7Xa30Na2g337fFgloKt4/a94sekF3n62hdZnnqRy11O81Oaj5Y9+yJPv/Ft+/Ed/xV/9+Ad8690XaW54jjeee5sf//mbPHOoifKaOqqfPcF+o5gX3n2ZlsYaPKUHqT/2I3707lt8o87KoRefFbpjHGvZwze+9xT7XnmDSqcL++2K3aXGoGTnHp749r/i3Wd+wP/l373LgV17aGg4zPOvv8G3/ugNKirf4Y++/SZv/sm/4xuvfZ8fPdfOa3/6I55++V/zl+8+yfHXXmXPs6/xxuE2iqve4PvffoOX3jguQehRDrU/z3f+5Z/y9Jv/V/7VCx7s4yf5/Xv/zC/e+zW/++g67jf+Bc+/+Kf8y2+/wzdOPEVFyQHe+dG3aKgpxHHP+u1dXJA/jSl3Z+3fBsbD9EZedt4DeQ9swgMOhwPN2DU2NqL/Uqi/vx8N7DbB8r6RGkb+WnPfnPuAGMtt4wFJ2mZi9IZqs5s4XNvPRRqQJhNZkvEsmbTmM7aZ8/PqrtkDFosFp8OJQ24cpnbaNVPmEbeTB+peeJX2vYeouddKuxvY9cRLvPLud/jGu2/z5utHaXTYcNxrOXl+eQ/kPfCIeyBv3moe0Pu0Poa5b98+UqkUAwMDbMWXpxiGgWEYq5mRr98GHth+EcuDcqr0a0O8Y5iy86Bk3is5orLFChZZVc/P8++VU7cen4QE7bFwhkzKyF+It17z3F0jXW9ZhLtgu0rK8PoKcN0Fb92nTTtOj4+ComKKigopLHRjl2uesW5GeYK8B/IeyHsg74GVPGAYBjabjYKCAholY2eRxdjJyUkUttpLSQzDyJlwX/XKSch/3Q8PmPeD6aPAU3+rk8plu5Y9filpsIystOgbBhcgTiKeIC11mYzM0NJplCIrDLKKm8mQTSaIRaNE9fXhghePzDM/Ocb4fFpoY8Rjek4gFpf9FET0dzIZ0upI4ZEVHgv7wluO09EAgelJRicDRJMgVYp5E3RImjIxMy1SdWOAyt76PlmRGPETiKTQf5e1LuJMnEQsxFxQbBeXrIs2j7xmD2jT5hYdtMHXTPXoIGq/1zGXTmXJ6th7dEy7zRJDJgGmafKYNvVt/ngcKrRfpxJyDX3E+/bj0JZ5G/MeUA/oNVwzdvqPyi1yTZ+ens69GTMt80adLyrOwwbDMFBdFB62Lnn56/eAuX6SLU1xz5RbOmG8hamcSKdihEJj9PXNMDsbITI1yuzkCGPBOLHhqwzNxQjPjjItgdfAhJwfHmQsHJYAKU58boKZ8SF6xmaZCSVIxiLE5ocZn5hkZCpOOBAi0HGa/rko+i+yUsFp5scHGQomSc90MTAdYXJonOmhPuExwUhHN5FEMhdI3qLnHQ701fo6CdZBm0llJNOTIpVKkpLgMTd/EBuz8QipsYt0jkeYiQiOXHRSMnlGcfyjTM2JPfHMwuCXcwnhI2QSYaZJx6bxTw1zdSBGOsdwUZksWaFPJVNodTYTYH52TvwUzR0vYuXLtXnAZjfQx4M1I7s2ikcQSxYNsrnOtA1t0whtEbah+nmV768HZF0QuVySu67eX1F57nkP5D3wAD2gb6heDOzGx8dzGTt9Q6bOyR6gGiuKMgy9Ka14Kl+5DTxgbgMdH4qKpmS5bE4Tp0d2lmlgGBKEZHo5/aWf+bkU0YFL9F0+zelRP5Of/jV/6Jxm6OpHXLzwFe+fmWTy9Odcmp9nNpEiMXKF4cEBLsVLKHKlsVhMzOA1BodHuD6RJRmZpuvD/8gXHUIXyhAZvkzX6d/yQVeQyKW/4/3zo1y4OE1kfpaQZZ6O//qPTEsgmJTJ7TI1VznMSsAZJhaJEZfMYWBiluDkKLMBPzOzQUISfMZiYYLTU4S6f8+Xg/OMzEaJBueYnQ8QDMVJXv6IM9dH6ZX6WDRMYC4gwZmfkGQcQ4Eggal+BgY7+fx6UIK6JWqkU6Qkgzfv9+OXADgZ7aHrWgcXLkyh/8ZuCeYD2M2L2O4e0FuPceMKlpSMRjyS5mFA7A5y73QuJYNWf/OaSmRlPKZzsFn9Y+H0HX2g+ihsVI7y3wz9RuUu0qn8xf27levClTZcD/7KsjNoeyokZcFrs37SBTGLxcAQ2O5jNa9/3gN5D9zqgaKiotwLVPRN1R0dHehv7LZCYGcYK6tcdgAAEABJREFURk7RrRBg5hTJf63LAzemROuieTyQJUhaWCmVnaUWmyZWh53CQg8eTxEFhT7cDhsWkMAkyXBokpHrg/T2DzEyNEh4sp9YuIOPf/Jf+f2lcabsHtLRINNfXWHe4sF0FeIt9FLgK8DnTuPwTnK99Djxa9NItEYoEWFkaoyRa/10jYwwNThAPBgQaRYMw4bdZsc0DZAPd93UlgRnfvslV65eoaOrg9/97z/hs7/+f/NhTz+/++mHfPmHn/LFtc/4u/f7GfdPkpQMXsQ/wXjXh5w78zP+5rN5ItEYSckNpmc76b16mp992s3syf/Aby99wX997wynv+iU4G+elOijEqXIfTKROYKjF7nW8zv+w0+uMjAaIKX/0FsRcxj5r7wH1u6BjKQw4rEMg9fCXPp4jrPvz6wLzgj+md+ugUbwVuOt9Kd/PYPyWo5z5v1pvvzlNGd+M7OiXiNdYWYn4gx1hDnza8FT2IQ+qsvJn0+h+qguenx6mezTv1rQSc/fDZSPwlK8U7+cytmkdWfEL6eX6ZyTqXVyTnHWCzn6JTqr/lqnfLT8Uv25Bh8p3RfiC6XRfS2Vx0qg59T/p4S34q6Es5a687/3MzuewD8ap/PLedTXa6FbDefq53OM9UVIyYLF2kdFHjPvgbwHtosHPB4PTU1N6P+V1ZenTExMkEwmH6r6prkQFuSDuofaDBsWvtB6GyZ/tAkNCZRM/VrBTK02DAPDUFCEOAkJY0bTL9KW/pIJSw1xs4bmTIC0p40Xvv/HvH6siYbG/ex76kXePlbByD/8A72RCFHhIYzIzk4TuXaJrnQp4cHLDAf66MmUSuBTSXvmY07ZXqUqm6QoO8H0/DT+sEG18C3xebGpCmuEVDJFOp3OQTKelUmDh+LqGtqq5WLiH2ZoPEThwRZqy0slaDSYGeyVzNsQo3GDxHwCq/6/K6+blH+a2YEuJlMRJu27qJ/vhJISLI3tlBcX5QJdY4lO8dlxJrouc3HSQkgyfBmrBbvLi8vpxpbvieS39XlA+5aCy2tSUGKhqNS6LihW/LK70xQKnsJq/AuLLeR4Cd5SHK0rrbRSXG5dUS+X28QmHd8pZUGJlYLilfGW8rzTfrHYUlZjo7higU9hjqflFtkqw1d0a91qPEuEzyKvRRxfkeq5QK/26XmVu3heS5Wh5UZAeZUs8VdhiQW1o6jUmrPDt1bdhUe5+kJ8ovyKpVzksVLpE9/7ChfsWun8WuoKSy1Ybcj10UDbdjN+UHkFYqvTZaJ9nPyW90DeA4+cBwzDyL25ur6+nsrKyly2bnh4mFgs9lBt1YBO4aEqkRe+IQ+YG6J6TIgkEYC+iGFN5mbDZLLzhG0H2FfupLRmN8XeYkpSY4wlZ+i/doWLp67Q0z/I+Pw4Q9PjdA3G0B/DL/BPMDeXYHDYzZNPH+TFg0lCkRF6Z6w4Pc0crnZgq32KOkscI50g4SmmsrGWhp01uGxW1taQBkioVWgPMj/TQ8fAkGQW05ANMDHURd9sloyzgGJ7kpmeHvrHA8QTQfzzEQKzCbLxOP5IiKw7Q3hymlAyTcJuIzsXJJEqwF1ZgSM6zfxQP+NTQcnmCWuRuPDJEAlFmZmYJ2NEiUi2MZq2kIoHSATHCErGZQEv/71WD2jfSckqvj7utVaaRwpPbohWu0l5rYOmdjc7D3rWDS0H7k6jOAor8W8RmbsOe1eR66Xl0GrnPJRWOfBKkKT6twoP5aP8VpKz1rqlPFoOeVC+S2lbj3jZfXR1nZbi6v5yfdqEdvcR3017Ww7eykvxczqswa/K/26wS/yndiie8lbdtdTju4HqcTccPa/81E9tT0h7SXtq3UageZ8Hn7SnT4LpulYXynMjfBZp6ne7Ka6wYbEaj9SwzRuT80D+K++BnAcMw8DpdOaCusLCQkKhEIuB3cMIrPKZulyzbNsvc9tq/lAVt2OxVNH8/2fvP4MjSbI0QfAzM+cEcHDOeXBOMiIjIzmvyiJd1dVVPT1N5npnZonsipzIycqKnOyP+3c/Tk5ObuXkZuZmpvk0KV5ZlbQykgTn4Jw7HHCHc87uPQM8AkAACBAHV4M/qJnq06dPP1NTf09VTb3eArNJga6oGkVVzWjOz0XzkTpUtZ7F4cYGHG6uQmVbPfLr6lAiydA+WYsoQ59jQ+2ZoyjU66A1VKCwIA9lFfkwV5/AhbZqnLh4FDUlZagqLELDoVZUN5/FqYYKNLVWo7TtECobWtBaUoBcHSBLWMehoKK1CsUlJSgqLELtoWroKTeL0JXXo6LtDA7VNaDWaoBUdhqHy61obKxFTdNJHK5twtFmK7QVDajINaGkvAYVzcdwsr4CFZUVyK85jpaKPFRQXWyFZThSGcV0X4/63lx3Vz8m/DK0VL8TDfU4d7gcNmspCovyUFrGGkAcAoF1IUDfharBayFDOr9UB3aO1k2V+ufnYx4mch6fkU/xJdVrkLFMXlOuom50Y6UZmeIqPVQ5JO+ZMpbJuxaeYpLFchfychmlNYbn13mFMktryfioWaW+VCaXUUThwnI3es76cz3U/CSTy8+WbFUm15Pkss4sm8t7Es9p66DCch309H1gtCjIK9GhZDWc1iDXSu1a0chioxSIQyCw/xEwm80oLi6GxWKB3+/HxMQEeIf1VCqF7TwkSex+uZ14Z7ssOdsC94s81f+iqTr6LFMlIzSaOpw8lYdc+uI1VB9C1aGrOF/egIsXC2FqOI3GikK0Ha1B3dU3cfqFD/DDt97B+2+fxZFDR9BURzNxF8/infdPoMSkg9bSjKqKWpw9UY6jl47CJgFK2UUcbzqNV07WoO1UNXTVZ3CqTIP6i6fQfPkSOV51qMBGDgnlJ8/hxNlX8caLl/Det8+itPIEDredwktXT+PwsTNoaDiLt9+6iCOv/mu8cbgOV18gx+2l13Hu7BV893IVjNXncfZkC440H0JLy2m8+vJJtBxvQXluI06fP4vzr76F8+dfwFtH0pgdHcZw/wAG+sfh1+ah8uKbuHzkCv7gnROoLalDffNhHDndjFyjvJHK7Jk8CxVV25TawBbGrv9c0UjgmSpZkdafWeQQCAgEdjUCiXgasXAKKd51eFdrKpQTCAgEsoEAO3SlpaXIpRk7fr+OabsdO0masyd2YpYwGxgedBkHx5Je553mJW1R3sEsyMsT15l5D7EbCgrQ9oc/QltODqxZ1dsAnakGJ956C6+//y7eff8VXDrVgApjVgvZc8KeOHRZcOr2XOWFwmtBQPAIBFQEDGYZ1nwNtAbxNa0CIv4JBA4AAiaTCRUVFSoNDg6Cf/KAHbvtcrIkSTh1e7mZiW+LFe6eJNMsiCJDoyWI5to49uMhyTK01IloKaSaQhxbiwD3lxIDvY/b1NYiKKQLBAQCcwiI/wIBgcB+RECn06GsrAxNTU2qUzc2NoZgMLgtVZXJFmQHkmlbChSFZBUBNi+zKnC/CCOfDopWgla//61vduz2fy13WcvMAuDhQBK+2ThiNKO8y2q3w+rwNGgMzoF+DPSOY2I2giQoLh1H0N6P4dFpOLxRNS6VCME/3o3+URdcgThSyRTS8SSe/MpGPIpoKAi/P4BAMKrGpxFEOBRHlDco46nXxDx3Kqnmz8orELEokgEf/CmAPpvDk6oedAeRiM7ruTlpIvc2IcA/qZNMpsU7dduE974uRlRuTyEgSWR7arXq5in8cwfs0PFPHvC7dltdEUmaM06EU7fVSG+NfOHUrYQrtWsasIAs3ldaCSERv8MIKBrq+HUSuJ1CHAsQIC+GHK/h0RDc4wNwTQ3i0VAAgc6v8Wg6DLd7AMPDQ3j4aAyenju450oh6O5Cz8AYOh6OY7Z/ABMkLUkUGhyA3T6JqVgccXLeUuwcztzHrc4hdEySo+R1wPn4c3w1kYDP3YcZpwsz/DOSlHfjnzSSkSgiXtI5nUQ0HEMikUKKq7VQKKUloqRXLDHn+JGDmYyEESOnND49hunhQXTORJFIRjHr84OX8CST5HgSHygk/xXpRBwxqluM5C8ULc53AQL0HTRvX+0CZYQKAgGBwHYiIEmS+nMHJSUlKCgoQCgUQm9vLw0w+rGVm6fwTB3XUzh1jMLeI3nvqbw9GvMoaSySgncmjunRKByjkY3TyMp5pziNKSOfzu2DYTgoXK7MqaEIpoYjq+oyMxFFJJQkSsHtiD3Dy/kztFwZa45jHZnmdWe9We5G8z+Tj2Tbqb6Tq+DxTJ55XVaKZ/0YQ8aXzzlciZfjmYd14PNFNK/boriFZVP60rSZ8SgZ6CnwDBvfF773GdkccllL86x27XcnwO1UUQ7mY8y+SYpmMvg55fBpz8DeTwRTdh+mBwcxPTmMwWkvxu61Y1aTA7M1jZBzEp23uzDUMQCPuRh51jhmxycx+KAXM2MjcJAwdurCYz0Y7G1Hx/gUZoJpyFSod2gEAz3dGJ2ZgdfvxWzXA9zu6saYoxsTLg9mN71KhvTz+OHoHYJzsgO9U1OY8sYQiZNSCz6pkBfe2VEMjU2gb8CBAOk6MDOLqdkwQpMjVI8h9LhCSITt6Jt0wzMxBJdzBmMzAbgH++HyjmJw3AX76BB8LjvCYiJvAbo7f0o2HQ3YSOBw57URGggEBAI7gYDBYEBpaSny8vLAP3cwMTGhhjxAtxX6SJLY/XIrcN0umdtoDW5XlbJTDhvLQW8SY70hdN3yoeuGP+vUSTI7vvGh84bviewOOn90zQsOlyvz0VdetFOe5dIycX33AvA5E/C7EhjpDJH8xbq3X/fh8dc+cJjJs5GQ8zNx3k6qy0PSm3XrpDqspD/zZqiD9FiJr5PksWyur4oH8WbybSbkej/+2kuYUP0Jg86b/ifYLyeX6/OYMF+atlI887HuHaQ/h3ydoe7bfvhnE/BMx9X7wvWf08WPR196wdcZ3rWEg4+CcE3GkDyou+ORg5WMp2nwIgneKXDpk5/wOzBpD2DGE4Us+TDoMKG+zIaK+hbkaxWkpsYw5DbhUK0NJfWHkZ+OQUt5FvtkfjjtAxgYGMW4PwklFUTPiBl53nHoYhMYjRkhJQth9NzC6LQDs6E4z+UtVWWd12kEyTmbePCIHLsvcKunE+2TfrhD7Kw+FRWbHsD42D18/fAxPv34MUa/+gz3ZgOYnI0gyh6glEZKSiAdmUDnwCy8Y50YHe3HrfZR9F+/gYmBz/HZ41F0P76P2fFe+KJPZYszgYBAQCAgENgdCBjIsauurkZjYyOmp6dht9vVd+xSWVnrv7iOsjznFoiZusW47JWrubu3V7TdVj3TkAgdWZEh6zSQ9UrWSWGZOpK7QL7GoIHRpgWHy5ZJ/ArRsmksj4nSJZlGeIlkjQxFJy/SXWfUkHyF4pVF8avKZLlLSKFyZDKOOV+mLhyn6Ek+EcevRhpVj2WwpXJYHsvSUBmmXMKDeFeTtdY0jUEBlyuzflrCheSvlldn1sBgfVZHVT/Sc7m8nCYT5mq4kIfKIu8Ckjxr6a4AABAASURBVCKB07VUJ4NFA5VvDbo8UxblYXmpLLgR2IMHt3HeGTAnXwudQX6mBpa6C7j03ctobshH3ydjMMGDCJJIIIpYSkPOsAFm+BACKDaMaFJBPKmDhq6ffipw6Pw7eP+7b+KVJhnp8G3cH/Ij7HHA6fCga1SG3mzFsfeuID08jMCkHUsm1J6KWvOZAqvVgMqmEhhOXkJp331MTk5hasm7k/7Bh+gb9WIiEIM37EP7eAkuNNbgZFshiouspJcFJpsNuvxaVFm0yGmpo5ldFzwDXRhT2lDU2YNwcAJOXRHixgpYtWtWUDAKBAQCAgGBwDYioNPp1HfsDh06pDp14+Pj6oxdtlWQJAns0G2Fw5htXYW8ZxGQn40SMYyARIa3KUeDiiYTWs7koOVs7sbp3Mp5D12wofX8kvRzthXLOnLZhkMXl/Av0a3hhBXWAi14O+zqNjNalsojfQ5dyAXTZurVRnovlHHsSh4OXbStqPt6y2o7b8Nhqm8LlbPevCvxs75MrYzBJRs4XIn3SfxS/AjvNrpvhyn/Ex6KW3jOui+85vOm0zmw5mmQW6hDVQvdF84zL/voi3lgvZhvrVR7xIqCMj205Lhzmz2ItFqdI44BtF+7hYGhaVSeqcPJF6y48Zvr+O1/+kd0z3iQ8+IxHG7T4KO/+hS/+0//gKEkINXlIzx5C7/4D/8R//E/fIIH449x6+aH+Kf/8Pf4m7/6Cu3fdCH35cs48Ufvo7rAinR3LzlxCqCUk/wzqKkphVbCpg8WkY5EER8ZhavEhBA5dMlAxl1Mk/w4pp0pgGYO5UQIUjyCuspRfP7VDfz6ix70uzzw+52YeDSAyQigvjInV6FCNqO5IA79hXoUnj0EYzgB2RMjBipRQ2LFZ9cgEA2nEPQnlp2F3jVKCkUEAgKBbUNAURTYbDa0traq79jxrpgejyer5cvzM3VZFSqEbRsC8raVtMcKIhMHMjl2OprZMVoUbBlZ1yfbRLNGRqZVdDKYFCgaSSWdcQX5LINpFTnPrTPnZ5qXwU6wcZ31WbUMkmVS5Wuyhz/LYyKd52SvgA+lr6obpa87v3nuvmjo3uiXtKs57NZXT71JhoZmBCFDHIsQYEBsOPFCE05fuYIzp87i8skK5Bx6BS+dPYxT56/iwtnjOHe8DiWHr+D18604dv51XD7TSmlH0HD5XXzrwnlcutCMlkuv4RLRmxdO4jQ5QeWtL+OFlnLUVLbgyOE2vHC1BcVnz6BJMaCw6iLq66pRkbdImQ1d6EpLSe4FtFWdxOWLb+G1Q0YY3J24+fsv8MXvvybqRvLQRdL7DXzrygt4/92LaLr8Bi62NeF4QzEK6w6huuU4rrSVwKbLw9mzDSgoLEBB/REcOXcRJyts0NdcwStXzuHixaOoqCqFjju9DWm7JzLtOSU1NDqg08vq99CeU14oLBAQCGQdAUmSoNFoUFBQgPLycvB7dfyOHTt2PLuWjQIlSRIzddkAcodkyDtUrihWICAQ2CwCNGGjduQUblbU/srP3okRlQ1lqD/chvraWlQXmSHbGnCopRZNh4+jqbYSVTTTpi9owIlDNWg4fBLN1SWoLC9BUeMJnDtyBMeOVKOy6QhayDk6faQFrcRXWH0INTl6mDVWFBYXoa6tAtaqKhTR6KbWWI7cHCtyjZtHU0NyLDV1KC2sQWMVlV1dROdmGE1mmE0mIiOKG5ppZrANRxrrcfhwHWzVh9FaXYGGyjzYispRUFKFZjq3ak2oriqA2ayHvqAUBZW1KDdoIJmq0dBQg9r6CtjyrKCxhs0rLiRkDQGFboiWBm2oaWVNphC0FgQEj0BgdyOg1WpRWFioOncZx45/7oDPN6t5ZqZOtS02K0zk33YE5G0vURQoEBAIZAWBp77c07OsCBZCdh8CujwU17bg2LkzOHPuFFEjSk166HefpkIjgYBAQCBwMBDYwVrqdDoUFRWpzh3/XA3P2PHumJt17NipY4eOaQerJ4reIALCqdsAcOlUColoFPx7UKn0nEGdTiWRTMQQS6SQ+T2pubg44hQ3z4XFe1qkwbJSJI/lZHhSGQGLdCPeOYZFsRu6oPL4gc2GOJaTInkb0kNk2hQCEk1ISZL6b1NyRGaBgEBAICAQEAgIBPYWAhnHjnfGzOyKyY7dZmwyduoYBbbtOBSUHQS2S4pw6taNdBIR/yyG791F+6ALnnAC5M4hHpyBc7gTj4c9CMaTSPEee95JTA33oGvchyg5aml2/JIpJJNUKDmD6UQcYb8Pfq8HgVBUdQiTyTi87jiSvE19IgEwM/++QjIB+oCyUeZNfgIeRMIhhFOblEPZ45EYArMBOhMfgYBAQCAgEBAICAQEAgKB7UKAl2Lm5+fjyJEjmJ2dBc/Y8VLMjZYvSRLZmWmkxGD9RiHc0XzCqVsBfp7FSpMjliJazBJHMBJFz4gG+f4v0D7kRM/9RxjpfoSHIYoLfYbPbo2j7+tr6B8cQG8oDr3nS/ziq2m4xm6if2QC/Q6SmPAg6bqGW31huAJp9SFKx13wTt7G3//0MZzeCHw9n+LB/ev4emwWMec3eDAShz9CeRd91nuRRtQfpjrEESanMh4KUkgTiFzhjCjyHNOUFvaHECMnVPX9yKNMRiPwhyNIRx/j3p0e9PXNwB8KwRMMIE5OYpw6gRQ5oSnKk0wkkYqG4Q+Tg/oMhpmCRLgZBOKxNCKhJJLxhTdvMxJFXoGAQEAgIBAQCAgE9hICiqIgNzcXdXV1iEaj4J878Pl8G6qCmKnbEGy7JpNw6la7FTRiQZ8lHCnEIwFMD/ej59EIvBE3pl0+uD0pFJaXorisFPHxXgz2jMMbViiuBPn5eYgMdMHnn8BsiBwq/pHfdBzJsAP9D6/jzsNBjM8GEaO08Mg40nHKH45i1pOAZ3wIY8O3MepzwR1Mg3ylJfqs9zIJR88IHP230Df2EF/1e+B0BpEkRywjKR0PI+oexoT9Lr66S+FwFyaGu3Hn0SS801MIxpyYnvHBPzuFmZlxdPRNIjX8NTqnQxjq6IG95yb6Jrpxq9OOWXJMZ9we1XHMyBdhdhDgDRR4MwVprU9xdordNVJ4eUgyloKfnhPXVAwzE9EtpenxKOxDYcxQmI2yQr4EeNv6gDeJJ/JYNpFjNEJlRZ7GZ7Fu02NRTA1Hsiqb9Z0cDGNigPDJoq6MC+vLxOfZItbXMRJBNuU6J2PqIEskmILPGd80vu7pGLiNJHnVxq556oQiAgGBwG5DQJKe7orJ79klEgnwzx3wjB1/T65HX3bqOE+KBunXk0/w7g4EDqg5uAbwafIjlUwjQV+odLoogyRJULQGaPPyEA8E4HMFkUxpUFSYA1NhJQwhHwKeCNIS71CUB5OtGAafk2TFwSsvseCQFS00Wh20mjhCXjfGBmZQljeK/ukAzeCZYdJroJdcGB+eoFmzJJbqskDUGk8lJHxuRMIeeH0OjA/1omsihCjVMyMgGaK00YfosQ/jYe8kJns7MT01BntMgZ5/E41IVvTQKCQrHoHHE4AsuzA82Iu+ATscNEM5M/QQD8am4XJMIhSJET4QR5YRUAh/jVYm7KUsS94b4rj+/MPjXjKgx3ppQKE9iKEtpsHHQQwuLYPiNlKubzaBeDQFz0zsid6q7I65MgYeBzD4KPgkbSNlLJdnsD2AAaLl0tS4x0Go4dJ6rnLNuPQ/JLmr6LvRurC+g4TFcjoNPPKj774PfQ+84HPmXY5vadwg3bNBqs/gajhQ+tJ8q10PdwVVJ51nz9lp5DJW4udyl9N5cEE9J/rDCAeTsOQpwMF8xCEOgYBAYO0I6OY3T+HlmDxjx45dMBhc11LKjFPHjt3aSxacuwUB4dStcCfUpZfk6CTj6uLDRVyyzgxzWQvaThbRjFYC6UAIWimIKfs03OQIBXWFsObqICX9cNin4J6ZRMhYRE6QDilymNzT45ianoEvocBS3oaGmgLkaWcx7ZlCX8iAkmIDfENTCHjCVE4lymproKEZsgQvi1ykyUYuFNhsehjJ+TQbDMgNdqNjKkxOXaaeacSCPrhoJnLcLyEcDSPi8ZBTFoe+0Aq9yQyF6q9VqGydCTpjDgqsBmgaj8Fovwe/ZERCY4OZnNhQ1AefphYGnQEqP2URnywiQIYejS/goBp8Wr2M+uMWGM0KEjRjxwbwVlKEDOwYOWEcPiknkEQokECYwidxxLeWc1OOgrxSLQykf4Y/EkqCz6OhFOKRFEL+BbK5DC5rjfJZznIUIdkxkr1cGtdjUZlrLItnHHk5MDup2ZTLshiLaHgOF75m8rkjmJnyYGpiFs4pH/zuKIK+OML+xXzMuxyxvAhhzbNqajphG+K8FKrXa6z3Qt5YOIWCUj1sRVpIMvWdq8mi++qeCcBB+nucIfg8VB+HFxOjM3A7gwj640jSCKC1QIvqFhN28SFUEwgIBHYRAnq9HsXFxSq5XC7Y7Xasx7Fjp46rI2bqGIW9R8KpW+GeyTQLojXIMJg0S2xmCelYCOHJDtz+7D6QY0HjuUroDSF8+S+f4Zuf/Rz+mno0XqwDIi6K+wR3Pv8C0ROnYLLaEBy8g7uf/A1++fHHuD2Vwsjtn+PTX/0NPvn4Q/R7UtBd/lNcfOWPcTQ4CInyh5QcFBQ14uyL55Fr0IDUWkHjdUQrGsghF2LxIHzWImgDXqTiMXUmMZGI0cxaAm4/GZyWEFLRAJTSQqTkBCa//hIPvnmAsZAOEf8QXE47pv1pKBoTGTFtaNPFUdKQi5yTTcirqoTJG4ISkykNKkEcW4PA5qdvt0avLZaqo+ez8bgZL35QiKvfL8ZL3y3aWvpeEV7+AyqHwidl0blaNoVP4taoxys/KMZrPyrBKz8kmUvyXP0+lUXpLxO9lJHN4fee5V1vuVdJzssr4UVpV5fWcYluy5V3lfR9lerx6h+uoB/JXVSXNch8Ug7lfWm+3le+U0j3uwCHX5JQfMiFghYHjr+uIRzL8eoPy9bcDvie8b1kvdVyqAz1nEL1ej36ZXgp72s/pnv6R3P3VJWXSVsSXqHr8+/loPiwC40XYjjykozSw7MwVQ+j6WIcF97NobZWhAtv56Oq2QRJ2uKHSYgXCGw5AqKA7UJAP+/YNTY2Ynh4GA6HA5FIZE3Fs1PHs3TCqVsTXLuOSd51Gu16hQwoLK/FB3/xDl79g/8R719sRVPLCbScex9//sffwSs/+d/wg7NlqGk8h9OX38O/+uMf4vUf/I/4ERmfRZWX8dL7P8H/6d/9JX74/T/F1TPfwr/5d3+OP/+Lv8T73/oLvHnxJbzbokCCDee+8w7OfffbONbShlp9MXTlr+J8kxa5Jmz6sJ09j4Zjr+Ji66v44OrL+MnlFPpufoLf/fJn+NUvP8cjexqV3/s3ePv8H+Lf/+QNnDn3Go6ffhM/+IPXcO7lF1BnbsVLr7+GCxdP48yhBrzwQitAVkfZqz/GuZYmNBTWo+rQm/ijH7yOsy+dR7HNSjPWribnAAAQAElEQVSZEEeWEUinAF4iDJrBzbJoIU4gsOsQ4N9f8ng8aG9vx+TkJKxWK1paWlBRUQFFUXadvqspxIZTXl6eurlBb28v7t27B41Gg/PnzyMnJ2fP1We1uoo0gYBAYPsR0Gq14B8ob21txczMjLp5Cv+e3fM04b6Jedix43BHSBS6YQTkDec8sBklKBotLDYLzNY8WIw66HQG6AwW5OZYYcopQA7NqGl1Rprl47gcmHPykKOXKZ8RJksObHk25FhzYaI8fJ5rs8FiscFsNMGiAx0yDFYLkRV6nY4cIgWSxgyjToKchRFb2WCEVm8ieWa13NziWjQfP40TZ87jzJnjONJagxKrDVZjDvJyzDAYzNATWa10bqK8sg4msxlGowEGvZZCHfjQmHJgYH0VLTR6MxknZsLASAaKDIkZBGUVAfKjIckkUhLoEgris08RYOOCf3uJR5z7+/uhJWOFHbnKykqwY8TO0F6rOjuoTqcTTKFQSK2TyWSCz+cDO3mZd2H2Wr2EvgIBgcDuQECSJHWgiJdilpaWgvuZ8fHx587YsVPHfa6Yqdsd93G9WrBJuN48e5lf6L4UAUmBpM1FQVklKqqqUVlVhuJCcs6W8onr3YcA+XKSxP92n2pCI4FANhBgQ4Rn5TLGCG8AwAZKQUEBDUhZVGcoG+VspwxeBjUxMfFktrGmpoYGzgxgp5XffzHTgBk7eMoem33cTgxFWQIBgcDzEZAkCXq9HiUlJTTIngOeqeP+NB6Pgx235SRknLqV0pfLI+J2DwLy7lFFaCIQ2E0ICF0EAgKBnUCAjQk2OnipJb8Lwi/78xbd7NDx7zDx7BzP1u2Ebtkok0fAY7GYamzxKDrXh+vHS6TY6GInj40wg8GQjeKEDIGAQOCAI8CDRNynWCwWcL86PT0N7mO5r10KDTt1HMf9FIeC9hYCwqnbW/dLaCsQEAjsNgSEPllDgA0JdmzYkRsZGYHb7VbfnWNnrqysDBmDI2sF7oAgNrAaGxtx6NAhcH3ZwGLjiuvIs3Rihm4HboooUiCwzxHgvoUdu9zcXHDf6vV6wYNJS6vN/Q/3R9w3LU0T17sfAeHU7f57JDQUCAgEBAIHAgH+sdyBgQHcv39fnclqbm5GbW0t2CDZDwAsrQM7dDxTd/bsWRw5cgRsUPHyKHZsl/KKa4GAQEAgsBkEuB/l95F51cPQ0BDYsWMHbqHMzMCZcOoWorJ3zoVTt8K9SqXS4N8y8jhjcIxF4BgN7whNDYdhH1pf2TMTEYT8SUSCKbgd0VX1nhoOYaQzgCkqZyvrODkQgp1oYRmTgxQ3FFpVv4X8mXPWdbyX8o2E1503I2NhONEfBOuyMC5zPkVlTBFGmevlwrHuAOxUl+XSFsZNj0fAvxEWCibhnpm7L1OE+0bxn7VHEfQmkIynV2jFIlogsDcQYGeON0EZHBxUZ+NOnToFXobIs1qSJO2NSmxAy7a2tidOq9FoVM95lnJ0dFQ1uDYgUmTZHwiIWggEtgQBfseOB8pycnLA7/BOT08vKoedOnb0UqnUonhxsTcQEE7dCvfJnKuFyaqBczyM0fYARtZBw4/9GHm8vjzLyR966MfQI5LVQbSO8ifI4YlHk4jHkpghhzQje3iJTqznEOnKTslIxwb1pfzDrOMK+mXKHCXHkZ2XjC4cMq6jK5TLui2VO/jQi4EHHgy3+6DKW6FMlr0ccf7+++45GaQ3Y8v6sQ5My+WZiwuueP9ZxmgXpS9TD9af6zEnI4AxwiAZTyIaSmCGnMW5eP98XfwrljHH9+z9sQ+Ewfe5oFwPif4gDoHAHkKADQd+t2xiYkLdJIQ3EOERZB5J5o1Q+J0yNjD2UJXWrSo7rZl68iwd/0wDG13s5PImMesWKDIIBAQCBwyB9VVXkiR1YybuZ3U6nbrEnd/nzUjhfihzLsK9h4Bw6la4Z3klWtQfMaO6xYTiKh1KKtdOxZV6FK+Df0XZVXqUVutQSuGKPMuUU16rR+sZq0pVTQZV9+X1Ifkku7yeeNZZx4w+xavUtXheNw5Lq6ksokw+Dktr9Cih8vn8WdI/g6HJFoPWFIS1IIkyquNa70tRuQaKwY+0xg1zXlyVyzpxmRyyHqwfXz9DjAvTfF0WpnPeEqp/ed2zdSsh/kw6n6tE9ef70nzSgqomI9Q4qv8c/vq5a8qnxq8hrGgwoO4wt1EjhE8HcewhBNhhmZqaAs9IeTwedRdLduSKi4ths9nUrbglSdpDNdq8qpIkqThkjK1gMAimzUsWEgQCAgGBwGIEeACpqKhIXRnBP63C/TAPtEmSpMaBDjFbRyDssY+8mr4HOc1q05DBbMLJqzYcu5yLo+ug4y/m4hjRevIsx3v8Si6OX6Hy1ymLyz79ah5OvZKn5mfZXAeO5/MM8TXLP8FlrKN+mfwcZmTw+VLKlPkkXFIPzsu0NB9fczzrxucZqj+hoOJQArXHJBy5ZEHbeRMOv2Bd9d60XTCj6kgahQ1BVB9N4/BFC05cIVxetKnY8L3icri8o8tgkNF9pbTV7tFSuSzr5Mvz9+Ulm6o3l6u2sSXYLFfe0jguu+2cFcXkGFI/fJAfV1H3PYIAGwns0PGulvxbbLwRCs9W8VJL/qkCXoK4R6qyJWpKkgTGobCwUP09KR5B59+025LChFCBgEDgQCPAKyN4MI2dOX6Xl/tm7qMzKyRE37P3modw6vbePduNGm+ZTtzZ8Na7vEyLO5toNKq+a+Lz+cDvnvCGAhy/nAK8sxO/CMwvBHN6dXU1uAPLdFgcJ0ggIBDYegT4OWYDgWeexsfHwU6dRqNBZiMUduYk6WDNzK2GemYEnd93YUNrNV6RJhAQCAgENooAO3YlJSUIBALgvpltKkmSIEmSujvvRuWKfDuDgHDqdgZ3UeoaEWDHrKenBw8ePMCtW7fw1Vdf4YsvvlCveVMFJh7tXyqODUg2iIaHh8EzAWw88s5PS/nE9XYjIMo7iAjwc8wv5fNzzI4db99/7Ngx8Mv6kiQdREhWrTO/68KOHf+uFBta7BSvmkEkCgQEAgKBDSAgSZLaD3OfzEviecCNB9FZFNtRHAraOwgIp27v3KsDqakkSep25vyuDf+u04kTJ9Tfdzp+/LgaVlZWqk7bQnDYgGRDiNeJ82+y8NIuNpIkSRiPC3ES5wKBrUaAn0WeUeedLdlgKC8vR21tLXh0mGfqJGmVZ3KrldvF8iVJgs1mU4lH0LkvYyx3scpCNYGAQGCPIsB9MdtK9fX16ioK7m94hZRw6vbeDRVO3d67ZwdKY0mSwA5ZZskkdzT8Qi/PwrHjxoZiZnkSj2az4cO76fHucTzKzcsKeKZOkoTxeKAajqjsjiPAzyC/N8fvakiSBN4AhN8X49k5rVa74/rtdgUYI97MgIk3lOGl59zH7Xa9d0I/UaZAQCCwcQQkaW6TJh48z8vLA8/U8asrHG5cqsi5EwjIO1GoKFMgsFYE2Ijhrc7ZceMOhg0bNhZ53Tc7eJzOsjjka146wE4fv6PDy5fYIOJ0QQIBgcDWI5B5Dnl2jgde+N1XHgXmZ7GsrEyddRdbZq/9PnA/xpumcL83OzsLDteeW3AKBAQCSxAQlysgIEkS+OdUePCNX1XhFQLc56zALqJ3KQLyLtVLqCUQeIIALwHgUWve5IRn3ph4CdfRo0fVJZgczw4dv1vHs3fcIfGMgHDonkAoTgQCW44AP6c8+MI7NvJzyEYBP5v8rgaHW67APiyAHWKe2eQRdHaSefR8pY2h9mH1RZUEAgKBbUaA7SYeSOLVUTxIzgPoPFi3zWrsguL2pgrCqdub9+3AaM1GDW9y0tDQAH5/jkf7eXkAGzaSNLekks/Z2BkZGVHfQWE+duwODEiiogKBHUSAv/D5GWQnjjcmam9vV3/ctqmpSX1mDQbDDmq394vmAS1+L5hXKvDMJ69c2Pu1EjUQCAgEdisCNpsNbGfxYPnAwAA43K26Cr0WIyCcusV4bMuVKGTjCLCBw0sE2IBkY5Il8cwA76zHI9o8K8DpHC9IICAQ2HoEeLkzf/HzTrQ8W8ebGfFMOi8d3PrS938JkiSBB7d4WRQ7dLwiYf/XWtRQICAQ2CkEeJaO7SleYcG7FfM+BTxjt1P6iHLXjoBw6taOleDcBQiwccNOG3c0PDvAS5J43TfH8Qwdb6oiSXMzeLtA3c2qIPILBHYtAuzA8fIcduh4kIV3tOQZJQ7Fc5jd2yZJEngJJvd//E4x453dEoQ0gYBAQCAwhwC/98zEqyx4MIn7eX5PWrzTO4fPbv4vnLrdfHeEbs8gwCNIHMmGDTtzvPUudz78nh3vdslpggQCBw+B7asx7zDLywB59JYHVfiLnzdCYeJtsdnxkCQxsJLtO8I48/su7Exz35dt+UKeQEAgIBBgBDJ2Fof8fh33O9zn8KoM7n+YR9DuREA4dbvzvgitVkCADUZegslLkHgzBp6t45kBm822Qg4RLRAQCGQLAR6p5RFbXu7MzyDPkFdXV4PfdeWfDslWOULO8gjwey6MOb9DzPciswR9ee4VYkW0QEAgIBBYBQEeKJckCWxfcX9TVVUF7mu4zxerBFYBbhckCaduF9wEocLaEeAOht/V4Rk6Ni7ZoWNDZ+0SBKdAQCCwXgT4y52dCH5/lQdTeMSWlwPyZij87gUbAeuVKfjXjwBvAMXEo+Xc/7GhtX4pIodAYG0ICK6DiUCmP+dVGZIkgft43lGcr3l1htg4Zfe2C+HU7d57IzRbBgHuVPh9Oh4t4pd4ecllpgNahl1ECQQEAptEgB0Ift56enrASy55VvzYsWPgL3lJEsssNwnvurNzn8fEs6XsbK9bgMggEBAICARWQYCXXUqSBO77M2w8iMfOHdtf3Pdk4udDEewSBIRTt0tuhFBjbQjwuzw8Ql1fXw/ueMRI9dpwE1wCgY0gwL87Nzo6iocPH4IHT/i54w2JeMZckoRDtxFMN5uHZ+r43UXeCZP7Qx7o2qxMkV8gIBAQCGQQ4L6ezxf2LZIkgd+bZseOnTpeirnQ6WN+QTuPwO536nYeI6HBLkGAN0fhZV/c4bS0tIC32BXLAHbJzRFq7CsE+LnipZZjY2Ngx4HfmSsvLwfP0rFDxwMq+6rCe6gyjL3BYFCXRPEAF9+rPaS+UFUgIBDY5QhwHyNJEhY6dawy9/38uguvFODfJOWBJTGwzsjsHhJO3e65FwdMkzTSSBIl1kSJZBT+gAfJVAzFJYUoKS2E0aRHMhlDPBFVZaSxNllzfEnCO0UkPgIBgUAGAf6C5qWWk5OTYKeOl/fxMmd+UZ4dOt6kKMMrwp1DQK/Xoag4H6FwALF4BKn0evo+7vfSO6e8KFkgIBDY1QjwwLkkzW2UslBRdvYsFjPZYEWAlEQw5Cf7K7IB+2s9/dVqvGxDsi0n+jPMH8KpmwdCBNuLQBqp+Y4gTuHzKRwNIEGOndliRFFJPrQ6iRy7ApISRzQWXJOMNJaWgISBUwAAEABJREFUIzqD7b3ru6Y0ocgSBNJpejricfBs+NTUFHgjIkmiZ6ykBGK55RKwdsGlVquBLS8HOr1CA11RldLP9G9L+7u5a6iDX8II2gW3UaggENiVCLBTxw4cfy8wLVRSq9XCZstBRWUpImSXhSMB6n9iG7TB5vqktfZdy/OxHbdQw4N9Lpy6g33/d7j2aeoInk+pdArBYAB6gw65NisURVLz5eRakU4naaQ6Ss5dWo1b8T/N8MWTKep80k/4drjyoniBwK5AgL+0Y7EYeGnz0NCQ6tDxckt+f453l90VSu6YEru0YHK4NRoFtrxcGuyKIRIJU8gDZU/7t5XPdmmdhFoCAYHArkGAHTumOA328XfEQsW47ykozIeikRGJhmlgPfLErlq531klJZ0g2yyBeGoVHi4hHUc8mURiAd9CvcQ5IJw60Qp2NQLcmfBmDby2W6/Xg98lYYUlSQL/tAGicYRCYQSp4+H4ZSkVB3ydGJgIYMa/LIeIFAgcWAR4ueXIyAgGBgbAz9jx48fBO1vqdLoDi8murzgNdIH6NUkyIhKZxtDgJEaHRee2o/dNFC4Q2EcI8EwdEw/4rVQt3jSF04PBIHip/kp8z40PjWLaYcegYxVO7vN83Rie9MHhXYXvgCcJp+6AN4CdrH5otBPt31zHNzfvoWewHZ/+6mt02IPwkQ8GvwOOzuv42W8+we9ujSPinsRQ+z18c7sLHaMejN75LT7/phOPP/8MX3x5E1/1jCLiGsTdTz7E7+/ZYXezECAZ8sDT8xV+99tPcKNvHI8eteMW8V9/ZEeCKi8WIREI4nNgEXA4HBgcHKSBkZC6zJLfnTMYDOrOspIkHVhcdnvF01EPvIM38N9+2YvOnhGM+/2Y9jox3X0bn/3mGh7ZZ9Df/gD3PrmGGze7MRoIw9v1Db7+/AYGRqcR5dfqdnslhX4CgX2KwF6oFjt0iqJguZm6eNiPqXsf4+ZXnRizj6Kr4x4+/OUX+P3dMfjjPgzcv4Gvv3qIR497YO+9i998fAu9gx24/tWXuP5wCCMLnLLI2APc+fJz/P5OOx4OjuHRF5/j428GYZ/sQefdO7hxpx/DLj8CfV/h048+wfXuETxq78Sda9fx5f0JRGjWTnRnT1uUcOqeYiHOtg0BdqUi6H44StSO0ZEe9I04MTgeRCyRgmpLBv2I+XxwaXIhTQwiLEfhTwYxPT2L4QEPnCMz0OeZkKs3wqDIiAWmMfXoJm6OONDZNYIpTwAR+BAIzaB7WIfSfAP0vl709ffizuMxTPaMIUD1TRGJj0DgICHA21BnZuf43TmTyQRebllYWAiz2UzPn3Dmdn97SENWkkibCmCy6pGOBjHRO4iO2/doJLsPHUMOdI+EEI9EYNbMYnxmGLc+78Fw70O4ZmcRie3+GgoNBQICgZ1DgB06pmedujiisSi6hk3I188gGpzG+GwSPn8auc4e9Pfcwlddw3j8aBjjPQOwe5yYNhXCoE0gHnZjatINx1SYKsYD7yPoHaG+TNLDBidcw49wrWMSQ/f7Mem0Y8TlhdPjQijmQHu/HoW5BhgCAxgc6MGt9nGMd47Ak04jiX17rLtiwqlbN2QiQ3YQSMHtiSJKQ8Z6rQYS/en05ISFU4jxsx6PIRmLIaQYkA74EPb6EVVSCKcT8E7TeViH8qoiVFQVo9BmgSYRhnfGjhkpB5KcgiylkEYCvN7bPhVHrs0MU9qLEFkzobgOemr5UnYqIqQIBPYMAtFoFLNk1I+Pj8Pj8ajLmXmpZXFxsXq+ZypywBWVFA10lhwU5hhhpcEtiQbDQtNe+GY9SFu1kFNJ+KMGGHMsKCvSIBwMwU6GlCzL0GhEzwdxCAQEAqsiwH0FO3W8vHIxI1lW1L/MBnSwwIdEIoBAUoN4QouUcxze4BRmQjISFKdLJiGnJegqq2GJhCDp0wjGowjSoDuQAhDClCNCNpsOVn0CqTA5cREjDLJE+RRo5BiS6QBmPWGMT0ZhsZpglgKIRKI0I6iDQYE4liAgL7kWlwcFgR2tp0Sl61FRV4z6tkOoqz+C1rp8tFQGEQimEI5SMo29ROkBd02Ow2cthc6XgE7WQl9gQW6uAkthEYyKAmOeEXqjHorGDF1pJerKqtF2pBbl+RYYqcvRKVYUGKZh98qQC6pQV12Pwy11qDlSAysVIx4AAkF8DgQC/OXsIUduampKdeh4Zq66uhpWqxWSJB0IDPZNJWUNJK0FlvgsQANfGmMOiooL0NDciMr6NhyrL0ZlqZVm8azQ6gtQYKlA8/FK1DadRBH3nfp9g4SoiEBAILAFCChkXzE9O1OngVbRobzAQ86WBhqdBiZDAr5QDINhA4oqa3G4ugZtRxtQ11yDSkseinRAwulHymgim80AsyFNGmuJKlBgpMH2aAwhbSFKahpxorYaDWebUVNQiYZCDXJMGvj8uSg2TYHG85G2VaCG7LijTXWoO1aHAlmChiSJzxwC8lwg/gsEthsBBa2XL+Limy/ixPE2NNQexYXX/wRvn8xDpY3HcDTQGgtQR07fH/7wMo6+/i4un38T33vhDN596xCOvvUKSk1G5B0+j7MvvIDLR4/AUncR37vShiuHS1GUw1aLDnmldbjyox/g4uv/Cu+99DK+9+45vP3WURxtKQE3fmm7q70HyxMq720EeLMhfomdf3uO36HjDYaOHj2KiooKaLX8xbq363cgtVfMMOS34b1vt+JY3Qkcb63EiZfb0PbGB3jz7Fm0lZfhxRea0HjyKHJLGnCithQXvvctXLx6BlWl+dCJju9ANhtRaYHAWhHgmTomHgxcnEeGOScPF999HWe//T1cOVRD/UsFWi5expX3X0axrgWvvXwKr15tRcPJYyg8fBavl2lQfPENvHT2dXzvxZM4d7yYRLIFloPT77yFS+/9GK+//B6+9/o5fPDdM7h0pgb5lXWoP/E6Xr70Et45V40rf/QDXHzjX+Hdq6/ie++cwzvvHMOJQ2XQ0oCkBHFkEGBUM+ciFAjsGgTi+VWwNh3DSxVGaGkk5nmKsXFqNpvh9XrB7ww9j1+kCwQOAgL8LPAz8fjxY/AsXUFBAappds5oNG5F9YXMHUJAo9Gos628vHaHVBDFCgQEAvsIAZ6lY2KnjgcGV6xa7nE0NjbjYqtWXfXB72tzP8QDiSvmEQlbhoBw6rYMWiF4NQQkmieToKX/umUpEpMQDKdhUXRQoFuWR14Qr9OYYdRb4XUH4XJ6EYuknpNHC4kkg/5DHAKBfYhAOBzGxMQEenp61Bm5srIysFOn09HzJIuufy/fcon6LQmaRX1cNJyE1xNcFCcv6CMz5xL1exLlx44eonCBgEBgNyPAs3QrOXUS9SFypm9RcmAg2yvHaIBea4Ys6eCc9iAUiOEJT4Y366GWejIF4niKgPhmf4qFONtWBCR6GGUiZVmKhGMIBiLQ60yQJQ0k6kRWI0XWEK8RFnMOHFNOMm4CSCWxaj5AhjgEAvsNAR4h5dk5fneOQ35nrqSkBPn5+WIzlH1zsyXq22Siuf5Tq9Gr/Z3X7X8SJ63YZ8oAcUEcAoG9gIDQcUcQYIeOiWfdFs/USaSPRD3IXN8jLehnNDQIn28rRMAfgs8bQDyWXJZvYZ7Nn4v+DAsORmPBpTgVCGwnAhIVtjzFYnHEYjHwduugbmEtpNFoUVJSSsZNCrzULBgMAavmhTgEAvsGAf7i5WeGd7fkd+d4GYzFYkF9fb3q0PES5X1TWVERQuBp36nXGyDLCrjPS6XSi9KwbB8IcQgEBAICgRURkGUZiqKodtizTE/7HizoX2RZgc2WB51Oj0AgCL8/ACxI37pzqIf4BzFVIRrB7kOAjdNEIoFUKgW9Xg9JktakpCRJ4HeFKisr1Y7I5XKB5awps2ASCOxhBPiZYYduZmYGQ0NDiEQiNMBRgrq6OnV2TpLW9gztYQgOtOrssDNxn8n3ntvDgQZEVF4gIBDYFAIKOXRMbEOttz/hlSH8PjcPrnO4KUVE5nUhIGbq1gSXYNpOBDJb6Go0mg0Vyx0Kz1D4/X7wjMWGhIhMAoE9hAC/PzcyMqK+P2ez2dTZuaKioj1UA6HqZhHQ6XSqA8/9Hjt3m5Un8gsEBAIHFwGZZurYBuOQHbP1OHZ5eXlqXxQMBtVVUwcXxe2vubz9RYoSBQKrI5AxSHiUaHXO5VMlSVJnKVjON998g5/+9Kf41a9+hc8++wz8o8vL58pSrBAjENhmBHg0lB06Nubb2trUnyrgZcuSJG2zJqK4nUSAZ+p4ZUMgEFBXOeykLqJsgYBAYO8jwA4dDxbxKhC2p9ZaI0mSwIOL3Cc5nc61ZhN8WUBAOHVZAFGIyC4CmREh7lA2KjnjELKRw4Zuc3Ozut0uL8nkDSQ2KlfkEwhkC4HNyuHRU56JzrRn/qmCwsJCdQnyZp6dzeol8u8MAjyqzv0dj46vxwDbGW1FqQIBgcBuR4C/Rzbi1HG9cnJy1D0RuD/iAUfRJzEqW0/Cqdt6jEUJO4AA7/rHjl1TUxNaW1vBTh1vGME7ObEhvAMqiSIFAllBgL8cfT4f+MfEeZBCkiTwUksmHhmVJDFDlxWgd4+QNWnC954NsFAohMzA2JoyCiaBgEBAILAMAhmnju0mHkRchmXFKO6LzGYzuF/id735e2tFZpGQNQSEU5c1KIWgbCEgSZK6OcpmDBMeGeIOid+vy+jFW7pzHL9/lIkToUBgLyHAX4w88jk6OqouJeb2zG2cZ+j2Uj2ErtlHgAex2JBip47bSfZLEBJ3PwJCQ4FA9hDg7xee/V/v8suMBuzU5ebmgp06lrEZmy4jU4SrIyCcutXxEak7gAAbJ1zsekeGOE+GeOqfDRu73a7uhMmbr/C7JpIkqTtqZvhEKBDYKwhwe2aHjtv0xMSEupy4vLxcfXdhr9RB6Ll1CPDySx4V590vue8UBtTWYS0kCwT2PAJrqEDGqcv0KWvIsoiFdyNnp44H0tn+4p00FzGIi6wjIGddohAoENgkAmycsIjNjOzwzAUbOL29vfjyyy9x+/Zt/OIXv1B3YiorK2PxggQCewqBzIYovOTy+PHjaGxsVB27PVUJoeyWIsADYgaDATyIxYMAW1qYEC4QEAjsawTYqePZf7bFNtqfsB3Grwbw76fyMs59DdguqNxWOHW7oFpChb2MgCRJ6jpsdu54hGgjI87cGVVVVeHChQvqO3V8fv78efCoEe8U2NPTozp4LH+jndVexljovrcQ4M1Q+B06SZJUZ66goECdcZYkaW9VRGi7pQhIkqS2CzbCeLZuSwsTwgUCAoF9jQDbUbz8kp2xjfYn7BQWFxfD7XaD5exrwHZB5eRdoINQ4cAisHLFuSPgER6est+IU8eSeT13aWmp+vMG3Knw7oDs1PH67nv37mFwcFD9XS+ezeOfOuDNJzZaFpcnSCCQTQR4sIHfjxoeHgbPzvEMDM8y87uh/GxIknDoson3fpDFRhj3nX4p754AABAASURBVLzMidvPfqiTqINAQCCwMwhwf8JO3WYGv3n1gNVqVfdJ4GWYPOC0M7U5GKUKp+5g3Oc9V0s2TJg262hJkgSe8eOOieXx73exQczGMhvKHPJ7Srw0gGdD+H0ljhMG0S5rMvtcHR5M4FHMsbExDAwMqMTOHLdJJm6zPDDBDh1/Se5zOET1NoiAJEngfo6dOm5TGxQjsgkEBAICAdUR4/6EoeCZuo3YRZIkqSuveJ8DdurYvmJ5grYGAXlrxAqpAoHNIcAv2PLMBL9HtJGOZKXSuYPi3QIbGhrUjqaiogK1tbXqZhPs3PHsHW9CwR1PNstdSR8RLxBgBPgLkwcUeNa4s7MTGWIHjwcieIaOvxSZV9DqCBzkVEmaM6DYqRP910FuCaLuAoHNIyBJkjoozrYYf0cxbUSqJEngAUme8WPHbiMyRJ61ISCcurXhJLi2GQF26pjYqeMZjGwZKLycgDsoNpDZweNllzyizUszDx06BH73rq+vDzxjwo7dNldbFHdAEeA2fv36dRw5cgTvv/8+3n77bRw9elRth3V1dWJDlAPaLtZbbUmaM8LY+MpWn7leHfYQv1BVICAQWAMCbIvx5ktMa2B/hoXtLpvNpr5Tx47dMwwiImsICKcua1AKQdlEQJIksPPFozvT09PqzxJkQz4vxZQkCdzJ8A6C3NHw8jZ+z46dPH4Hj+O5TIfDkbVyIQ6BwAoI8KwKf9HxzxPwMmFm4yWW3P75WpLEu3OMiaDnIyBJErjtsEPHg1UQh0BAIJAFBA6uCEmSwE4dvwvHtFEk+LuMiR1DMVu3URSfn084dc/HSHDsEAJs1PJWuOx0cSeQDSOFHTd26Fgeb6TCM3PJqA6j/W4M97oQmAXkRC50KIBzMoqxATdc9tiqNDUcwcx4dFWe58lwjEZgH4pgenT9cpyTMdgHw6Tv6no+TwdOnyY9nBNzOnBoH4zARfI5bT3knIiBaT151sI73hemupJOz7kna5G1kGdhvRfGZ/vc64w/8zRxe+R35nhTIJ5hYQZJktSBB4hDILBOBNip43aUjf5ynUULdoGAQGCfISBJc04dO2NMG62eJM3J4X5pX6+C2ihAWconnLosASnEZB8BNnR5Jo2NXt4whWczNlsKO3U8WsQj2X6/H+zYJQIWOEdkjPeRE9cXgWMkiWQwD/4ZPSYH4xgjR2JF6g1jtCeMMQpX5FktfyaN8rOcUQrXLYfycN5N60C6jPZGkNGBw9Ge0MbqRjplQ5+lWIx2h5/otzRtM9cL670ZOavlHe4MgSmdWtyK2QDn9zl5sx5+p47f6+R36XgJML/vybPLi3OIK4HA8ghIkiRm6iAOgYBAIJsIsJ3EDh3TZuTy++GcPxu2HMsR9CwCwql7FpPdGnPg9GJnjmfreEmkx+OB1+sFG8CbAYJHsbljYeKNKXjpWzJsABJWKLIJcZpIYdLrLbBY8qHVmp/EcfwzlABSkJBISqvzzct9Jv98fDIlI00GWTK1fjkJ0iEtyYhTuJL8tcZz+Zm6JBISUhuVy7owzddvreU/j49uEtKE9/P41pu+sN7rzbtWfr8nCftwGIl4EpFIFOzIcZt2Op3gpb482MCzdezcMfEXaFtbm7qb4WbavMh7cBCQJAncx/GgFY+IQxwCAYGAQGATCEiSBLaX2Fbi5Zeb6VdYDqsSiUQ4ELQFCAinbgtAFSKzhwAbKPyuEXcmHnLseNnkZqXzqFNeXh7YqeNlAJKcRn65AbXHclB/IvcJNZ3OA9PCuOXOm87Y0HDqab7leJ4X13g6FyyHw+fxPpN+kvKeJR0onEvbuC5cfsO8HK5TM8mtn79ej2zOy7SePGvhbTlvQxPrtOA+rSXf83gW1vt5vBtNL6kzgtsaO3IzM9OYnJxEf38/uru7wY4dO3AvvPACOORNe86fP6/uGMaDG5tt8yL/wUCADS4e+OJ+kjff4fODUXNRS4GAQGArEJCkp8sm2bHjAaONlsPv5kmSpG6YslEZIt/qCMirJ4tUgcDOIiBJkjpTkXHs2PjdrEbcsfC7euzcsVHt9Xk3K1LkFwg8FwH+MmSH7tatWxgdHYXb7Qa/LzoyMkKzvHE0NzerI6I8msn0XIHZYBAy9hUCPALOS3jb29vVwQKXy7Wv6icqIxAQCOwMArxqigeNuI/ZqAa8GoVl8IDTRmWIfKsjIK+eLFIFArsDgYwTxsvTZmZmNq0UO3atra2qwxiNxsioTmxaphAgEFgdAQkWswU8A9fS3KK2PR5Y4PfmeJdXnpWWJAmSNEeryxKpAoHFCPDM771791BQUKD+JEZhYaE6E8y/ebiYc2NXIpdAQCBwcBHIOHWbdcj4e45R5FVSHArKLgLCqcsunkLaFiHAG5yw4cubRrDxws4dz3xstDhe0sYGdWVlJTiUNipI5BMIrBEBWZag1WpgsVjg8XrAbZANcCYeZJAk0QrXCKVgWwYBNraYampqwCsbeGdfNqB4RngZdhElENgqBITcfYhAtpw6rVarvve7mRm/fQhv1qokZ02SECQQ2GIErFYrcnNz1c1SxsfHwZ0CT+VvtFhJktR3lswmk9rJbFTOrs+XTiEacMPjnoUnlCJ104j5puCaccLjjyCeiCMZ9cA5aYcnEEUsmQZSKaTiMUSjEaIYEvEAAp5pOKedcAcTSJKUhZ808SeJP5mIIRaLUB6mKJ3HwHEZOfFkEvPi1ezsmPM9TEUDCHmdmPFFKZ3KV1P32z8JCar/pH0SvPNqTk6O2p7Z8Ganbr/VVtRnexGQJB400ILfF+YBA+4ruV3xezDbq4koTSAgENhvCHBfwt/VbHdtpm7s1PHgfDQaBbAZSSLvcggIp245VETcrkSAOwI2WIqLi8HvivAOgdzBcEezGYVlRYZEsyibkbGb80Znp+B0jGHSPoapqUnYfUk4R7roegRj43bM2MfJyRhG/8AUpiaGMDHtxsyMByHnFGZCQQRDEcTDk5im/MNDo3BMjWLMm0Z8gWeXID7v2BC85NAFw05Mk/M3M+NHyBdAyDEBZ9APfyiMWDyIQNAD+4QHKcTgmnTA757ErGsS4xMzcHnCSJBPR5/dDOmGdEun0+ANf+xTdthsNnA75jbNcTx7J0lipm5DwIpMKgLcvnhjFN4khc85jMfj+3vASq25+CcQEAhsNQLZmqnjVVc8kCmcuq25Y/LWiN15qUKD/YkAdyz8fh0vL+Lf8eL360TnsNq9TmPi7hcYcbgRSoWQHP4Yv2qPYKBnHCmNH9Oj3Xj4xaeYDAxiJFGF9OQ13LhzH9eudcDefge9sRjCNLWWDg1jNpyE1+dHcuQ3+MXjOPzRp65XcGoC/R/9Av2JBCLSGAYHJoiCSAa8mL31BXr9PngSKZoAtGN86B4++c1dhFNTuPvhNfQ9+A0ejg2jfSYHxRYt9qt/zYY23yl+14nbL7dlfq+A2y87eZIknDrGR9DGEJAk/jmUuLoJTyAQAPePPCPMI+wbkyhyCQQEAgKBOQT4+4rP+Psq813G1+slnqljp44H5NebV/A/HwHh1D0fI8GxyxDgkR5+F45n7RwOB5h4RHqDau7jbOx0hdAdroXJWI1jLTXIa65H+EEHUn6aoRvvx7g3goC2ADmyAp0xF0XH30K9QUKu7zHGnQ/x1a9/iq8H/PBHaF7NO4PpiUnYnUlY88j5UpY4IWRUQm+C2WKCxZIzRyYA8T7c+ZjktI9hcsoNxTmByPQoHky3Y2zUjfFUIfw+L6KDdzAS10JKS5Ao2377yLIMs9mE2upadZOUzEwzLyvmL0xJ2o+13m93cffWh/vEc+fO0Sz5NP7xH/9Rde4aGhpw9OjR3au00EwgIBDYEwgoigJ2yFjZzThkLINXqLBzyLIEZRcB4dRlF08hbRsQkCQJ3CnwRgC8yYTX6wWPSvMytm0ofo8VIUGbToG9pJQCmgVLI5bWIK3JgU0OwJJvgrasBhYAkiRD1sQQU/RIScUoyTuEM6++jfPNhbAZNdCTQyIZChFP5ONolQS9Fs8edG/YecmQJBug0dTi2JW3cO5oLSrkNH0xJKBtMmL8Zy4UHUojnlOLwtoXcP54KbT3fobxYAzkQz4re8djNq8AY8xtl2fo+L1QHowoKSmBJEmbFy4kHGgEuF3xjC//NAYv7eUNUzjkQbADDYyovEBAIJAVBLgvYeeOl3ZvVKBWqyWbQANhr20UwdXzyasni1SBwO5EQJIkmvUwq+8l8UxHMBgEG8k8+rOZpQHYVwc7CjrU5rngne3F9evt6OuYROHhSmhMebCWtKHCqkdubAKTwRAcXZ/j9ld34YYeprJ8pKNuTI8NY7CjD1P+EOI0k1dYVoKKShPsQ7NIxJJ4/pFEKu2Hyz6Gke5+DA644ZdzUXi0AVLciKa2XBiSYfhn3HB7PJgcsZNDlwLPMT5f9t7j4HeefD4fhoeGkUgkwLPNOTk5e68iQuPVEdjBVDa6eNCA+0EeXNlBVUTRAgGBwD5CIBtOHQ8+cb/Ethp/H3I/tY8g2vGqyDuugVBAILAJBHiDCR6N5tBDToHdbge/R8IG8ybE7qOsGlTVFiA3R4tYWIGsFOL4sSKU1Dchv+IkaorLUG3TI22sQJkliGRMj+LSIlS0VMJYlA9TMIBwMIKYphh5+SVoqC9FbVMldAEnZsaGMDrUTw7KKJyhFExNh1AgK9DAhvz8HHJYtJD1ehgrK2CORZAIhhHR5MFU1ITm2gY0nm1GTVUr6mxm5MoxJDUmmGqPwKYnGRL23cFfXvxFNjExAR6E4HfruO3yyOW+q6yo0LYjwDvJsjPHqxb4Zwymp6fBqxg4ftuVEQWuGQHBKBDYKwhknDp+Z3ejOkuSpA5o8usH3FfxapWNyhL5nkVAfjZKxAgE9hYCZrMZpaWl4FmPoaEhsNHMnc5SY4YN6oPo7BlqLuHEmVfw5muv4tKrb+Bkvoymk6dQlF+MsroWNJx5A4drr+Bb3/823vngA1w4VIO6+mbUv/AD/ODN9/HOm2fRVHsBLRUVqKsqRk7JCbxxDPBO9KG3qx1dXX2YjmlR8so7qNdoYEAVamrLiEzQWItQeP6H+Pbr38F7b17CuZcuornpKFrN+Th14RgsBadwuO04XrhwCueuvIjLb72KUoMW2n3q1PGSE6/fi8qqKpSVlcFkMkEcAoFsIMD9m9PpVN8x5kEuHtzia3b0siFfyBAICAR2FIEdL5xtKl56yQPoPGDEtF6njPNz38Tv5Q0ODoL7KO67eNBzxyu4DxQQTt0+uImiCgDv8MaOncFgUN+vm5ycBDt2C7Fhh487ENF5LERlA+eyHpK1GSevvo3X3vkAb7/zKl4404QiErUPfTGqVXY+NEAJq8WCC+cuoJwcOj3NYmZHspAiEKBBFq8XvBtwU1OTOmDA/SEbXFNTUwIegYBAQCCwaQTYCevo6FAdsc8++wyffPIJ1tu/dHV1gVdUvfnmmzh//jzu3LmD4eFh8FII+2cgAAAQAElEQVTMTSsoBGDOqRNACAT2AQJsJB8/fhxHjhwBjwZxB8RGDs/O9fX1qUveuJqSJFwPxkHQ9iIgSTJkRdneQkVpBwIBHjnndzV5ho6dOYXaWXFxMaxWK3imjn/XUwxmHYimICopENgSBNj54lVR77zzDq5cuYJXX30V3NewrbV0AH0lBdihM9DA+8mTJ8F9FQ/Gv/zyy6ptxvbaSvlE/NoREE7d2rESnAB2MwiyLKvL2fhdJd7eW6PRYGBgAI8fP1a3+eb43Nzc3VwFods+R0CSxIDCPr/FO1I9dup4CRP3cfyOpiRJ6g5zvAkPvwfD79cJp25Hbo0oVCCwLxDgQSOuiM1mUweLuG9hO4sHzdfq1PEAE9tpPNjEA0+Zc5bByzFZvqDNISCcus3hJ3LvQgTYiCkoKEB+fj74Haaenh5wh8EjQzybtwtV3o8qiToJBAQC24AA93Hcv7GRxAbXwiK5z+PRdX73hQ0n4dgtREecCwQEAmtFgAeLeDk3O2aZPPxuHDtma7WrePUA90O8/DIjg2foeACe90TIxIlw4wgIp27j2ImcuxgBSZobqebOhomn/Hnt9+joqLqe2+FwqLN3vANTKBBFyJuAdzoGtyO6dpqKYtY+R246XzUvp2eIy6DzRXnpWpXBIacvoFmKY+J0zuOajILP1fI4jXR4cr0gn5qeuSa+RTx0zbKexNG1es4h5+FwIXHcMsQyFtITGZyX+TnMEF+vRhk+DomP68yk1oPiuBxVPqWpcfOhykPpT+L4nIj5mdQ8dJ0JOY4pc70onJf5RNbCa5LxJB/H07Wal8/XQH53HIlYahc/NTul2tNyU6k04oRRLJLCRikaTiESSm44/9JyWRbLXBq/1utIMHu6sB5MmbL53OsOIh5NQ5H0QFqj1jsZlwjHNJDSqPGc7veGEQ1nT5eMDkvDaCiFkD/75USpTXB9l5a3VdeJRBppgvBp6xRnAoGDiwAvteT33vj9N7aj2BljO4o3++JZu7UgU1FRAbbH2BYbGRkBE29sZ6PZv6Iifit/LVIEz2oICKduNXRE2p5FgEeTuMPhkaVLly6BO6S7d+/i008/xY0bN/DgwQN0dnait7cXjgkPxvtC6L7pQceXs2umduJ9/PtZtF8jovNV8341i8fE10Eh8/H54y8oH8XxOcdzyLI4fSFxnEqUl3ke/t41J4vK5PhHn7vA+RfmWe6c9c3Ecz6VSIYaR7L5+okcvqY0Lu9JHF2rvAvCx1+48Ij1oZDPmZflPCmL5DxPRkZm+xJeVQ7ho6ZzGuO1oGw1nq5VPgoz16oOdP2Y9WJiGZw/E5Kuj4ie6EVpLONJfsq73Pkz+hGfKoPC5fiXxg0/9iPoS2Lf/ghfFnoLNtpnp+KYGY/CORnbEE2PRTE1vPH8mXJnJubKZ1kb1Yfz2Ycim6pPRh8OHSMRTI9G5nAh/abo2kHXIY8GEZ8OTopz2eOI+fXwTadVPr9LQipqwdRoCDMTC3AhXtaP5WaTWKfx/pBadjblztB9dYwu0H+D7WMtOjFOXifhGKXnNQvtWogQCOx1BHgDJp717+/vx9dff40PP/xQfS+OX2nhVQJrqR/P6tXU1ICduGvXruHzzz8HL+FkZ89gMKxFhOB5DgLCqXsOQCJ57yHAo0k8vc/T/LW1teD3TKqrq8GjSfxiLi8B4M1U+GXdqqoqaDQG+GbimBoIY7Jv7WTvD8MxHMbUYBh8/ry8C+XzuWNoLi+fc14O7cvowPFMdtLNQWXNkCHH15yH+afpms9XJdJ1oY6cb6neHLdQBvNnylkYv/DcQQbr9HAEHDJxGsvhvHzO9DwZzMPE9VvIy+dMnMbEeC2Uy3FMzLM0nq8drBcRp2f4OGQ9p0nvTDzHsc6ThBGfr0SsH+OfSecyFsrIxK8UOscjiNFMSYrsRDEBsHy/4pmOo/0bL2595Majr7x4/I1v3dRx04fO2/5151taVvt82d13/Oi4sTF57df96L4dAIdL5W/kuuOmH+1Eat7rPnTdCmC0HZgZMGK8S1HL6b4VRsJdgZEOScVg8GEC3rFcjLSnqR4BNS6TP1t6qfLm8eoi7PsfhJ6WMx+/kGcj5+1U3w66txvJu948tz/24MHvPZigPnf5lipidzsCQr/sI9Dc3Iy3334bvHNlXV0dmNjRW09J/HpMeXm5uvPlqVOnUFJSos7erUeG4F0ZAXnlJJEiENibCPBoEDtr3AGxA8fXvGabz3mUiB27iYkJ+Hw+9bftbPkmHLpgxbt/XooP/n35rqfvLNDxwrv5yC3S4NRrNrz7F3tD/53E+K0/LUF5g0G939utx8X3CmDO1ezNh2qbtJYkQG9SUN5kQdNZG1rO562bWi/k49AL+evO90xZF+bKbr1I4fz5MzzP04/ytV3aRP4l8tuoXm0Xn9atlXQ7dKkAhy8X4/Clwrk6U5mHLxeh7WKBes3h0RdLCJNCMDaL6kC8i66XlLeRtFbS79ClfLXsjeRfKQ/LbSPZK6VnM76yxQJTrpYm1SWIQyAgEJhDgG0pfreOHTNeRjk+Pv7MT0fNca7+n98B5p+d4sF3HoRfnXvLU/dVAfK+qo2ojECAEJAkSf3dOh5B4s6HoiBJEnJzc9Vdmzjk6X/+zTqmRDIGa54GxTV6lNUZ9hTll+ig08uwFWtRUq3fU7pvO9a1BpRUGWAwy7Dma7YdK75XikZCOkUtUkzVEQjLfMiG1mhlGK0aWPJ0dJ+0u4A2qUfBJvPnPwcDkp9DZM1fWM7i85wCPeG4MO45Mp9X5vPSC7ZY/vPK32Q6tz+NToY4BAICgcUIsBPGu11m3ovjd+vYjuL4xZzLX3Fe5ufNm4LBIPg1Gf5ZhOW5Rex6ERC91noRWw+/4N1VCPDyS0mSwKNNPP1vtVrBHUs0EgUNyUIcAgGBgEBAICAQEAgIBAQCyyPAs2wejwe8+ok52Eljx4wdtec5drxTL/9mJttdbH/xADtvVud2u9WdylmeoM0hIJy6zeEncu8hBLgDYXV5ExWdTof6+nr1RV9ZkXfcp2O9BB0MBCTudaWDUVdRS4GAQEAgIBDYPwiw/cRO2eHDh9X9CvinCHj/Al5OyfGr/WwKpzPxxio8sM4b2MmyDHYS+ecR9g9KO1cTNi92rnRRskBgGxHgmTrefpen+nlUSZIk9UVfHjFak4293JK5+TgO0qkUUskEEskU9spW2NwBs96s/9pvRRq89XyGf07G+iRk8u6uMI10KolkIonUMtV55p5ShFp3NVxck2WyL2bY+JXIuScRSFHfQO2K+oi5tkHXiQSS1FeobY3bELW9xX0HtUeOVwlq20wlqX2yjDkhi5FIk8xUYkH/k8lPbCSD/j/9LJefU4kv06b5chEtSMvwqCGVmaRKUPIidnEhEBAI7C8EUtT3sFPHyyZ5N0x+/vlVFnbQ2FHr6+sD7zjO8UtrznEzMzPqDB87czzTxw4d734ZjUbBs3XMszSfuF4fAsKpWx9egnuPI8A7YfLWubwOnJcNcCfFVVJtHPUfX80TG0lkdJHtRRYVEA/HkY7HkUykQLYVGVlpxEMUl4gjGk3B75zERN8jPOh1wB9LI7lU3rzY3RRE3R54HDPwk1JrUzeBRDyEGUcICcIBSMJPMpxTLvCrYiRm734SPrjGB9H1qA+jbrrPqTgSdB9T5OQl6B5HIomndSNDNhYJIeDxwOv1IRiMURtIQ+WNJxGNPWVddEYgU1a1PS2KFxf7G4HoNOwDvRgacWA2xu3KhfGHd9DVb8eMN4p4cBbe8S486hyBK5BAnB6mZDyCSNCjbujkC8QRm+nHUFc7+oYmMRtd0BbnkYsFZjAz9AAP+ybhCSWQTIXAS8vDvgTSsTCoWSKdTiAaJVlEaerY4pQ3ze2cOqtULIZYKEDleYlCiMZjlCel9mMpcji5vYd9Xvh9rJMHgWAYIX8AgbFH6B5xwsf9I8kTH4GAQGB/IsAOHS+h5IFwXu3EYYL6EbapysrK1Erzb89FyUlTL+b/sbPGThs7fBaLRd3fYD5J3ZWc5bBc5snEi3BjCAinbmO4iVx7FAHePIV3weTw8ePH6ku63JmoM3XqvwUVi5CTZp/Co9E44rFp3PzVdYz0XUPnyBh6JqNk0E/iy3+6BvvoNVx7NISvb0/AOTFKRtAEvvjrn2LE7kKEjPgFErf3lIfOYxGEwjHEyAFLsYMaiSMRDiNBRlwiEsN0dzf6Hj7ABPGmo2EEyTCLP+GNEW9E5aXkOd15JpL43CEy9sg7iYVnMdYziP5Hw2ADcY5pj/6PTMHt92PcGUG0/W/xsweP8PF1O/q/voPRznt4GFCeVizQjbHRIbSPpciRCyHt/gYPBnxo//oBBjoegqKf8i48ozZGE8QLY8T5vkaAf7/CjRtfDsEZjCIwM4TBW5+jNzyBrhENtMFOdPV048aNYfjHxuDPiaPv07/F7b4RPOodwlhfBzw0Op6imbDgwAgCiME1M4Lh61+ilwYO6DF+gl7Q68fM2DA0Biduffwpeh58iK867uHzrj6EXHfx0X0vZru+QO/oBDp7ezD68CN8zT+z0fdTfN1jx6MHg5ga6Ka2S22anLi07w6+utVJekzC7bbjAaWzAed9dA9j9glMB4fgnryDL0ZtMCoa6BRq3E+0ESd7CgGhrEBgDQiws5akEW12zCRJUl9fYUeNiR0z/nkCXobJfAvFZZw63jHTbDaDZ+gy6XzOq6g45KWZmXgRbgwB4dRtDDeRa48iwFP+meUC/NMGvINTKBQEG01psr8WVSsZQjAUopFzMnKSYTholD3gtcMdCNJIeJJmcYKwD9oRDNgx6fJhyhmjGTwN8gtyUakZgJ9GsmkCZ5HIbbtIRREL2vHlrXGMtd9E98AoHnSSQXn7Uzy0R+DouImOkWF0DU/T6P4QZh2duN41C3v3TTL67Ojs7sfAnS/QPh1FiAzKlDSneTruQdDVj/ahIIZu30b/yCD6aZZuajqgztTtpA87p+Em/tM9jtMXVpgmQRT/IMY8bkwMPcbDHgeGZ7QoMs6DwEXE3Zge6cb9O49wr3casbgd0/238HAsiIlIDlb75QJJ9LqM4MEgmgVDYALjyQLIOWUoNcegiQyjfTKAmWkv/FMDmJmdhdOXQJIanrYwD4X5IczM+DAx2I+J3ht40P4Qo0EZIc8svH4XJqdnMGWfRZTaUXpBk0zQDGA0FIaG2qln0ompIeIfG0HY78Csxgq9/QvcHvDAHweUhAMTI+3o7nfAMXwXfYOjcIwPwDF0D/faH6HPlSR9phGZptnB0VG0j3vgmg1BqzdCCQaQoFGelEFDAxpeTPX0wU99ZxIS/R2M2ypqKRDYDALxaBpRGhhdjSLBFELeJM3Wp9bEG1wDbziQBPMxsfzVyl8uLehLIBJMQ07rECH9dRozwsEE/J4I9QUamAw2RMMpeKivCPhiyMiIBJOYnQ4iHdcjndAhGk4jHoVKfK5IBiTj6fWB4QAAEABJREFUMrzuEDJ5nhdGAimEfIQP6fE8Xk6PMJ7UUXHI18tRmNKZlkvbqrhEPLtWE30tbKZpirwCgb2HAC8b4GWY/MOZ7NhJkqRulJJW/2+iPpICRWOBNacYbVUSZJrYSSSxM0cijJhnFDfGEvAHJmGfmkFPlx2OwR64yeEbbu/GlMeHCJlhab8Lvt7b+IYMvHEa6XfM+mAno3B6ZAAeaJCWJeLC/BFFPDFD6XY8vDsKJ3XCKUrPbrc0X9QOBIlYFNEYfeHktaGlVAdNiIze2SAZwgpyDYsV4iVpSbrBiZQMRQF8rhFMByg/jLDQ9WLuBVcSnTNRID77HAGa8ULUh0RuMfSWIhSTt59ricHhAZKJBHyOADlKGuQUmCHJOuiNNlTX2chokhEj4yjNM+PEpzYwKYVk1IUADbKE9SUo0gDyQvjSCTKMojTIJKOkNgfBoBkKOYzmpBtj6RoczumHA5Uwmy3UlhV4QmloZx6iO5iDtNcNTdSDOMng2bgkdV6yJCHXogeifjgcdjiTGmgMBuh1euj0BuisJaR3LRryYohO9ZGRF0Byv3QEC3EV5wKBLCGQpucj6E1gvC+M4a4QzcSHVyTmGeuldCbiH1uFnvCuwsP5n/D1hFUdOG49ND2ShMeuUYlleae08E5paIAzicmBKFzj1K8F82hAKYaxnuCTuo33R2hWX1HzsYypoTjcdoX6Py3slG9mNE1ytHBPyk/yrEkvwob1WBMvY/O8epM8FXPm3QYa7gzRxEAE7CxnqYkt/k7IltCNyRG5BALbh4BCVjjP2LW2tiI3l4woWYJMhIWHJCNFw0lRrws+vw8RrQGSho2cMMIcFwwiajBDkeW5BykVI0PMTaPsTgy7cqDTKtBrsTOHakyGIRUWwFhdATMZYfq0BcbCerTVAf6QATa9GSW5OujSEYSm7QhEpuFRymCz5qIoLx+moga01pjJQZHm6gdAMhihy7MhDzNwRPNIrg0lBi2Mi6xL7NkjGYsgTCOJiap38FqLASZNCYqVKKzSGDpmAkhH3ZgNxBCl0bXcihYcvfQa3rpQB5siw6evQ37SAxPP8tGI6IogpCmFiQLx2ecIyApgsEIXmELEN4UZb4SeMwV5OQr0efxcFqKQHKccSxKJRBBe5zRm7OTomY0w5pfDVnYYR4+dQIU+BEUyIdemR35pLoy5RTDTjJuEBQc988loBH4v0HBUh4TFgjT3TfEQBkdiKGosQ1VFI3KNQBQ5SEt1OKZ/hGHLqyhRUrCmU9AUNKLl6Ak05VADpWdaKjqEinwbKtJTmEgAFPu0QMkCK/GfvHIK+u4vEHZPg8ZDnqaLM4GAQGARAmkakJmZiKLnrh+9DwIYJSdiRSKnYmIogrH+8Op8LIN4J5mXwhXlEd8YOVfMx3JHn8O7nBw3OXBRnxW+ab2qk3NMQsyXR9cGjJLDNDmYgBwthddhAJ9nZIz3R2nmPx8Blw724TimhpMIucyIeHIwOZTAxGAcQaeJZNlUuZl8q4VjhMv4YGTt/FTf8QHip3AluSyPaaX0bMf33Augj9qBcyK2qJ1s5oK67c1kF3kFAjuAQJaLZMMoTUPMyUR6sWS9BWH7CAZ/99f45MvP0F92CLriBqRGutHzu7/D7+/dwXDDOVi0RpCrB4THMN7+K/zV3/w1/pPjKBSNFTnaxSK37UpngpxfhoKuz9D7i7twhKJQaqxUvAaSVIhjJVPo7b2HLx6Mwk4GXu7hBuimfZB8SdDkHGAg1hU/XNsmHNO1o6f3Or7oHcdkaEXmPZVgzCtBZfNhHK0yQqtIKKxvxJHXz6CijEYfP76F6PDP8C83JjHkJIt6Sc3qG47h8sv1yM0DHtz1LEkF4Q6QjQ2yvSGOA4KArAMsDaic+h167vwd/v7GGO5NVuDFOhlGsw0NLx2FFAxj+uEDTM/cxkd/+5/xH7/MhdVqQo1lBOMdv8E//u1/xV/9+j7GfTHItlNoKTCiAXdwbQbgDVWeIKmxwFjQgMPH22DuH0VBK802f/dbaGypBx49JN7UnFOWdiIlp2DMacSx2npU1BxHuRJDIjmErsFr+PCv/zP++m9+jx5vEPxYWyqbUHfkDE6Y8WRwRy0zPgvP5H38/tMvcWdKQSCuQJbUFPFPICAQWAUBW4kOjSdzcfyVwtXp1eekL8y/Vl7iO/HaOuQuKOPU68U482YpTr1ROqc3yTr5WhFOEB2n8xNEnH76jZK5uAV5z71dRvko/lXiJzr5WjGYGIMTxHeK8px5s2xOLl1z/POIy3sez8L0Exus90IZ2TyvO042YqEW2TzkbAoTsgQCexUBmQx4RSMtVl8pxKELL+KP/vs/xduv/xj/3ZtVqC5rw5k33sUP//JP8a03vod//0Yx8mtfwZuXWvHBD97Da3/2v+N//vP/Dv/zj46jqsiEHXvAZD0MOXX44I/exCt//GO8du4wXj5WhcNXLqNIVlD00k/w3pvv4s/+zffxrT/717hQ/yb+zb96Ey+/fRFtVUVoaazDoYunkBsbwaPf/Bof/svP8LN/+S0+v+6AR3ME771fgTM//hO889YP8ec/ehff+f4ZsKsnYXcd69LG0oK6+iZcbOZcGvp3GOcuVKGhpRG1zSfw5tvk1BtsqCywwVxyHo1NLTjTQGyKCSh5Ey8czUN1/SG0HD6FN8/YKGHxh5fepFIAwb84QVztYwRkqpsBR979Md54+1/hj77zAb79zlWUGY7i5VdKYCs+hBNnz+DKB9/C8Xf/J/xPP/k3+O/+1Rs4UV2I+mNv4OqP/jf8mx/9Mf743ZM4/OabaCmvRF31cVQfu4hjrs/wxUc/x4e//hk+/OoexpNWtJy/jEJFQe7Z7+F0fQ0aLMWoIqft3e9ehL70XZxvs6G8oA61ddS2X2qDrvkdvFirx+E3XsGJ9/4S3/rW/4D//id/gp/8+GW01L2D881laCizoqi4HpdeOASFZNvOXUJ9ZTXKtPmwlZ/CK2+9he/8+R+jvrYSOomqKz4CAYGAQEAgsCMI8DfOjhQsChUI7B4EyBKhD5gWKiVpYLRYUVhaBFtuIUpsOuh1RlhybSgoLkJebj7FaaHR58JmNSKvIA+5RZUoKy5BWYEJes1OPl4yOQ965BXakFtYiFyLETkmHYxWK7RUUW1OIelvI2MtH3lFRbBQHYoLc5Fjs8Ko08Jo0BOvDXolD5WHDqPt2FEcPdaGptoKFBlNsOXpYCksgs1WgOLCPOTnW3bOgcXaD94QZ266Ypk8ihF6vQEWA6dJ9M8Ei0UHvdEAvcEMW0EB5KKzOFlnRkGuBQaDcY5XkgGtDVaThviMMBqJ16JQ/hU+LJpphWQRvSMIbGGhMkx5hci1FaEwPw95thzoZBNyaBpfozXCbDHDSvEmWynKCotRUpQLs14DgykXOQUV9HxRPpsZptxcGHU66PUmGPPLUUwzaC1tR9F2mKi+EtUlNhipv9JAgmLJh5meYb2ihY748/KtkLU2WIwKdBo99HpquzlGSAYbcvQyjCTbRLPUeXmlKKXnurAwB0Y98Rt0MGgVaLV6mj0kfgkk2woDv1dH/aOiM1OfYUM+9Yd6vY5KhjgEAgIBgYBAYIcQkHeoXFGsQEAgkBUE0uDtgpNxCrMib6EQBbKSg6LaWtQ2NqChsQaVZfmwahfy7LFzifRlomDdH5kqbqpEiU0Lkw7iEAjsGAKSxgB9XhWqa+pRW9uA2vJiFFj1O6bPwSpY1FYgIBAQCOxOBOTdqZbQSiCwvQikUwDT9paandLmlvWlqQLZkbefpcjSRj26/YyKqJtAQCAgEBAIZB2BfSEwjVQ8hIA/iFAkjmQqDd6VNx6PIx5PqNepVByxSBA+XwixJKWTUcKDzRTMI0D2SSqCkN+HYCiKGNlbqsFC+SJ+L0JhiqN8SKWQZrlIIZGII8HnTHSeTKbApMpNxubK84cQJ1lqHBVGpcyJJTnzBR+4QDh1B+6WiwovRYA7Anbo1KV5SxN3/bUEWZag1csQ/grEIRAQCAgEBAICAYFANhBIJZGK+OFzTWJsdBwOl191wOK+WbgDPvgDIUTjYYQDLszYRzE4PIEZdxBRyhOOxEAf0iKNdDqGkGcS9qEhjI1PwcX5ElEE3Q44Rgdgd7kRIE8vHYsgNj0OVyxGzl8QAbcTHiJv0I9wNASni8qLhBEJujA9OYqh4UlMU3mxqA/+UISczoTqDAZ9YfBOo1T4nvlkS1E5W4KEHIHAXkWA525kBVAUaa9WQegtEBAICAQEAgIBgYBAIGsIJIMOeB79N/y6K46UToZBC/hG7Zi6cx3dVEqUCMEOdPd0425PEDlmF7766W8xMvAhHg+PoW+KGNJhJKK9+PjXvfDRZXCiG71f/w73pnrx87/6HF5dLkxmCwxkfoWcg+j79P+FL4bDcJPwQG8XJro7MAKSkWzHr37djvGeb9DZ2YsH/UGYDTO49k+/wdjQb/G7r+7imwcjcHvG8c31bsRoFpGKO3Af4dTt+1suKvg8BHiGLhJOwe9O0IhU/LnkdsTBvyvisseey+tzxeGdicMz/VRu5tpNcR5KY57lSM3jnMvnpVC9JnkZXpYT8CTAP8UQ9Cbhn31WfzUP5c3k8dE568/hk7gFMpmf01l2Jp3jFvE/R0YmnxrO86oy6VyNW1AeXzMGq5a3hJ/zMB4sk2mRbivwqnWYjcPriiEeTSMaSi1771gPlqnyLyOLy94ohfxJJFPPa40HOz0WScHrjGF2MoKpwTAm+9dO4z0hTPQS9YXpiz+k0lryc56x7tCisjhutCsIJpbLNEFyM/L4ms8n+kJg4vOlNEH846QPx3PI13yeIY5jORzPIZeVSVsuZH7mZWJ+vmY+1pXj1HMqc4z05vMMD6dleDnka5UW6Ma8HMf5lhLHcxkcz3yMFdME1Z3jlhLzjnWFnsWfdOPymZ95WJZK83pwPBPzjNG9nOx/ek+4LOblcjlkmlylbUxQWVwG8zAvE8fx9VrIRe0v6EsgHj/Yz6Oo/cFGIBSWMDiqxaHWEpSXFMFi1EMre2gGrR3Xf/sz3ByYxRR5bmlIMDe3oLSgBidyJuAIBzFNNpX6fRf1Iz1+F/7yw7AWN6K5QkG+bhSdfUMINr+OwsIKFFiN5DB6EJY8GNG2INpphy6lkNNmglFvgM5shlGXpOcxiSA5lUmF0qi8svxKnMwZw0QohGRoHDPTI/hmyK/yrbgh2j6/pfI+r5+onkBgTQi4JmPouu1H+ze+51LHDR+6bhHd9D+XV5V33YcOIvWc5fM50aI4jl9CajrxZfKp1wt5KG2EjFF2FibIwOlcTn/ieUyUkcHnrH/7grhMWjvJ5jSmRenE+5jSnvDRdSdhsIhnYfqC80x5z8hcwKPWi2Q+le8F53tyvYB3YRzLZFqLHiofyem+EyCnIY6pkcjy9470UHkpXFhWNs7HyHgFOXW81PegfuE872Fkh9s9FcNEbxC9tzzoubkOYn6mmz6D/9UAABAASURBVG70cEjU/Zz83fO8XFb3jQVlUd7e214wZWT1MC/JU2VS+iJ+in9WVzd65+PnQtJr/lqVweckR5VLoVoWx61AT2WQHOLn8lQ56jnFqfmoTNK7+wZdU/zTPB4Vy6fXc+lqfs5HvKoefP4MLeAlPsaq9/acPNbhGWIeTqdwIUYq1iR7UZnEM6fTYnlcxsK8ahnMS5S5H2odSZ6a9ky4WGc1D92/J2U/w7+4/LGuAGbHo4h4E89rsiJdILBvEUglUoj4otBZdNDqZzE6MoLeHi90hhLUHDqO+nIbbNokJElCUm+FTmuECUEkUknwK3JzwPCXXhwpjQ4ajQFmHcgxDCMcjyFtLoReq4dOo9AU4BT89hEMp4oQG3wMZ5R4FA0UDZMCWZ6TpknEwBepJ+UF1PJ0eZWw6RQorj4MEMtBfXLlOZjEf4HAwUWA+iNIsgRJkSFpnk+KTobGoEDh99jWwC8Tj6yVn8jma4WuM7RSmTKVk0njPAtlcLwaR7IhAbIiLas/68p8zM/E5xzH58sRl8HpHGbSWU/Ol7nmcKFufL0ScT6Wx8Tny/FxWUyZNEWrUH3kJ3hl4heGzM8ymRbGL3fOvExQ768CyBJA3xAr8bJMpuXSNxXHZUrYF8dWVSKdBrgt5+RrUFimRWE5hWuk4kotiirmiM+Zip6Tt6h8nr+Kw6dlsZwSimNiOUwcx/oUkcy5a82T8jg+v0SDSDCOSCAOgxFzaaQTpxVRmMmvXs/LmJOjBYdcFqetRBkZLIf5mVgXvmbifBwWk95qyGUyESbMq6bPX3O6Skv0YJ6lpPKRDC6L5bB8Djl+KS9fc/xTHs2Te6jGc/lUJteFZTDxOefLEMcx2QoVhDwxFU+zVVYxysjldJaXybM05DSVqCzmZcpcL+Vd7tpWQIYkdRWJKBmkW9XYhVyBwC5HQKeXUFwiYbirF2PkaPUMj2LYEVK1liQJUacLEbMVCXK0Qn0PMDTeg8ehEljJUVO8oxjrvYvOwTFMyA0wuzoxPf4Qj0cDmImWoLakELkzNzAy1oOuwVH09TjgnkmjrK4GzYV22L1hOIPPPn/awmIosTC4vMHxfjwKlSFXq4PVVobColJU2xSkJeyJIxlPg1enxLPYz8h7ouZCSYHAliIgoaBcj9ZzuTh8KS/7dJlkMmVk8/lCysSvFmb4F/JQXM1hC0xWDSpbzGg7v036L9RhK86pXoeZsiz7CMlrPZuL3EItSmsN2b/PJH+19sP3CNTjSkTsiG9pk96jwhWNBFuRFkcv5eLF7xTi6veL9gy9+EEBSqr1KKnSkf45e0bvLcZ4wzhceKcA+eTYl1TrcPJl24blbKR+R1+0obBCD5Bjt0cfJaG2QGDTCBitJtQcr0NwaBSOcT9kgwF5VVZIhjhcXY/R2zUMh76cBrGMyJnuwJhjBGO20yjLrUJ+YhbeyUfoHZnCtPY4apUJ+F296HHrEDacwJnaBjSlHmHKMUg8Exh2aQFLG14+14YXL1dCS38p2QwDOY1GehAlyYrSEiuMtYdg0+lgdnRg3DmOsfxzqMitRIXVgPzySlQ1n8TZMgu0PHiL3X0kEvNOXSydNUXZvMiaMCFIICAQEAgIBAQCAgGBwJ5GgKaMU0T02dPV2FvKC213HQI6G/SVr+EHP/wAV1//CT547SrefetFNLzxb/Hvfviv8eMfvoqTtW04fvwSXvnBj/HKlR/gL79zApUNL+PSGz/AH//pn+KDt7+F89UFOP3tn+DVV/8QP/j2O3jj6kmU5lbj1A/+Hd65+g6+/fJFvPnuizj14mnkaYyQ6r+PV46W48QLh1HZehh1MEGjOYYPvn0MVdUNaDj9Il75gx/j1Svfx7/9znGU1b2CQw0VaCwzI6+gBpdeOASdTrPr4FyqkN4ow2LT0MC8sjRpw9fyhnOKjAIBgYBAQCAgEBAICAT2GQKSJEGWJVAAcQgEBAK7DAGhzooICKduRWhEgkBAICAQEAgIBAQCBxYB6cDWXFRcICAQ2IMICKdu8U0TVwKBpwik00gm04gn0qCTufh0CqlkEolYDNFwCOF5iieSIPY5nj30Px6iOvh8iKxZZ65/FH5fFPxTEGvOthJjOIhYPI44QYx0HKmYB95AAgnCfaUsWxafDCPonsbUxBRmQ0mk0kSkRzpFdU4l57ZJ3mzhVE+1nVC4WVEHK3+anq80knFQCKQSCSQTcSTpeeQ4xiJF7Yjj4skUYpEYEu4JjI7PYNYfRTzJHLucqCLpoAuzwSRia9KXG1EMoWAUsehchlQ8gdCME1Hqo57dYmCX13+d6kU9dkzZiWZDUPtousn0uCJN7YL76BTDMy8zFY+o/XUoFKY+O0Z9ThKczG2Gefl8nlUEAgGBgEBgzyIgnLo9e+uE4luOQMIHl9uNgREXgmMPMeCOkwE1BY/HjWl3HGGfF5N9PXCRUxQlI3NXGgbJBBk8SSTJwkmTN8EGTIp05fdFUuSI+icnYB8exCyZOOl5XnbWFvOCUufRTieQiIcw64kgMDpKdfcjoFpSaXD+WCIFdoKYknSepDLIAledNCp+XkgmSCFJ2IWiMUTZcYr5EPYMon8ihHAWd4PKlMYh14vDZSnugtvlwPCwA+7xR+ibtmNozI/Z8Ul4nRNwrN3zXVb8k8hd2VCeaLejJ3x/EuThR8NJ8PlTZZLkVIcwPBQmByYF/9goZuwDmArNYmw0Ah588QwMYGayByN0D3sGPQj2d2N0dgYj9IxOTNjhIYfwqbwdOKMHgJ+5RDwJ1eEi5zNFz1ySQqZ0xIvo+AO022PwUP2T9OwkeECJ2kuKeFL83NJzQmLmlaeEZAg+GmCJkFPHz1zU68PEvQfwRKLY6erOK7llgXtsEFOTw+S4j6G/fQAzQ8OYibkwTI68cyaAhVuau8dH4HTNwBeOwu/1Y3pkmPrycQxNuOHyxp7RkftApjT1m88kigiBgEBAILBLERBO3S69MUKtXYBAzIGR8TF8c2cQzju/wGc9dkxMPcLQpB3DThkJMpxG796Cl2btEvIue5RoBiOVCMPt9MJDxozHH4TXF4R/ZgpuXwgh7yw8Xi8mevsw0vEIUxEf3G4/vGQEe4NhMhQDKq/HH6ZZgzQZ2PP3IxFBPDiLaW8UM7duon/cTs5OGPGwD+5ZH+V3wOt3YcblgdPhhNc5BQfJdTvcCETjCwwtMkgRg3/aDV/IT+SDZ3ocLkc7Ho/4EYioZu98odkL2CBmWlZizIlANKJuo5wa+Bd80t2Jr+8OoefmfYz29cEe3+DLzMsWJiKXQ4Careq0hfxJkP+ygCVOMyxe3LjpRpBmUafv38dA59fo8o7i7j0v4uQITt74BgMdn+HucBc+v+NCoGcciQINZgdvoq/zMYZ8W9OmFii5ymkaERrA8NKzOEsDRTOuAKLOSbjcXniDfpr59mHWToMHA1/g5tgsxhxeeGZdcNMzOuuLwG8fAz+fIXLe5ubkqCgCKx1ywUVOnd8boGfaDfukA31ffg1nOLzvnTrnhJMGmGbhnh7GN7/4HL23r6PD/gjfdIxgcDKAhduajz+8jaGhfjiob/O4fRi69RWGB7/B7f4ZTMwmsXSVZYoGqlLkUK/YVxD84iMQ2CgC9OhS/5bG3MBn6kCHiXiKnuPUgcSAv+Oy3cfsMkt0o4+IyCcQ2EoETECyCuj/OYacdsyQca/RG2HKyYXJbIE1Nxd6nRbyUstgK1V6nuxUEGF3D/7+N73o//qfcfPBY3zy1V08+s3/F5/TzMYoxX3d8wiPpoMIzjgQGPoC/3zDgZHbP8Xtrl58df0mHv7uv+LLiQSC1OtkDKRUbBre6Xu42RmELxChLyYylH2DmOy9gV/eGIHrzn/FtXu/wH/99Tf46Je/QMc3/xn/j99P4tbf/RMeT0xg5onelA9BDN54gInxu3jQcQdffvYYPr8LcfrGY5fvCWsWT2S6Sc/b/EAiHq1BC61WA8l3Cw+mUxiNNeFMfhYUoTYica9LYRak7TsRsiLBZFFgK9ZCofONV5AAlnQwWUtx/GozSkpz4J8MblzcpnPG0fnF17jz5W9xs/sO/vZvbmD0d/9P/OxuF7oGH6Dn0Q387PejcHodSEbv4fq1Djy4/hU6u77CP308hPa//b/hs45xjIbI+KGqsTrpVBwJz0087nWg96uv8fjGp/hk3A3PLJBKMscBIEUPrc4Ms8YAfSKK7p9+CZTnIq+tAvqF1ff34uHXv8Xvbz7GQFAmjKfx8T9PorjKgop6y0JO9VyjlaHRyeD2CHEIBLKMQJym0QO+BD2rkVXJ7QwjQx5X5Lm8nlniIT41jyus8vO5Gs9p8/Qkjnj43D0Txux0SC1rKe/Ca5WXdMrEuSl/5pzDpdccl6Hl0lje7BSVu6Ts2ZkQDUZHVP0z+Z8JqWw3883XScWH6s58LJfDFYnyqvyUl3mZVF7Oz7QgnstwEz4ezkPxKt9qIednWo1nPi0YSCKxcElBFtoZmxdZECNECAT2NgKrOxESFK0RrS9fhOSYRICckyjokIh26yceAwKziNW3ofDMceSbzNCGjDCVtOJYYxxjLhvK8yrRVmWDFT74+rrgTjjg0tWgwJqP0vwSWEoP4WhjDqwaMm7m6ykbLTAUliMfWpiNJnJq9Yj7ZuEc7YM75YPTcBhVVhOKiwqQV1qK8sJ85BRWo6YsD0aDBk9x5q4nF6WlFpj8I4jQWHmy+SwqikqglWW6wo4csYCbZkcS8Jb/CN8+YoQhno+cgAPGeDe61Zu+I2oduEKlrLUAkhTwQ0YKisW8gziGMRYvQdpyBscrmtBidiKIJjS21CCXZr9lGrItPt2EqsI8aKYfYzDsRH/ECkkpQ0t9HlB4Goebislf0UE3XwtJVqApqYJNF8P0rIJwqhQXmkvpmQM0mnmmPR7Q+A4NHAE0rvRsTWJezE56oOSW4NS3T6NA6odcVYbJvhBcg57F/LnHcP617+Nbr1/EcVsU8qwdJa1J9ExEMTZFFvZibnW2mJcAJ2m2bknSbrkUeuxBBLgdu6fjsPcH0XnNjRv/4lyVbv7MhZs/c6p046fO5/Kq8ohPzfNTl8p/k2So8QvKehJHPDfn5d/6uWuunAV8z+Zz4ibJz8TfpPyZcw6XXnNchpZL47Jv/YrK/QUR6ZHhvcU6LygnE78opLJvMl9GX+ZnoutF8XS9KB9fU94MnjepXCaVh/MzEQ/HzdG8bpyH4lW+1ULOz7Qaz3xa99duTPQG4XU+2wdttHnLG80o8gkE9gsCaarInPHAZ3SxzEeSNDDm1aK+oR4lBbnQSNgdB31L8LtHvISBTp/qpNFCMuXCOt0JR8cYAvEkNIVWyDorLMZcVFi9cDqGMDDuhDdtgL44H5LbjWRESyPfGuhMWig6E8wGBQrVlT5zssnhkjU6kHToTRG4p13wRtOQcsyQPD4kYkbo9Ap05MBpdDrotBpoNHoY9BooNAOGJwdL1FBZJD+3EHKYn28hAAAQAElEQVQijOhQO4bGnIgmUwucvycZtuVES5jZyupQVVGJIquC3LJaNBxroHuuxVT7+KZ0kKjKDEGaZ1HSmxJ1ADMrkOIJaMY/wq37n+BWSIOQoQHlkQSSI7/Dl3c/wZ1kHtK6IhSq6MRotmoE9z79ED//yg9HyEwDBrKasjP/DCg1+pAMdqHbPoJZXRXo6aJnUY+cYhOQDmGKZsj77T7ETZXITcahjwSRokZjtOoBrQUmoxY66nioGUE96ETS6aGRjCgw0IhDZBztvaOY8AIJbmPYBwfXcZ6eqY02F3nFFaiuKUMZDSJp5QrUHn8BJ3NcgH8Yd/sm0f35bYySwxxTzLDaCpBvs8JsNECTV4/Wc1dRG5qAMjuBYGqxdHbmmHgZ5uIUcSUQ2BwC/F2dW6hF6xkLzr+ZtwbKJx6mtfBmeBbyZ+JWCon3rXl6k0LSqe4Q9U78/ZevobIX5qN05iWetem+MO9y5/m4QPKYzs+XrcqlODV8Xjlr5VtVDtVpYdlPeOfjuQwmij9yMQeJaAplNXocv5yzBJvl6rd6XPNJM3LyNEgklnRAm2hi8ibyiqwCgf2DABkOgPoPTw5tHkqLi3C0tRCWplaUkhFRUXsWjQ01qLABGr0BZS2HkMOG1ZNM23vCvgE7c88st1KM0OZW4WSVGQW2KpSXFqGBRvpLahtgkU2oPkT1IUOorK4e1acvob7hHM631KGutgZFeRYUkZNXVF0JQ9INR28nejseo7OjG4NjfkTkUrS0WpDb0oLSvDwUFVSjtPEUzjTXoqq6BoXFLWitLUVdfS2s5cdwrkKBrbkJeUk/2VpdJIdkdXejk6xPuYL4K0+gubwWzZWFMBcewpFaK8wGeXuB5NJ0xSgqq0FbQwHyLTrIUhkaD9ei8eRhVFTXo8ysYa4NU+ZecbhhIfs9IzVmssHV9yvSi1x7DfQGK9qOFyPPZqHnrgmVNa00OFGC5sNFsJjNqDxyCBV1x9FUVo1ThwtgPXQUtTZqn6XNKCkpR4kZO3joUN9Ugrq6Ytjy8lF/pAlFhw9RmzIhr6gWpdUNaKJn1Fj3Es4dPo+XT7XgRFstKsuKUVZgRAXx5hgMiLvGMdb3GI8fPUZ7Ry/6pnJRXF6E5pP1qKZ+qbQgH7WXX0CB0fhkRm8HK73posmnBdNyggobDqGmoQGl1B5MZgushy/jSHUjTrRWoKLMhHQ0hNnpWcSpTRU11CHflgc9CdLn5KHi9BXUVR3GsfpilObpnilDIedZo5XE8kuIYysQsNg0qGw2oeWMdVdSeb0RVnLobEXaXanfTuFWd9gErUFCcZUe9UfNm8amstEIc65Cg3rZa2XyZkSJvAKB/YCARJXgGRSahKKzBR9dEarKy3H2eAlyjxxDpVYLg6URZSUlqC4AdGQ4VR8/CZvBQDNX2JFDgkTlSnhGd0lLnU8xTl44jraLl3GovhKtlQUoJ+c0R5KR0/Iijh8+hctXzuPE5atoKDqOKy8cR+vRZpTl55AzW4xyMpgsqRD801OYnrJjasoBl5tcEpplOHY8F7bWs2htbkB9RR3KK4/j0sWjaDjUSAb0cZxoqCLHrxm2mvN4qVZB4dEjKNECcDlIDslyTGPKE4a+sRWlhc04VH8Ep6+8hJZjr+FSqw25JoWYt/ljKEdhYSkaSrhcLr8K9fUFKCotRX5RDVpbSzlh40TQkX0Jgn/jMg5ATp555p0HF/l0kKG35OHYO+/g/OkX8crZQ2ijgYNcui8n3n4bF09cwmvnW2gg4RCqqxpx+XQFbGfexVsvv473XzuNIw1FMEo7CZ6EoqZDaD31EjltJ/DCyWLknT6BSosFVmMVqhpP4uorF9D24g/xalsLrlw6jhPnTqCxphJV+QbUnjqJfJMJCHngmbHDPklkd2LGX0aOTT6qTx1HA2HwyvljuPQHr6PcatoXTt1qd6yUBoqKi4thJCaFnPrckydQpdejsPYIamrq0FyWg8KmGhTSA1fV2oqiwgIYiNdgtaLm+DHYtAZUHDqMkopymJa0DZ1ehs6ggJ07yiI+AoHsIaB+D/C/7IkUkvYmAmwP8GoAdfVOlqogZ0mOECMQWA0BkbZVCEgAO3QanQxJynYhOijaCrRcfgWXX30Dr7z6Es4ea0QpW1EbKEpX0oqW01dJDsl66QpeOVwKi0GzAUl7OAvdI/U+UbiHa7F1qhM4iiKpy3IlSYC0FOjcqiM4+sIbeOOtN/D6a1fxQlMOco3yUjZxDS1yCorRfKoVuTRipwhEBAK7AQH25VI0MZMkYot+N+gkdNgxBNihS8TTSGTx3V15x2ojChYICAQEAs8gICIEAgIBgYBAQCCwDxGgcSqJRhhkjQSJBhv2YQ1FldaBALcDrV6GVi8hW4dw6rKFpJAjEBAICASegwB33bwpz+Klhc/JdICSU8kUwoEkZqdjSCZpWHu1uos0gcAWIpCi9se/VbeFRQjRAoFFCCRjMcTjUcTTT7e6T8aSiIdDiAR88PnmyB+MIUHtc1HmnboI+hENhRCiGchNqxCPIOmexIQ7hWjWtvqPI+yZgb1/EPZICE5nCLEoTZVuWtmFAvi7KoLpnm4M9E/C7qX7mKIZOKoEv06QjEaR5N+xWJiFztkekNR/dJGlj3DqsgSkELOXEeAHci/rL3RfKwLcwa6Vd6v41E58q4TvcbmSJEGjlWAwyVuwnHiPg3MA1ecBEN44Z7ODIBuBTpIh2iDEsZ0IOB8/xkjPLXRO9eP3v+yCh5yPib5eOBx2BEJ2eOztuD2QQDCSwk59lyUTCUSCQQSJItE4or4QQsEwggk6j0QRDSegvhO9DHCpWASxWBxxcnjSqQSiwajqnKorUZNJpPwO+Ieu4+vxODyhGDlfcURjz3qLKdIhHg0jykTOXypFeRNJxAmveDxJ2CQQDUURT6SQnB7E1OggOgI6mJIh+EIJhFlHSkuTHqn4s/KXUf05USzDi8HRKNwTvRjpb8dn18cwcv8u3O5HuNs7hRFH9BkZ8Vga0TDpGM+eDUrd1jPliAiBgEBAICAQ2AIE1K47yyNzW6DmjomUZAm8HMVk0UCm8x1TRBS8KxBQn5cd0kSSJEiKtEOli2J3CIEtLZadlyQZ8AlyVHgmeGlhvpEhOMgpmPCNofdBB9r7PRjtH4HXH0RSiiIdcWB0Vg9JViBLO9E204iHgnAND2P43k30ujwYGZzCzPggxmeGcffRBFxjD9Az6obL/3Q2LE1OV3i0C0N2O0acATjHHZjpfogB9zS6OgYxbR/AhJ3q3DuK2YmH6J0ZR0/fFCbJGZuYGsfAVGwRVIHJYYx3Ed+0Ez13uzDt7EPHwAh6qVy3x0Ozcp2YcjnQR/JGOzoxPj6BYfKpjOFBjE6F4B4dwfRYNwbtkzQrmCAncJH41S+oU+KfO+F7+ZSRIhGmOmuQCs/CPzuBh91OTPU/RPvdR5jwBilVfsq+5GyxrCWJ67xcuZR1ChLsAoE9iwB1jpFQCt6ZGNw0mrKbyeNYrGPAHUeCRpqC3gQ8e0D/ncbW54wjRqOcYfrC2W5d+B6pX8Pc/zPt2QdmCxWnbzcevfS64nDao3BObIImN5iX8zGtpezJGJxMxOuyxxANJREJp+BzJRbrvlZ5JOe5dWZZTGvhXcizUp55/Z9b7kJZW3XOOjKRfDf1dWz8xqMpeLk9UNwTHed5nlwvTFt6vh7e+bxcXiSYhFh+uYXP+gEVzU4dE88SrQSBTp9GTn4Cox2jsM9GEJF00JtMMJuNMOrNMBm04A2lVsq/lfHJWAj+qWF03niAYXJWJkfscI4+xtB4Bz67aUfQdRPfPBjDqCMyr0Ya6WQYEze/Qc/kNCb8EcwMDKPvy68xEvej8+Z9DLZ/jccDvbg/EqCZOS8QvItbd/vR1dmJ4dEBdIyRRzYvjQNPfxcG791Az6wP/Z9+ir7RG/i6cwgdoy7Muidw+5MvMTI1gkeP+ym/C6EYO24hxKKDGB4LwDvZj5HOm7jzqBNjgTRowo7FronoKwp8/1KpZ9nTiSgSMMNoLURpgRbJ8DQ67s9AMetgLTBi6cG762p0EjhElg7h1GUJSCFm7yIg0VMwNRTC7d86ceMX0ztDv1xDucRz89fER2FGz+6bHvjdCfTf9ePOh9ugP5V9kyhTvhryNdM8dmr6gmuVZz5txXPmZ3oe3wrpXCbTivI5H8m//5GTRgKjGO0MLL7PlHaDifnWSszPtEb+gXtesFNHg5Z792HZYs15BNRNgxMPfu/BZ38/g4//dnpD9Anl++TvNpZ3PWWq5VBZnOezf5iBfSiCqeEI7pP+HJehhXyZuI2GG5W1er6NY73Rejwv35c/c6qO8SRheuuj2Q21g+eVsVL63U/dmBgIIxLkZVVb3OiF+AODAI0fQ2eSoTcrULTyyvXWFcBQdAFvlQ5gyheEPSitzLutKRJM1jTy6k2YLn8fF0rKcKzSAptNB0mnh760HOXHj0OhmcWULzCvWRzJlBud4zkot5XhRKOJHBw9nIlaHK5qwpkiLRIzTgTo27HoaB3Kci2QpzowGHXT7FoOtLpiNFYa5mVlAiP0piJUVBfhdFUAnmgK1tJaNNTmQJecxOOuFIKOMIoqK1Db2IC66ipU1JXDVFaNfI0WuY21QCwf6I+ivJp0lzNy1xKmwTajJD3LG/dOYzpYjMKKQ3jvtAny7DTK2mQMkYM7ToNLS3PESO8oTSjw4NXStI1er6sqGy1E5FsfAoJ7mxFIA/WHzXjjxyV498/Ldob+bA3lEs/b/7oU71KY0fPsG/nIo07x+NUcvP6TbdCfyn6HKFO+GvI10zx2avqCa5VnPm3Fc+Zneh7fCulcJtOK8ikfp7/6R8UoazCg5awVi3i5bCbiWxS/2jXzM63GsyDtxFUb6HsLsgJxrIAAj1jainQ49lI+rvygFFf/sGxD9BLle+mHG8t7lfMxkYznlf/SD0vBxHwv/kEJSmqNKK4x4uhLeYv0fonksU7Mt1lSZZG89cpR8y1XJ6rD1T/cONZXl5O50TiuFxPlP/9eMSz5OuRSezh+NX8Rnuo9Ip41lT0vb0288zKPv1yA8gYTjBZ5hZYqogUCW4uApNXBdPwyLjSUocai2drC1iw9hfH2AXzyf/w9zY79Gh+2T2LcPbc0Mh6cxUzn17jxy1tIFRdBV0xOkypXC0UuwPH6GfT33cOvPh+kWT0vqgpG8NFXv8ZHDgsMFVXIibjR/enXuN0/i3jZWdSmErCF3UjS3Bf0GlXS038+eJxduHPjJn49UYVKow7UTVByAWzmapxtDmE2HYM3rUcKWiiU8vQTx9CXXYgZAsi5mI/hezM0k5h+mvycM0mSoOGfkFqmazCWNaOxuQ71ZVbisUAuP4XDF76Ls6kJFHr7EV1SjFYrQWeQoazm4D9Hn6XJ8tIIcS0QOHAI0IOmNUgw2xRYbJq9RDDyiJ9GgoFCS66yp3TfCaz1JupACS+9afux4nukPlsSBxXEFAAAEABJREFU/WeiQHyWIEBfmLysSE/t2ZSjgTl3E7TZ/Ossm/XlL3uFvqi5fW1K93WWvR/LYjz1RhlGiwI+38468rPK91JSpCUNVFwKBDaOAC/di5Nlz68ALLe0t+zCC2g7+RqO59fj4qV86KyFaDl3HLXVpTDry5BTdhKX2wDyYTauxKZySiioa8WlH/0F/vS7b+NKaxGqzx1FVX0dag0W5FQeRfOZd/DqIRnpqQf46uNP8enHX+KLLweQOPEKTp45i0uHa3Hk5GE0vvg2Xm47jdfeOI6mo5dx8uQLeOvNl3H0jb/ED8+ex/feu4QrL1/EkbpC5AV7cZNkfUb06cd30DnoB6yVaD5+Cq995yoaGq7iZGMpGkq1sBZV48x738GLZ8/gQlspStvaUNrQgtM2AySpFefOleHwS+fRduoKTre04VBDDmR5Hc85sdLXFChYgKRC58U4RbJr66zQaWSYbDa0vvw6KvOovNPHUVFfCfpqIL6nH5n6F4XsEVl+GrfZsyyK2qwqIr9AYOcQ4F3W0smdK3/jJafBu2Al4hRuXMiByMmdsCTxf6ouOfL0/wB9RFUFAnsLAX5UM0aPJM0/t3urCkJbgcCzCPB3D3t3z6bAUl6O/OIaFBlsKC83kLOhQU5xAaxWM7QaM3TmElQWABplmczbEiXBlF+E2pNncbylBXXFFtjKimAtbkRdeRuunGtEWW0LakryUVJoQ35hAQoK84lykVvWiOryCtSV5aGY8uRUNKKhpApN5LTZCspQVFxJs1z1KK0/gdaSInLUKlFRXYHC/HzkWcywqbIKVFnlreQUnriAIySvqaUCObmVKMolHrMErdGCgtpmVJeWorzABHN+AQ0O5qNEr4Ek5aO0zIxicrAKqexiax6KCwwUj00e3D+ZUFxshMWiqLI0ej3yKytg1GiRW1IKMzl5spry9B93a0yQnsZt9mxpGZuVJ/ILBPYmAtTR7lW3iL8f2LED1WFvgr99WvOomNqJCrC2D/T1lESNmT7rybGreNXBIX4Nay8/i7sFUcKQ24I62MYnu0UvoYdAYIMIsO3O30EarQxJ3qCQ3ZhNV4T8kgacazFDodkn6PJQUtuEQydP4MTJIzh2rBqFOg20G9FdMcKQV4kWknWc6MTJJhy5cAKNbYdQSvIYUwr27Id/siWb79nvp2a1Z2+qUHznEeAOVl5uCn7esGAN1d2qyLigD82OcQywMC6ViIN/OyUcjSNF+eY4tvq/BNZby2u8s9G7JeNIJFOgDzZ6pCizigsLYLCSMZKZBp9y1G6mNPWwqWQSSaIU3URVZ/rHTjNd7mbV94VuBDXSKwKdBt8TEBM/Xkz0BCK94J7N3bcUiGX78SCFeKMXJlJp+8vfJSWm6f5xH7BYnTTdkxQSCQJpccKKV8zJDh09ipT3WbZUPIJoNIqo+rtUlE43nfOozHROMeKzxQgI8etEgL6jZQWQmJazN7BHD0mGoigw6JDNSSesdMgaDTQ63ZJ35Vbi3t3xvAxXbJSyu++R0G4PIpBKpsHG2CLVadg9SQ4KGxU8sZPgH6yMx5FKsNFP5iQZL/FgHGly5qKxFHwzk5joe4T7vQ74oymQyEXi9sSFzw6Xyw9XaOPaBlwBREPROQGJCFKzo3B4k4gk5qJ27X8aLotHwgh4PPB6vQgGY2Q00n3kNkD3PDL3Pvim1KfvdFCzosazKTH7NrNEho7MI73P1DBNDl0KoVCcnr84+LlkxylF/+KREMI+L/xeD903D923MOh2PSNhOyIkKb0tRs121GWjZcSjMQSoD1mcP4JIxA/HdILu4+KUla4kelhkDch4A7hdYMkRdHRjoL8Hg5NuRGJpIBJHgpw5dva4T6bueUkOcSkQ2FkEqHkiSd+DyXgabHPsrDbbWroobCUEqJ+TJPq3Uvo64+V18gt2gcC+RIANSUWz5MEKj2FsYgJ3BuOIRe249o+/x2DXx3g4NIKO8Qj85Kx88lcfY2z4Y3x0pw+f35iAa3KcRqwm8Lv/z99iYGwaYV6KtYWIpcnbTNLod8iXWGIsUUoqQUZwCKFADHFyOlPknMTDdB4KIZ6IIRwMIxKOg6LJyWCjKITI0Je4NzCGdkcKCfbCKJqd2TR5qMlohJy1kGpAx279Ap91TWPUT+Vm6sffWPEQ3OEAwgn+5qI0zyT8PR/hzmQY7nk/L8O+68JgP8bGBnF3iOBIxZGevYZ7vS7c/fw+eu9cx0gW7iXBCUn0uiveenVGlNqaOnLJ7ekJZww+nwP/8N86MTv8e3z+5X1cfzQK9+wEvrnRi1g8Ae/9OxgdG4WdngnG+UnW7Tqh7kPW0Ii1VoKs4JkjGYsiGqRnLBxFgj0OamPRQBjRWIKeRyJ6vuKUK03PTjIWp1n/CDlCYQTomaUHj3yWFOUjBp5Np8EHPz27aT4n3gg5u7Eo5fE4MfnbX+H+jBfuxMIGy4jEEaFnPhpNIEkjCynuA/whKjsNhjpJzlg8FKFyY4jTcxyOp5CMR+k8jijdk3QqRs9+iLBOUVwScdIhFqFnnbBPRx/izs0u9HTTgBb1L25ytElTJEJ+RFivpBd+/zi6u7xIkixO2yxNj9hJhyk4Jzrwyd/9Cx599Qm6g1347GY3unumkab7sdkyRH6BQDYRkKhNKjRQwZsp8QqbbMoWsvYmAgrZnRodNYwsqb/3zYssASHEHGwEyMYhp4gNnwU4pKJkkEThj6TABo1nxoNIyE1GVgRBnolLROF2uBENuzFLxpHHR0aUZERRcTGOl9gRJiOJJnsWCNyaU4meYq1eBn9hPCkhGUbEM4wPPxvBwOPf435HN7653o7eL3+BW+Nh9H/xMToG2nHjYQfuX7+Bqam7+O3XYxgZHYTLP4WBviE8vvEYzpgTdz+5i96vPsaDng7cm/TBYfch7ZnCDFWOJi/xBLU0maShQTzqd2BqvBsj/R348u4YXDND8JKDuMjGfKLoLjpJhTE73ocHN27gy4d0/+Kz8Ax9g/apEEbTlSjZ0AsBK9RPWiH+gEczLNKys3Upmn2LY3omRIMNHkjeIYyNj+LOqBc+fww6owl6mlKXFBkwGHZsIwH1GeRKPHMf4xi6fx9d92+ga6gbv//iIWZnRjA5dQ83H3bj8d0O+Ifv4fZUAhP3vsZw54f4/PFd/O76fQx++VN8MjKGm9fuYKz7JnqHenG3fRDOrg9xq/cGfv3ZfTy+8xUGhtpxdyKG0PQU/OTo0VjPEy3S0SCi7R/i/nAv+px+jA4Oo//RdQzPjOHGVw8xcOtT6g86qD/oxMNf/RzDQ7/C50MBTA3dxeBQJ77smkLf3WsYnSXMbz3Gw09/hgf3Psb1gVHc+/IhPGEnXO4AzXI7MD09iseDLiA2A4djAu1f3yYnqwfTyRjCId6N6kmP8US/jZzEaOo8TTOjPFsbcvoQc0+j56vrcNNzmi6wgVrCRsSqeVLUWSWJUllyQFWh4p9AgBDgARQJEvgDcew9BMjMS9JMK9/HbCjP3xnSZjqrJUpkUdQSyeJSILDLEFhVHbWPpX+rMj0nkZ5MWTHBZM5HdaFEM3YAD8hjCw+Jvhl4xO8Zp45mARIRN7omE4hJZJw5ZtDXOQn39DQS+hhGu+0IhhNIBX3wDXRiaKgLw0k90hoNFDkOn8uJyaFJBJMB4u1H971BzMyGIRv0MNBMhKIoUAw6KGRESwvrp6QQ9EURGBmC02GHA3ro+aXwRUwLM+yuc1lL9bPkwpZjhp5G0Lw+N9zeABI006lVsqQr27RMWRK3r8TQNxx9IPMSTD5ZoXKWXBsMiCHgGMVEXIFE902r1UGr00Oj1UDede0tRbP4s3C7Q4jFIvB03cMoOXG9k8PoGLbD7ppFPOXB6MAg+gZmEXX0YtYziwlXCHFHH0bjBrin6PkdeoDh4W5022fgnnUi6B3GgCMIr9+lDi5NuWV6JjWEgwJpEQhp6inC8Ax3YniiD+0DQ+h4MADX7AxmfS6M9I1ReeT40Sy7u/8hXK529Lqi1A+MYsbVj/aRUTy83QfnDPF7g3DRtZvOvWTZ+CeGEKKhnbSGnGl6SNLU9wQ9XoBmvntp1n+4sx+OqRlQzAp3c4PRyQjC5NArJupvD9fCmnbAO+unQTgJiTTVf4Ni1WwSNyAJknoh/gkEsoMAPS6IhdP0XMUx1hNC1y3/rqLu23P6jPeHVB3d07Ft1697l2Gy8B4NPA4iRgP6jtEo+h8EN43NWG8YXmcc/DMX2WlhgJwtQUKOQGAvI8Df4UyL6iArSEZCCE6NYto5jYDBCllvBkJ++B1jmHG7EbTkQ0N8CmdMhhH22TFMBk+nqwBarZYcIE7YIZJAThoZc0bSW9IANItoyKtCY6UGGp0VOsUAq14HI1U8TDONSq4OCuksSVpoKK+UCpDR54SbRsQ9IQVKSoMcnQQNzwqadEjHqTNKJJFMY+6QFcBShDwj5Y9GkEzEoVh0kGXtXPoe+G8uqkbjqcu4eroaNp2CuLkWRYY4bNERDM/STOQm60Cwgr/YNylm/2YncOgDXu67GlByfj1KC4tQrfPBnaJ2vksQ4Rl/1n9ZddIapCVyfBQtrOkAZmjWzO4NkxMSRdJohlJQBPPIFxjTVMOiM6PMbIUtrwQ2mxXW3CoU0POpodnkaNCNUDyGsKYKFVYF1sJi5BYXIddEs5UpBQaTTEZCDPFkCgSNqoqk0UJTXAuj3wGPawJ2tx9edxzhQAw55YVIUt+gIUfITAM2slYGCYEU8sLn8dHgjx/xeID4EwiQvqbCQphMxbAaS1BSUoQCSwxpnQGylERa0UPRW2GTY0i5+zEy5UUgEEGcZr3CNDCSCvuRWhEgVdW1/0slkSCH3lpYgqbTTbBIYeTUt0Dr9SMxPQMqbu2ylnDKigRFA0iLHGOIQyCwaQSS9FyG/ElMj0cx0hNeG3WHMMK0lJ/jmJbGb/S6e04f1s3vScDvTmDNOmbKJH2Gu0jOvKz15ad6krP7JA/JWrbembJWCYc5L8tiPZhW4X1S3lKeJzJILzq3D0Woz0nDQ47YBJ2vmE8tN/Rc7GYmojQIniRbKWNEbbp5gXrvzQsREgQCex0BXmaTfOKdzNeGHJ+kZwbOex/hzqMHcFa3wljcCI1zHPa7n+BBfz88LafIuMlFjl4Lo+yGe/w2Pv7oI/wmeBQ6vQUWMgzmpW17kE4mEJzoRN/tHkQVHfIaK6Elp1SR8nG4PkGj8Z24a/fDlVOPlrpCeG/fQffgLEIRHQrJWLToptHR2YHRsAVlVQmEQiO4frcXDwacSNi0CI6Mwzk9C3cwjHCYKYJIXIKWZkpya4uh0SQwda8dnZMRKEiD7CTs6oMcX41GA71mXkvZgPr6Nly43IjSSiMGuv3zCRsMJMrHRIH4LI8A2/vJRFodDeXzp1wSZEmB2ayFTDNCWo2CnIoa1B45izN5WmjJ+JZ1OmpzGijYzmNxWSmamk/x0pzU4nj1KuKCc/wxzbKNYjl7oVUAABAASURBVDz/GCzhHBQaAKMSQzJlApI5KPHcRLKuGilbMXRaHYw6DTlJZhioUjqaJbfW1iKviByqSBI66KExG2AyauiZ05ETogWxQGeLY2bADqfTA7/6XNKzGQwhSrNlkeJcQFeJChqMaq6X4Ve0SGjK0FASR8Q3hAc9YxgP6IGSJuTMDmN8eAJOjwlleZU41iwjqJER15igoYEivV5PuMvQ6o10b3KgiU7A652BOySR7jQgRg6gwWaBZJLIwVKQoHjFN4Ek3dh1mTArMGusVI/6ZtRVlyJXa4JiOoGWoy/iSlUAJToHvJsYg+F3O0lN6rXSEIdAIFsISBJgylFQUKFD89lcnH2ncE105u0iMD3Dv1J8Ru7bJD9DmbiVQuI7/WYBzlJYe8SK3AIdCul775kyV8rP8ZT3zFtc5pycdeVV8xfh9Jucn4iuuc5M65dD+VU9GLdCwq5wTTgvKudJXVjGHB25kg+9SUFFsxnHXspbWeZbxM/lUx0WyVxy3XQ6F0WVBhjMcraaGLInKWsqCUECge1HQFYkKBrqcbHg0BTi0IUX8eP/4U/xzus/wb99qwrVZW04+8Z7+OFf/im+9cb38O/fLEZ+7at461IrPvjBe3jtz/53/C9/8W/xv/zoOKoLTTv6gEmKlkauz+EE6f7elRN4+1ItDl+5jGJZQfGL38PrL38Pf/L+S3j9rYsoa3gP/+7P3sQbf/K/4kevXcD33jiOC3/w5/iDqz/A/+V/fR9X/+BP8Nbr38aPXjmJKxcOQdf0AX749ik0pnrR+/uf4qf//FP8/Jcf4/MuHQ6fbkXN0Zdx9MI7+NO/+AFe/PH/Fd89ZkOZBbv7sLairr4JF5pJTVkHFL+G80eK0NDYgrqWM3j7nI0SNvEh+5ANRUkmGRKR+DyDAOOTosEVduwWJ+phs5XhL/7sBAqb3sTR5kq0lFtRUFSHqy8dgTqQcO4CGmrqULk447ZeydyP0Gy2eo+XlmwuRXnjC3j16tv4o++8gDM//Au8/tKP8efffRfvXKqBEk/CnbyIY/UG5B99F2eOn8U755tQdfXHeKNExqkrL6K67W2cP/smvv/dV3DihQuorXoX37vcgCNHzqCi9hgunSpA3qUf4d2L+VAGb+PGr36KX//q1/j42mOMlL+KFy7+Ib7/4gm8Rs/42Xd+gnfPn8dLRwpRe+X7uPLKd/H+qSY0ludCLn0XH7x/Be/+yf8Z33v3W/j+xQacfP9P8e4LV/Dy0TKcee9NHL34Eo7m5ePIq++g1HAIl199DRcvnsHpQw249MoFaI/+MT54/RX84C9+grdefhcvNx3Faz++qDqq0lJslrum5yWVApi4XSxlqaf7XUP320oJ2lwbil9/G4dMZlQefQVlzSdQQI8wJW3oI0kSJIkI0obyL5tJRAoE5hGQZBmKRqZ+a42kIz4mLYULieOYFsZt5lyvqDopJEMme4jUhJbO10Usg2mjenHeTJksgylzvZ4wI4fzM60nb4Z3iQwNYULdArQGug+ryeS0TN6MrGVCtjlZHrJ4sHmRRXFClEBg7yFAtgONyEKlxdrL0NDov9Fsgp5Go030kCqKBloaoTaaTDQqboBZL0NW9NDTiLrBaKBRHCvMlGY2aqHQ7AF26lBMMOY14rsvlqOiJIf00xIp4PrwQy/rSFcio0EHvV6n1sFk0pP+Fhjp2qDXQmcwwaAzwmIxQGdkDAwwcjzVVdLMnRfUHMHh81dx9ZWreOnKRZypsyLfqoOi1UGr08NkMlJeKwzUoe0kHGu6DTRTpygaUPWIXQJkPbT0xatoNFA0WuipDpQgPluIABsRGp0Mg0nB4i87CbKsUHvSQtbooaGZOg05UBynoxvGvLJWB0VRdnSmjvXAsoeWRuaP4fCxVhTQc8HPndZogp6eLxNNr+l1OpjzS3HkvXfRnGOCmZ4vrVZL6RooxKOXQc8T1Y/qrtXqYaA8Wh1dK3RO9ddQ+1QULXTURmWdiZ7bEtQcJgfrxau4/OJlXDh/FFW5BlgMRkrTQq/XgWfYuFwdt3HqC3R6A4oamtD66ltokA3Iob7BYLLAQPEGnQZa6g9Ufq1C53podSRDlqHR6yFLGugo1Om09MwodK4DNFQWlWOkPkBPMvQaLfRGHVbGCIsPCXTP52i5PNzH8P2WOBfpIVP5GmJUtHrIVFZW+htVOBcgSCCwfQgsLYma9fLPDbVPTlvK/+Sa0pGhJ5ErnBCfKotCjUaChvoSifrYFbiXj6a8LINJLXd5rpVj5/Nn8rIcppUzrJCyQA7nZ1qBc+Xo5WRQHOumyuPzlXJTmsqzUvp8fCqRVpdeppLzEVkI5CzIECIEAnsaAXr++DlVaU9XZKHyshaKPgcN5QbV8VyYlM1znTkPeUXlKC8vR1lpCYqsZNSt94sgmwoJWXsbAfomlOlbSSajAnS+tyuzUHsZuSV5sBXkQLswOnMu0XNjzEFxTSksGiULjqke5rxCFJaWo7S0FMVF+TBrJXK+sOqhs+bAVlUDG5AFHUhINj5SNoQIGQIBgcBaEZAkSR1QoQDi2DoEJBp5UmnjfdwzysnPxIgIgcABRICX9zDttaqnaX6R3//g5Wo847hQf0mSodUAomPG7jr4RjHtLq12hTbp1NzIZSycBLfrXaFUlpSQFRkrjnzTsyopGtDgOLL4/b5uzSXyqBWa5VLWnXMLM4hnZQvBFaJ3EwKJkAdetxOzvjASKdYshWQ8hlg0ilgsgUSSHoZ0EjG/U92VORCJI5lKUTzxplOg7pMtArXvpGiOJIoiHkvRjBDm4pOqYIrfjk8SyWQMwWCKyt5geakEUvEIwgnWf60yCKdkAOFoEnHKt9Zc281H3T5k6mwlOXslZ1FU9pQSknYBAgdIBXr8Qf0hEZ/tvYpzR86bvOxFp3Tvob15jcV9WhlDxiYRT4GduidbN67MLlIEAgIBgcCeQuCJrbGMuRGYGYF9tA8jk3ZMTUzBn/BgZtoN96wPoUgE0UgMYecophzjmJwhB9DngT/gwaQzjLR/HA5vFMGQD4GAF07eKYgLi4xhzOGFO5BAnGQE3G7wHkLLFL8AxzS4LyYPcUFc5pTSUklyJOecTB58S5MHmSJnUc1DbGlKT1FcOk06R90YG4sgkZjLx/FssxAbeWlJcvpSallp0jWl5iPN0jH4vH6EwjHVoYuTs+uOALzJEpeTIgFcVprLYKePr1WB8//I8UV4DNPuMHxhLjcFzkeSgVQAfn8QoVBcLXc+x9oDEkKqYnls1i6GOVlOihx1Dvk6GyScumygKGTsaQR4ZFymGS2Zl3ztsZpINK6v0BS+Ti+Dgh3RXhS6PgTUUTlpfXkOCresSNAbFVjydSvPah0UMEQ95xAQz8ocDuL/nkeAHZFELA0mNuaXVsg16UQ4MIWIvx9f/N3f46H3Mb66O46xkQDYkYm6pzH8m7/CnVAOFFMOclPDGB+6g998PYxk51/j5/ft6B16hM6Ou/j4vpO8oCjSg7/DL289xoMJH7xTkxi4dxMuKni117iSlJhMkN+SIsYln3QyjkSYZPln4fYlEYnGEYuEEAqEEY0nkSbHLBr2IxSMIBLzIBAcR1enF3GVL4BwMEx5kkiSM5aMBMgpjSJG+ZI0GxcN+skpjSEZs+PG9fvo77cjEooiGvQhSM5PMhZFJBBEOExhPI5oKIRI0IMgzVjGKf2JqmlS3t+BYXsALm8SiUgYQX8QEapYKtaO+3c60dUzCxo/fJJlTSfs0NFNTNDMJ/mTa8qyGlOM5ERDKWoPywC9WsZV0uRV0kSSQEAgIBAQCAgEsoWAkCMQWD8CZEitP5PIIRDYfQjw+AQPHssKIPEFlhyyHnpTOepqqvHqmTi6R9NwdF3HnS++xPVHHZjQ+vE4eRYvVBShvtgCk1GnvvuaIB/GOQU4JzrgHOjDxPgYJkLkHCZl9A4XojowCG3ajuklxa10qZB+igZQByCx8EhjemQSN3/9W0wO/RS/ejCMLz77HO0PvsTDvk588vNPMNv9N/jlnUF88+kneHjrK9xyU/4UzQ0O/xSf3u3Btc+uof3rf8Rve+7hp/9wC+PDnZj2T8E+48DI/bt49LO/x1euAFzRFM3ikdPonMBUxz10kRP5zU9/gY6uz/H723fw67//FR78/P+OX4+M4JPffIPBITvCVNTSTzIwDbf9Hh52f4H/8tM+eP0h8Osq5HsuZX3+Nd0zSZKg4UF05fnsz+PgwXidQYYky89jXXN69iStuUjBKBDYZQjQgzrRH8H1X8/i2s+c66IviT9D6827iP+nVC4TyVsUz9ccz8TnS6j9ug++2QR67gTwzQb0X1rWRuqyXJ7l4paWxddr5WNepvXyc56FdPPDWcyMxzDUEVrXfV4og883okf3bT+NYtLoJ42CZmPpxi57irKiTopGW4PeBPrvenH/ExfufuTcM/Tg01m4JqNwT0UxcN/3fL1/t3fqtv33wYnH12bhdcYxS3j23PI8H88stpU+an+uyQjikeyNoGflARFC9jYCZGuwwyQrEhny0jJ1kSleC0UmZy2lwGQGrNXHcej0WRxvqUAuZUmkddBrFWg1MmRJgkRSkikZDq8Fh/QOjMX08EQ0OCwNYTzchXvDCciBCcw6PRhyEvOaPhJINCBhyZFGIh5FyOehGbIQpU1ieNiJkQEvEjQTZ7TlIDQyAY3FjMIak6o/+WL0vZeGl5xBGPTIrzbDqnPB1d+NkaLDsJbUIt8QRsAxgoHecYSiPszGdJA0RmLXwWLUwmJKI5wcR487B3pTI8rJmTWGnTTLp0FueTVydOzORZHAs0fEOQr7aD96nVF4fF6kFA20ejN0Wj008rP8q8aoA0xp1SnMxpLJVCoNdcZPWrXUdSWut0rrEi6YBQJ7AQH14ZQlaPTKukmhPDLvVqdbf96F5SlaGQuvF54rJJtpYVzmXNHJ4NE0eYP6Z+RkQpm+LBQqL3O9lpD5Od9CXoXlEC2My8Y5l8PlrVXWIj0MCmTCWaIvVJl680UyWNd11ntRfmoHz7vmMtNp+laQII5VEOD2bLLKyM1X1kzWXAU5ecqa+Vm21aYgh4jP103LlMXl6/QStPRMmqzKc3Vh/nWXuwwm1lz5mXpYN4DHarqwrixzNZ5spHE5ufPY8v3RaiXwaLYl5/l4ZqP8jAwztT++j5DEw7rKo7o7kvaaFtSkJPq+BoXPqB51YGr4Lm4+6sY9fw1aChQYkl74PeSYOFyYpVmvBtsY7nd04cHthxiesMOdjpMzE8F4ugyHKzTIzatGnqkY1alp9Pf1IFzdjIpjTdDGk/ANDCLg7MKd69fwsGsU3kDkGRVWj5DIkYwjmfJjdDgNo96AXGMa6VQUQZoV1OUVwWzLIyfSB48zglBMA4s2hYTbjgg5eqlQED5XCIGYFjk5OmgDDhoEs8PlHIfD44EjkEAs4UMoQmkxLwIBH3yxNAwGEyTJglw9OX80q+eJkQ5aG3Rd7eeIAAAQAElEQVSwICc3jxw/QKOkQN+umDsIXK0OQbcbLsbI5UY4EUE46EMUeqTjHsTCHoRJ9hz/Gv+TWEBCNrsFSQZhiqwdJC5rsoQggcCeRCBFhratSIf641Y0ncpZNzWesqJxA/ma1pXHuqxe5Q0mGMwKSmqNG9Z/oR6NJ63rrkvjyRxwvkVy1ogJ48a0MO9q51wOl7caz7Np1ifY1R2zwJqnQWGF/kkc869Hhwz/evOU1BnpS0cCd+KQ9uSjsuVKS4SL0aKgus2E1nNWHL6Y81w6dCEHbeeJl8K18Gd4Dl2wgvNmrtcacp4MLczTRvrmFmphI6ppNa2qt5qf6sbhQhkbOWcZTJm8fH6I8OAwE7fpkLDNukyq/zN6cTlEHN98yqI+q4xp7RHzqngyfzapltqfrUgLjZYa5Ja3elHAQUGATA0k42ma7UqBVyUsrbc51wQtOSfBcBKRwuNoyilCpS2BVIKcE08ESSkHrU1WBINBeMhRCcT10BNPQ5URlro2lNe34Fh9I9oa6lFQUgFDPBct546h8fxlNJQVocqShsVmRNA5Q7NWIfVdtqU6PO9ao9fAnGOi7zIjUjEr6uorUN9cgdyCfOQR5TafRDEPniYs0BnKUV+Wh/ISGeamIyigGTYlboRsbUFz8xEcMbiRDnnIiVNgyCtFeXMDCiurUW6woKrQpA7oRBUK86pQZarEyWYL9Log0kYTbGp9G5FPX6j5xSXQpiPwTQ1jdHQYY+MTsEdLYNIB5twC2Erq0VxZgsYKGz3ThcjLpTqYkuScPnUDn1fvJ+kSoGgkULFPojZ6IpNzr9Ags6RsVMKz+eRno0SMQOBgISBLEj3oktqB8CYN6yWjRQODSVE3eFhv3gy/gWToV5DBTpvBrFlWvpbXdsuku1GG3kBk3JweG6kL68f5MnXhkPXleD7PJnE565HLvKyLqgPN1OkMGsjUibKxpsbN48V8K+G/kG8z51qdDEmGOFZBQKK2rKEvTJ1OgWH+3jwPc372zDkaqPdwjXlYpomeOaNFAZ+vh7g8LovDxflkcNuS6B5rdNKqcjmv0Ux1XOGZXyx3dR1NVg0W1oNlmwgPlq9fBx6r8XJ9WSbLXo1vs2lcDhPL0dHzyljKMqhvllbFk/mzSVqaec+W4QZxCAQWIBCLpGmWKEWO2rMORenxN3H5vb/ED999H99+sRE52la88N4HeP8P/xBvXbmA082VyD32Pbz/2hW8/NZVHDl2Fafqz+GDS8146aUjsJaeR3NdGVqPN6L83Pu4+sLbuFSsh01XjrYjbXjxvTdw8p1/hx++/z28er4VRXnmBZotPE2DHVDy3BZG0rkEk6UINa1ncY70k6NJFDWcxsmLr+HS4WYcqcuHUnAeF184jZffvopTJy7icHkjLn9wDsXlL+DiuTN45e2XcPrcSzhUdgSvfPsVnHzhMlpbXsSFkxfw1jtXcf7dP8bLtQUk/zKOH2tFRU0tLPWncLFQj9YXX8fps+/jlTMnceXlI2h6/T00UQfRdPwUcuUwZrrv4sF9okcd6PE24fipZlx86wpOvPgBXj/zGv74u2dRbG3AkTPncehYA3LIbqJK7dhHkgDu4yQKkaVDzpKcAy5GVF8gIBAQCKwNAXW577Pf52vLLLh2LQJ8S3kUPs4v+Cf4atequicU46XK/PtaMcJzQ5sa7IlaCiUPEgJsvBstMow0EKOhAdndWnd+3pjU76olSppzc1DR2AqL9Rzef7kVtRXWJRw7c5lbcwrHr3yAd8kJfuftd3ClNQ82GjTbGW12rlTh1O0c9qLkg4iAqPOBR4BH5g48CPsQAB5spUFjyIoMmWYc92EVt7VKkiRBq5Vplk6GrGxr0aIwgcDWISAB1LSxmw9+3pik5TwERQPFZEFOjgVGLZ3vkspIpKxMSiuKAibugwnq3Qzzlugmb4lUIVQgIBDYHgTSvEwira7Rp9PtKVOUsnkE1vBts/lChITtRkBSJJDNA7IvII7NIyDRczI350knmxe3ZgnJRErtU5d772nNQgSjQGAJAvwdnYimwbP5u7ttSeBnD9KSCvAlJUiyAo1GgRi7YkB2F8m7Sx2hjUBgZxDgzpZpUekUkc5sOUsJqXgK6VSSKA11G1qyNpLxJEBxyWQa0ZAPvlk7plx+xBJpUHbKtT0fiXtfaR1lJQMIR+OIBKNIhEOIriNriiofCUTA2KjZEhGkogEwFOr1Xv1HNyyViCMWiSBCFIslwfeV68l1TtCt3qtV2/t60/NE7Y5uCeg20SM39yymkklEwqm5uJAbbocDDqcXQTLK1TqnogjMOuF2+xDgzCSDsszxJykfPbf8MKfDdM9JMG9gHw954JmZgn3Gh0gCKq8qaw3/yN5RDZ31PIprEPs8ln2dvjNYzpU6939fwysqtwMIiHa1A6AfkCKFU3dAbrSo5uoIkD0HNt4XcSWDCIZCmA2kyIiMYHpkCkHPJNz+ALyhJI22BTE1MIlQYBKT5MiNj04STzfGpqcwOjCKQDiKLfcDyIqUJAmKVmK3DkuPNDkpSXJM+f2UNBu05Jnwbp8Ij2F6NgjnhBuBaQfclDGNFFKcPs/Pxm6KHVaydMl/JQ76EFDJeByeWR85PFQ7kpnyTyHqGoaXPENKJqY9+kn4EPC54XAGEQoFEA3Y4fRE4Z6ehd/lhI8M/KzUjMFkyoqwfSaEGhA1KWpbafDfk9qlEvS8BTDoiCOaCGOWHDf3jBN+7wx6emdpQCGF6OQIJsdGMDAyjomRMczGg5gcHodjYhIujx9BGrxIhKdhd6eJPw7v1Cxmp72IhPzwDzzGiD+OMDXp4Mwk7MM9GJ50YKR3ArFYdm58mirGz1eSnUm+/1TX5Pzzxs8kO6gcDYpXefnZIw80QfwEiLpTGyWRl5lCOhOfpnOSmyQnNkV8qVgUYbsdbhqwianMGQTpIU664ZzxIxCIqbKIXU1M0/POZbMuT3SjlHQiQXwpUDJd7dBHAqh7w3YfikaCRiuDZ163u+ytLU9I30kEJGrPGj21Lb0MmWb1d1IXUfb+REDen9UStRIIrA8BmZ6EZzrZKBl3Djvax+JIxBy4/eHX5Kx9ge7xMfRNRRH0TuCbn30B+/gX+Kp9ADcfTMHrdECnc+Luv/wTRqecoEmE9SmSLW4y9lKJKHxeHwKhGCLRCBmvdO4LIhCMIOnvxfi0D+OD03CNj2IqnUQs6kfQ74ffH0LEH0TM74U/GESYZijJbpzTLEVYRH2Y8vmRoBm6WCiI0FQXvOP3MRMme3OOa2/+Dw9hYnwA9wcjiBJeae91dAzY8eDGYwx0PIRDtbg3VzX6TmebfXNC9nFu9kOS1N6ioRSoCT+taSqCgHcaH37thMc7jAcPetHx4CHG+m/jpx92wE1Tav7BSQRTMbh9Dgz87ld44BvAb375AFMRLYx5NpgTM9RWb+DzBwE4XHY8/OYeHtzvxdTsGLo+/ytc6/NjNpyGx+GGzz2DlDyLr/7mNwh5/U/12PBZGhF+ttwk2xeAj2bIk/EwQj4vvPS8hQIhxII+BGiGPx4MIMK/z0TP2KzHRwMoHoSCfnh9YfBzHIuEafDBTzj4EI4E4PME4XcHEAyGaFbShckPP8J9mmV0k6wn6qYjQPQhvvmyD4PDbnquY2DnLkV4+UluwOVBgHWjASs/6RaPhKgv8MLnDVKZCXKwn0gSJwIBgcAmEOB+LZlMIx5LqbtgxshI2FlKIkqjWQt1SJBuSeo/kkQL47fnPEm4ZGgnMcrowOGcHvFISv1eStB3FJ9vFg/GOUVtIZsdLJmym2idIqtAYJ8gkAV7HZB00OqLUFLWhPcvJ3neCyGypbATR9yHsOMu/uG+Ex1DLvTc+gaPb3+G9pFufPgvX2CKjMin8w9pREMePPjtP6Fn9DG+/uYOrv/6v+HBN3+Hf+7xIrTwBzoTHvidPfjs/jSCE9fw9c1HuPF4Ar6QdydqmfUy/VPkLHz9IX59YxQBmmeNj32EnrACe+55NOk3Xxy3M4l7XWnzsvajBIlw4cEV/kkAPn9SR40RGl0OymZuITp8ExGzGZFkCbTjbtRVjOEuzaZ7EgHMOsYwRLPPjqAE28xdpI68iMKqJpTmmGA2ahCndtr38X/A3/2X/4Jf3uvHUMCFkOLGoPUMkg/HQVPwAMnxO0cxPDKKcUMFErL2iRobP4nh8afXcPPzj3Gz4x7+7u+v0WBQNwZHr+FXv7+Lax/dhLvzGn4zlEDfR79C+/X/ir/58nP8/35xDe3/8n/gP3cP4Nf/+Cl6bv4Wtx8/wO++7sT0zf+CX93+Lf7ff3uN8v8CDztu4KOhNOLxKHhm/lld44gn0kim3RgZ6MHtL24h6LuNn3/+GL/+Lz/H7W8+x1f37+If/uYjPP7ob3FtbBzf/O4b9N/rpGfhWWkiRiAgEFgfAuk0aCAniemRENq/nMWX/zyVXfonkse0DrnXiP/aP06Bw4w+XTfcmBkNY2ogtDn9WDZRRu5zQ+K99o+OOV3o/MsMraM+C8tQ68Qy1pOf+DnftX8iPQgXVYf5/Hc/ciIcSGDooZ8G+Wc2hw3J7PjGjenRCHgQc30taWVueeWkLUsRggUCuwoB6mfVKSbucDetmKQAkhaJiAY6jQSFLrETBxvB5jLUuL/E0OR93OqZwmBfEMlwHPlVZTBqNHj68PtpZopmqB4G4bYHYCCD2ZJTDrOmFLVNRbAYZchkbKvV0BqgsRSgQEki0D+ClNWE3Jpy5FnNavJe/2cpaUTrhTfx5oVGFOgUOJM2pN3TMMz2waM2lM3VkGFU21kWZG1Ok12amwBSnTotnSzy6hQYFAVnbGP48mYQYZ0PEf002ocmqS1P4vFjL80w65BjjsNUZECqsBX1GkCjaKDICpGkLuPTGMyoOvs+Xn/nHVxqqUSp3w5/fx8G4rmIDN3DWNCDWdkIk0ZGkSEEue0YoNNnBax40gitqQJleQWo8nSgr+fG/5+9/3COK8vvfMHPvektvPceoAPoTbHI8q6rjboltVrmSSNptG82Jt7GRGxsbOxG7F+xuy82Yt/uvHkzI81oprvV6lZ3V5vyLFbRO3jvPRKJ9Pb9ToIgARAAARI0IO9l/vLce87Pfu89J8/vnESSm2NLjC1GiLksmIo8xDq/oX0hl+x4klKHC09WEXluK/bsOnLdEJ8cZHq0j8lYFJ+pnEpbHGt2AZ7CXHKcNvSQFYfDiUPpk/HnnuMKS5sdm92D01pAmd1EUXyUa7eGSFd7SdizsHkqKfM4yJu9zdc3x1mcmEIcwJKVi4WX64hGkkRCSRKrF7ReLgiMaJ8QAnaXTk6hldr9Lg69krW7dFb0KdqB3oOns9h/wivkEV+8QllUNTvJFh/zSqyZ60f2U3xpFdqu/MEzXvad9LD/tJeDSm6FdhDPalsZ20rHTuQVv/LjhId9gsvBM1n3MGg64pExVKewwkbTUYXX/bbVdrd7Xt3iIrvAgsWms1vH7mna4xFhrAAAEABJREFULY8MPQYCzwIBjcykj9WH2UbMN8PM7c+5032bqewyzJ4i0rNjTNz6gs6hPmYL67GbrJiVXGyOhdHLXLjwGb+frcZkceB8VrMhlTmkkmCJsbiUxpRKYDFH8cfTmLLysdochBcWiYSniaTCzMw6yHPFCMpkMWZxYrbn4jB7yMqyY5bJoZoTog7djK7iMoHdayXqn2NWJn9z/ohq3fNkcXjlA7eCiqIsbCYdT0EjjTU55Dr8dA8EdyU+edR2Rc8LqSQFSdlNikflRD3D94LUsNjNlLflMJ8oIzcwhduWIlJ7lgP7DpHdd4tQMIKeXUlVcTbVXj+9+j684xfoa/+Kz652cadnlrTJgruohsqqSkqz7cQWEizMujhyrJmz+5aY8kWY9NskiaqgpKyexnA71nSMXTmiQRbnxhmdm2XekkNMdhnjkaD0QaG0E+y5FIz/ntn8KsxODx6rFYfDhd1mxWb34rSZxC8HJlOapD9MPOXF69awuYVHyGaxSPKVxuaMMDMyz2IgRvye4zqYXBCewCeyOHTsWWmuXDFTX+rArYcFh1HGfEuEXQVUZ6cFzxgRWcTRHPbl8e2erhf/RJdVLEX3xr1nHrLhwIuAgHqeTBYNp8dMfpmN8kbHM6eKJgeVLU4qJZErb3Bm/MkrteH0mnBlmzPXT83PpmU/KqWsuOvLU7O96l5UiH2Fh8KlXM5XfCiqsmG26uQUWSmpsT82NuoZUM+Cbtq9p1vfPVWGJgOBvYmAJm4rkmLty5KNRyZLBc4YyZSV0v315BQ2Uuhxk2NPoEnyU9HWhDenjrqSPGqr88jKz0VLJEmXHiLL5WIXF2DW+vbQKw3dZCW3to2G8nra9jfQfKCOgsJCCvK8WNzVFGQ7yS/Jwl1QSaGlnCOnmimrKqegIIeckkK8xaXkSmIYmR1gdEh2M/p6GBydYSFqp7qmCG/dQYqzPHhc+ehZNWTZYEMc2SOHJRevN4fibPFXk1HWUUVTXQ0H2hoorSzBqr77Lk2P81qTpzyOohdUVuGTTqVR5foQNasde30rBw4fpD63kOqSKhqOn6ah6SQnKqzk1ZSTV9xEY0kFLbXZxN0tNBSAwyzJSTRBLO3ALLtRNUUaNklWCiqLKWxooaDsAK8cquHI2f0Ue93k5kkfqTkoSd0+jhYlsZu3v62q/j4iIUlpaiORdIpUMo7udJJ38CgVla3sq66jtb6Ectlp0xJ27IEgOXUFWCr2U1JUTH1ZDt7qfdS6NIpV32xso7a+hf0VxRRJ/8zKq6W5KpuCgiK8smNXoSZjdVXkECYwNsxgdw893f30D0wxHy2guMSOS3YK0lbxxWVhKVUtuk24TElSiTimLHn+D5/k2MnD1FZUUFKSi9djw7T+Zjyla/UcKHpK5u6ZMcvE22LVMJn39IiGcTx/CKSToOlgsenYHE+AdqjT7jJJkmnC4TFhcy77Y5HERTdpmIRsO9T3OPx2se8UPxzi04ovj6PvkWXv+qF8UT6t6LHa9cy9s0m5Uvc4pcmMfNbJ512KXTv0XdNkKDIQeNEQ0LOobDrEa9/+gGOH3+aDIzLZy62i4chpzr3/AScPn+fDIzl4Co9ypKWSU6+eoe3tv+YP3v0ef3C+ngKvHZ1ndJhsWLIqOX7oDG9Lsnb07Bn2n3idky2NHKzyYPMe4HBbHQdOHaeq+RSvym5U3Ssfcrz1GEfrS6jZV01+y36qVFI31c1gbwddXR30Dk6zGM/m+IkGHEUnOHL8JGff/jaNR96j1A2axt49HJUyUS6nuUxC0MyQdYymymyZCFdQVN7MsUYJUJoe9/UsJqmP6/NTk5fnxyQTabvTJM+SXKw2rNnAeoA3ztVR1fYKNXXNnCg3YbHncPhb59j3+lkaSkuoKKyk5PBrnC700vr2h5w7+xrvnN7P4dYWWcA4zKlGHbfdQ92RQ5z97qscPbWfLFkA0Sve5HRzEaeO1lDR0Ei+JPj177yPzbW9+67yOOkustMoH9QPZHUaruJKqluOc+bYST544wD73v1QbL3NH7x5irOHi7HKLjj55zhU5SCn4TT7m5o5e6icomNvczpPo+XoIYprTnJg/wneevMIzW37KS0+xVuHy6ivb6awtI62liy8h9/iXGseLv8EI+0ddLR30t0zyWykjAOviPy+UrJtFplQZnPgdCPZVgfZIlu37wSvHj/Gm+cPUnD8O7x+vJUzByspLfCgrb4PT/E8JTgqTDf+G8En54imaWi6xjMLHON4ERFQY39SLQ6qwWI3fx1jl8GSNEMGsV1Waqh7AIGkJPgJWQRU5QONj1ih70DOYDUQMBB4yRDQzVYK97/L2Te/wwcffIe3zh6nrcL+kqFghPu0EFATabVC/LTs7aYdSQEwy+6Oza5lVrhZc1g58GorrUcayFpTv3JhloSzlGM/+oAmtxMXj3MoT4qoP3GON773Hb7zvQ94750TNGbp2E3LenV3HeWNr/H909nYrfkcefsU+/ZV4Vlufj7eZeKrEjo1CZZNzufDJ8MLA4HHQECTrqnGCDXO8RyvGKj+liGM40kiYLFomM36rprYXW276pqhbO8isMc8l4E2JdvfavKwxzw33N2DCGhq1JVnbg+6brj8GAiYbCZMVtPGGnQzJosdpwXUBtHGTLtXa7KIL+LPikaTZHuqbuX6uSg1MMukR30NUt8Etiflp9oZVLuE6qvAT8qGoddA4HlGQNZUjN26p3CD1NhmlnF/t0zpu6XI0GMgsGcRkNFLraDpT2M2tWdBekKOv2xqZaL6soW8o3jTadTfpe1IZo8wa5rcfHlt7K40SLb/1IagjDl5u+uMpsm5vO5ePjdFxq2MX5m3p+eXmJNHUZ7Fp2fSsPQSICBzjVRccqWUnGwQbmR+lLGhfvrHfUQSwkeCWDiE+v9jg6EI0bjIpeMEJ/sZGp1hWv1ybiJJVP1KaypBUvSmZIstJavUy1/pE34ChINJYlHkeU6RjCc3sLy2SvU7XWUH0g/Wtuz0Kk48HmRmVnx7uNmNlSejJMJ+FiLivwpnY661tYIBsVl8SzFCEvfaxse7Ugs9ccFbIH48RXelFda7uWmrbttd1UZhIPDyIqA6lqKXF4GXI3K1Av9yRLqHo9ykI+7hiAzX9xgCmsyy1GMoefYe89xw93lHQOUlasFgo88i3/g4s5ODTE0Ncf2zrxkODdPeNc3URIBYPEHU72fm6md0zIXxR1Okw5NMT/XzTfssqZEv+WbAz8T0CKOjg9zoD0gWJBnk9FW+6hihfyZMyOdjordX0jxp2gIolbBkFteUs+v5JGFKJaKEI2GhFMmkUEKSt2gc9eeCij0VjxKPJUgkg4TD03R3BYnHUyi55XrFJcqTMSLRhOhIk04mSEjmGRM+kov0dg8xOblIPCK6gn78MfE5lSQhduKSmKoENimYJGNhYgnRLeqU1gypX6MJ9DI8FWLOn5JENr6sWxJLxZZKxIiHw6I7RiojsIM3GRjkJSPEDmQ2YU0KYIlEGglrE46dVxtJ3c4xMyReNAQ0CC0lmRmJMDUY3lPkm5IBTwb3xZkY03vQ/6eK91A4g1E4kGRpPnH/Pg88nXuu7hHyiaI+0FX5onWj3YonIR/qs+NRxvrCjPU+HRrtedDO6Crb6lzRVv6M90cy44gaS+YmYvd830i30vMwfYrnYaR0r6bV/Eq/otV1T+tc+aRsqVKROt8pTQ5GiARTGUxnRuV5WHU/HqILFbcixbdSqvPtknr+IrK7sVvPtKHHQCCDgMw1MjtgKxeZ8v7b0kJIEpAYdtMS8+1fcn16mKtXuui4NcLUnI/F8Bxdlzvwm7LJyvbg1eeYnxrgsiR1oe4v+fz2IP297XR13uFC94wkS0kW+7pp7+hgaG6eOd8Ck/19LInJlNCmr7ufUw8mnmnC/iUm+/qZmemgY3SJkeFxZiZHmZiaZbh/nIivX3YaZxgZGJFkdIiRxXlGh4IkFwYZHp9heHCUqbFBRhZmGegeZW52jqVIiEDAz4IktRM9fUwEZ7nZPsjY+ALhRT/+yTGmolEm+gaZmhwWPVP09wwz1XOd/tkZBvonWfCHkZztbkhyFhllWrb3JgdHmBjooH96moGeCUKBCcYmphnpGWB+ZIiQsEq4d+UeXqiEzmzR0HYhe0pJUpdUSd2WN+PhPq3m2AW3Vqszzg0E9iYCcxNRui4t0vHVwo7pzhcLtF9Y2LFcxpbI3f58ng4pM7RD+8MdAZn0JBjpDNL9jY+Mzq10KDtbtO80lvYvF9bGflf/nS/nUfRQf5Qvd2Xu8a6/VjwrpNoUrVxvVgrPnfW+CW/f1UWW5uJMS4KXsSd8Cn91/xRl6oTvoaXIZe6XKrfDLzxjPWrlNIUsdO7NTvIUvFYrxMHFJN3Xlrj6ex+Xf7PwxOnSRwtcEjuqXLGXuZa6e9e/Fh5FwrtSt75U/s5NxJibjNF9NZDxW+nM6Fonl6kT/apcr2e71yu6vxa/vv7VPJc+ms/YXJHfiW7Fq2hFdnWp6hWtrtvq/JLEusKfOVfX4uOKjGpTtHK9Uankbny2iG82jsK089ISSkbRRvwb1Sne1bQRz2Z13VeWMnZlA+IpPPWGiWeHwNO3rJlAN2lo2ga2dStWRyGV5SW8ciDJwBSSePTSe6ebrqFRZs0hOpIHOFqSS2WeE4fNgqgjkYCZKZ3wdBcqiRkfn8IfGWdJdszu9GdRujQA8SnGZeNuA6sPVOlmMEnioj/wffA0c2NTXP/d50wO/Y7ftw/z2ScXuX3tMu0DfVz4+DILHT+T+gluXb1M951rXJ0X9ak4yf6PuCD8165ep+/ar/ld53V+/mtJDqfG8IdmmJyaoP/qTdo/+iVfz0XwxTURTJPwzTLX10l3YIYLv/ySvoFbXLvdyaf//Am3P/pPfDYzx9efXWdkdJqISKx/zdy5wM2Lv+aLoUku/+qi7IR+w8Xb/SJzjZEbV/AJdutltryWDDCVSpNZnN2S8eGNmuCbIRXqw9m3xaFvi8tgMhB4gRFIJVMUVVg5+lY2J97P3Rm9l8vhN7I59k7OzuTu2jku8kffzEGVJz7YxLbwnFB0V2a1j43HPDi8Zsob7Rk/VrdteL6Zjbu6j6hY3s7ZdizH383lhKK78isxHH0rR/Dcpp71Pq2/XtEt5bF372Il5xvGt1IvOo6JD8dX3xfBsO21LHJLrFQ0OzIxKtzV/VMxnBSZLXWu6Fal4l0hdb0NqjvkznwQ6OpTeBcH8Reqa8oHptVhovagl4Ov5nDofO4Tp9bXcmkTUuWKvVax2ya0cr3/lWz2n93anwPSnpVvwZNrpfqAO+O30rlet9K5ol+V6vpRaEX3AfFt32nx75W1/in/t6tf8SnayA9Vr2ijto3qVvxSbQcFw5Yz4ptgo64VKV2K1PlmpHSomLy5FnIKbdS3eVEyijaTWV2v+FbiXylXtz/svKbVQ06xDbUi/0L1LyOYPYFAPK4T9FsoLtAoauxRwK0AABAASURBVHubt77/bb51roUydKzESZBe87XBRMrEmD+Ls945BslmMeHmvLmPvuBVvuoLkfBPMDHup2ec7R2yc6QWH2U43oA/RVqStHhE+qZ7gtHxEEO9caxps8xDqgkP+CkqK6DpVCnFJR6SMwh/mjmpzynMofFkGWUFMaJdXUy3vkZhQxsV3jjByUE6uydJOzVCKSdWmwuXw0ZOjouCIqdEPEx3vIa8wldok6S2wh4irlfS2LKfmmJNEtzEqp26VW4nsvB6amhorKEqLwSmFKlYUnjtpG1eLKZVvFud3m1TCV1oKUVC/X3j3bpHLUxmDfVDUCbTo2p4UE5/sMqoMRB4uRDQZdXM5TGTW2glr3iHVGKlpNpOYZlt57JiK7/USrHIqzJPrjcksZGnaIN2b44Zm00jr0TZV7RD/9fpVL4Ulm9fT0GZlXyh9X4XVdpRtL7+ca8LSm1sidWqeAorbRSsuy85co9tDh11v5UvSldprYONYlDtu0kemaDqu/zzxS9aT1Wr2Fa7jlue6yy5V1lFVp4HyiuzkyfPXvZW/hRYUb5b1fOVbXlqfueX2ymsdKB8fB6wWu1DrvTHAvEvV7BbXb+dc48kyCbZLTBZpb+q52Er7He5zSX3z2rT0XWMw0Bg9xCQLCklO0PJRCqT6DygONBL5zc/5e9/8Sk/8x/iWIEJfegzPv+Xv+cff3mJmyNwqvQOP/3lJ/zs7/+Fb252M5qMENcWGbJU0dCUy4HKJhryysmK++i8OEDOu2/Q9sfvUWw1kbxzidn+j/mH//Xf89Pf3mR8JvCAC5kKHTRFrD80dFOURHKem9cTWC2l7Ksyk50bYSYJcXsWRYdqCff1c+2TUUam0hQWpIiP95BqKmFpdIxbnwzRN+2m/EAN+Td/Scfnv+NaeweDS1EWdRvBwDTBJROWxRHGJsYZkF07TXOgaw20ZQ0yPPArvpmYZ8ZchRvxRzqprpE50pl39SYVNifzo5MszS9KQqj6spAmHGYL1tAwM0uL9MfdkiQr/u2TLsYcLn1XFnzU39IlJTlUCTS7dOi7pMdQ8+gIGJLPGAFNBgZNQwYrsMgEYqekJnIWmQDsVG6FPyP/CHaVvPo/TtQgs2xfeyT/lZ4Vyviyk1g24VUTIkUrenet3MTeRvoz9tfxqzpdX3uvMzE/Iv4b2d2sziyrcuo5ywzg8tnyjB/759K8pmlk7o8kvyaLLh+czwdl+pc8S2Z5Tsyb+GWyaugmHZPcZ5NFe2q+Z3yTRFiVm/n2zOoFL+WXokfxQZMJlG6Gp/0smOT5U7blowHjMBB4WggU7jvOoTPv8MrRo5w8cZAyZwMnzx/n1PljHGioo76ilMqj5zl6sJHmAw2UVbfSXH2ID89UcexcG4U1JzncXEPb0SbKj7zO0eZTvNpSQnnlAQ4dbOCVV1tpOfdtXmltZV9tER6XdcPQtC0efJszi+Kqehr3FxL2pShrlOTz7Ctiq5aW2nwc1Wc5drBefDhMU9MRWquqOfVOIwUNr3DkQCNHjrXSeOgsh+sP8/a5Ruobaykp2c/BA4d5/T3heevbnC3P4/jJgzQ0VJBTXIq7ppWTeTkcExxa9rXRtr+R4+fbaH7zLepNJuoPHsCV8jF67Uu+/PxLLly8wrVZtTtXzNF3jtFw+Aj1bhd1J0+S5ymVncQa6iudlLuXln8dcyefxxpoModgFw6lR5dNBU107oK6jIpdci2jy3gzENi7CEinktdz7v+D7qVlDUp9HSARk7OdDEwPqnopajRtL97ll+LWvBBBqg/pLeZDL0SMTzMI1V0VPU2bypb6gYgVUtcGGQjsCgLy8aPGCE0WK9jgwc6qaKGx9SwnWg9yuLEAh6mI+rZW2k4e42BTDdXF2TgqDktSU0+zJGllFQ1UFVRzpKFQEqhS7FnVFBd4KaksILv2IM0N+2nwmnGasygtK6axrYWq1nOcaDu8nNQ5N07qNo9Vw+XNpbqlTewfoL4km7LaOqrqmqgvK6Qs34Xurqa+vpKWQ41UVdZSll1Aw5EqvNm11NdKvfhdXdtAaXYp+w43UVVfR0lxHXVVNRw81EDdoRO0iJ7axjoqK4rIyc/DXlhBvcdMSWML1TUH2VddTlNLKUX7D1AkOBZVVpCdlY1dEjyT2YTJbMXkqKChvpD6tgaKq6spstkoaqjH7aqiqqaB/ZIY11QVI+thoPFMDvUYqEVM9N0zv4uqds8pQ5OBwNNGQJOeoMmKydO2uxv21B/sJhNGUrcbWD4NHfIZ9OTNGBYMBAwEHh0BWSBTSR1SProSQ9JA4EEE1FxDl9n8Xv0csLud5FdW4fE2c/ZIOcX5Dp6Hw10kieGhU5w6fUp2OY9xqNKN2yYTuzXOSfZmyaO4IIuSuhayq9vIE/eldg3Xwy6e5/u3PuKHxWK0Gwi8RAioROlB2hyA1bzClU6RSiZJJqWUzEtNEtaS4tl61pBOJUgmlA7RLewPvjQ0TcNslXKL3pxOiQ9C9+VFX8an+zWbnaVT4qO8NmvfqP5+nMt/JL0Rz3Ldih/bMKDwFF/E7WXRvfauIfdK8NhGqBjHhghseO+l8v7ztvw8bSj80lcKNhv0n+3BIg9tpv/J8yvjSAbv7QnuSS5NJt26rqPKPRmA4fTzi4DqSjJmPb8OPsQzkxmTw4nX68QqfUR/CPvz2GyyO3G4HDhtpufRvcfyaS/ej8cK2BA2ENguAql4jEhwCZ/PJ7SIz6+uw8TjceIysUkkEsuq5Bq5TsaiRAL3eROxBcb7+ujpGWUqFCUoehaFfEJLAcUbI764RFy0yDiP5H8ZSokuZUOqCYx30N3VRc/YApG75lT9CkmeIBMPMMkuo7ZS+UCZwDe3wPyMj/sqwiwuBAkGYg9wr65QCZ1/xk88prxc3bL1edi3kIk3Gk+wOL0oyW1qE4Ewfl+QwNLD9AtC0UmmZwL4lpKb6DKqX1wE0tLFkoRCcVKJuPSTVOY/uk2nksQiIcKLPvxCi0LBoPTR+w/6iwvJjiJT/S/EgvT5SORhfW0DxakIicgkE7404akZgqHghj8fvoGkUfXiIGBE8pgIqFwuFkkRC6dQP5DxmOoMcQOBBxAwkroHIDEqXjYE0qQzP0+biKqJz+ropSU0yvzoNb7oTqHmQqOffkpX11Wu93Vz8Z+/ZFRG6c5f/Jybg0PcGR5i4PZN5iQpS6bj9Hx+hanFedLZdszJNKlYjLkLX9E3M8tsOsLsQCeX//mX3I5AJN3Hxc+vc/1qL7Pjg1z48ZeMReOMDIwTDk4wMdzBV7/8cs3PGK94mknmMm8rNXdL8S0RDBCJLTLc2Uf3zT5mJblMqNX6WJigZIlqkhwLhQmHZNIm4acTUWJRaQtHCUVipOIhZgMBqZNzlbRGIiK3nFQlIkEifj9h4Y2J7F2rmWJ+dIzJkSEWYsvySUl8k7EI4UhU+EVXVM5l4p2SMih+BEf7mbp1iU+HpF75l9Fy9012CNKxAIGZ21zqHKdvMkxSsAwHxWdhSXR9xc3OQTrm4iTTSdLxMEvBOAnBXJqfn5fkpfLK7NY9P049X56oRYRELE00KPdRnoP73sVYCszyTz/rwjd8gS+/uc2V9jFZbJnk8pU+YrEE/pvXGRkdYUo9L/cFn5sz9cyqvhaVPpBQ/UV24aPS72Ky8JFIJkhEo5lFl7QsFiUlnoT0t2imf8RB+mQ0nkI2/SHDGyEg/SYt50mRj4YTxKNC/nmmPv4tt+f8LK5+/mUsICaLJ+EkkUhSbEWISzIsKtToJ5PMiPTxKMHxEcYuXuBGMCGLSIlMfVTGoWTcT9zXSedokpmOXqbm55kTZxIyRiRk/Egk40RFWUJ8REapVCpOeClMXAJNxJNiLyz6Q6IzSToxzdXLtxgYnJbFogRJiVHFklI+rrtbqkpuJ+LkupYne5kS7BSp5/HJWjK0v0wIaPI5bbHqqB8O0s28wIcR2rNCwEjqnhXyht3nBgEZZ9GlJ2iy27XaKU1GXYspgZkQixEnNpuZyMwUi4sjzMwP0H+rnc6pCfputNM94GNUEpnRjq/45spV+v06cf8o49MLTPrT2K0WrA4HJr+fhEkZW5QJzSgjS0G6OoJE54aZ6eqmr7ebrtE+Oi4PMySreT6ZGKVlqpeQhMg3vrDava3PEyGiC/180jVP/9gi88MjTA920jncw2+/nmBpppPBsTFuXG6n/euv6Z/o5+NP7zDd9SnfdHTzzY0Oxm59wVcDQ3zTPcti/yWu37rNJ990MXrrS+5M3+HL22N0XrxMb28fQ9G17kSDIcKLUyzMj3Cla4bYwOd8dquHi199Q+eVz/m8b4SrH19lauo2fWOzTI7NE5yfZCSQQOZT95Wlllia7+frz7uYHu9nfN6Pb2GBwGwffYM3+ejCOIujw8z6FpkPzeObHeDq10PMjV3idv80kzv+n0Xvm34iZ5msTjSrh04K4/UgApp0D5NZW5f8pojHIwwN+yU3mSIy3cfA0DDXRxeYnQthttkxhUPy7KRI2myoLvag5mdZk2Dkzh16bl+lZ1gWcL5uxzcvO/jy/F9r76PzVjdLo7e4MZNk6s4VRns+4ULnLT69cpuhb37Fl9JXr31zi/H+6wyM9HOra4j5no+5MXCV31+4Q+eNbxga6eL2eISALKbMR2LEVifFqRhJfwcDY376r1+k6/YXXBka4fbFW8x3fCILUj30zgWYn13CPzHOnCRj8aUp5qbbxVa30BSpmJ/FEET8S5mFoonhbtovfELfzE0++u0tGQ8/pXuon+u9UwzeucS4b5wbV7vo+PJX3LlzgasDI7Rf7iIgi0wTU/P4/VNMjA5y45tuFmfnSEqSuOYOqb4ipBI7nnJWl0ykZaEvhWwEr3HJuDAQeBwE1LOckGfLPx+XBeAQNz5b3JKuP6T9YfJr2j/1cUPROp0b2RhsD+KbjjM7EdvSvzX61+ld33Z9A9vreVZfb+TX6vbdOr/+6db3YLWdrstLstCVYqwvTMc3S4+NzcCdIL6ZOMm4DHSP82CtkpWPz1VXe+DUcNFAYPcR0NAloTPJRJJVh2Yyy4qaFbvdhs1qx2EzoesayKQkxRJhC0xeusqi04ZvSSe8IFtP0jfTMnLrJguF9VXkZpkIzc0zPB7GanfgsIoumYCm/dMEliaYzXYxfHmA4PAUujWEz7/ASP8kWk6CUV9aVr+jhENJzM4cShuqEOurPNziVJa3k7Elhvo6aB+cY9YfF+Y4kaif9o5xovFZVHI01DnKcO84wXiU4UtXmBj8htsTswzPLojfPVzqm2d0PEB04pYkhxP0yKQwMdFBx0wv1yRZG+gYYGJymvnlzTuxsfqVICY7fVMTfpLjl7kz5mOwf4hZmQx2LESZuNOOPzrFXObrl0l0k+Arya++WkV4lsBkJ5dG0qiVfLXSGV+YZGboDreGBvjq+rjsKCbQLWb06DQLwzcleZxkanKIyfmQ7CqmVmt75ufKf3k8eMpz1GfnZN0sAAAQAElEQVQe93Yd0KR/maQfmm3yFCiwNhH0uiWJSwSZmRhjOmHCJH3KJn3LKqVZniGTvongM6tOMjUwxtTEDP7AIqPXLjM6eJ2e8W6u9wwzNDohk4VJemSxo6djRBK8awxPjtE1Mkdw4BodQY2x/n5mei7T19/O7aEJ5icHmJ7u4mbfDFPTI7LYNMHgnI6m65gtqrw/WqRJktbnmZ8PM93RyeToABOyaz/d08mSf4zxwQ76R2eYDmmYBDyzRSMy0cnImNI/TM/QPGuPCIvTEwzJQtRieoIr18bkulsWuwYlARziluykTs9NMSpjyVj7TcbHhpkIiu3+XoKiKK2bxQ4kwnNMD3XT3TUqY1JibbdQ7gtpQtsf+ET5LrwyJjNvu6DMUGEgsAoBNT+IRlIszsWZGY9tTWMPad9MXuSmhVbrnxqJMSm0um5G8Qit5/XLB3oklCISTG7t3xb2M7pX2sXG5FCM6dHYg/qkbQ3vKpkN61fad1JuZWO1ns347vLMTydQCz5Bf5K5qfiDsdzlW4PxFnWLc0li8ixk5gSrnpHHOdUfR9iQNRB4jhHYmWtpYVckxUNf/gDYbOgtTdivtOM+UY/JYiEdsOAtaqK1rZUyewRX1REO1TtxRke4cGVuldooMyMLTIxH0bNl927iiiRTi2gNWehON0ykaHzLLpO2hOxKRIgEkrgLimk+d3D7cxuzDZOzgJroLcam55lJePAUVFFdXkKJLYotNx+PJKp2zSq+Z+F05VCuLxLTEmgi68zKwpKbKytIXgptGjZdfMjOpqSsjJI8L5G4zHhCS4TSdtJWF27LqvDkVJPdxaTJStqeR7E9jUlLkpVdSEF+Ifl5eeTmlVOSKzDm5+OWZNdlNqMm47oko6kU9yd34QCpgI9IYQV2ZxYW3UR4dpJJ2XkcCWiymh5Es5rRZSJK0E9YJpJjiQhzwXzyc1x43Wbx5vl4qcmppmlIiM+HQ8+jF/LpJi9SartWnWzio17QRGleHhVMMZ6A5CZ8z1W1JomoNVeedxcFqRkmBm4zNBdhMRwn7XFjKizAPvAZg1SSZXFR4ckiL7+U3NwssnJqKMyxYYouElILQok4QWsNVV4T3sISckqKyXW7sSfMOJxm1EOWFPykK6EOzWTCnFuMx2zBmvLgdpVRWlZIQXYCU0UjrqVp/NPTzMqOu9VuIiX6F4a7GJWdu/mwTGSSUcFYIxYJS9+MEU8kiaWdWD3FFBYX4PHkkl9QRI4rTSrkk0WVBCFfmOzSYtzOErI9Yq+0gHxPjKTFjlVc1DUXWZKcF2f5udk+RjQmN1I5u4qku6DpqkJTb0+N1KKCRRbxTLLA8NSMGoZeeAQ0eYytdh1PjoXSehf1R7K2pIajqt27imf1uWrbhI56WZZV7d6MfG2blzqhNTbv6Vc8ihR/FsW1Djy5FrLyrRnZNTJrfL4vU39k1bnSq+ger5faVg91h72iT9GynYyM4lN0j3e5LeP/vfp1Mut46+9db8Yn9Rnby7rv8Yv+BsFq5bpOYlC0fC0y9/Quy1Xuc2ORBcf8cjvVBzwSi6pfzbf6XLWtptVty+cldc7Ms2C2yIOxS0+/vkt6DDUGAnsaATWJVCswDwahOpt2L5nSNDlfTGNO5OKuP0x1TTkNrWW4NEk+Zm4z3vER/+nf/2/8Lz+5yqVPfs1Xn39Fx/gCyXw3GSUiT3qYgZiXePZb/Ouzp/ir/X1cHYVITi2lrfWUtxTSVp6LNrogMvlUNDTRWFdKtpntH4kYqeAsU95imYgl0aJxNE18R0hKMqW8R+aZG7omO15fctl7mCKT+Dnax62vbnOn00/VoVwsVhOazKw0bVk2c2624vB3MxSMMRez45RJuFqBXCFbco5gYJ7BhWUZ7slqYlRDAzQt844m/7CnJFFcZPxaN2PBBNFEmoyurAL03CLsF3/M9cvtTC76mQ+mCAqPx+pnac5H0B5jdmSUcb+ZaGE9jcEpkF2ctFlHU8keDzueTns6DalUGslLUSFjHA8goBL6eDSFWiFWeK1m0ORCU28CnirdZbXUHjrBYXlk1WeipmnSQoZ4Ho/QJBP9F7nc30GH6yC2OTNZpiBp2fkPhOyQzKZ84bdEaqpJuLNAxbNCoC5loagcT04OlnlZzIhKvA4hNS5ogJBuTmJ2LTJwc4SpuSARATHTj9JIMgas6FMlGpo8j8nREfxeMyHZ4SMSIJWeo/vrPvrG4tIHw+jJRQKyqxfULUz39JPURpnyLTEzm0LTRAdCmVLUU0xBVjEt1REmEwkCaQdpzYJJ8QCapgFW7MFhxmQH/saoT3bUnRRrfnTS8k+an6eX4PY8uWP48mIgYJWFE5U05RZbeTjZVvGsPt9KdjXf8nlhpR1F6+3lldhQlFtsu2fHnW3B5tCxuUz36nI39NW2qn31+TrfxEZxjYP8MsWjaKV99flK3Ublar7V5+t5V7etOhf7uaWrrtfEcr9e4aBoOdb79cvXVrIKLOiy0OPwmDPny/Wr+VafP9w3T44Zi01nNwc+0fZidBIjCgOBx0FAN2lsuCrrrCGv6jTvtIHNAnXf+Q5t3/kLzu4/ygcNXvZ/91vUeg7wnuyivfeXf8Zbf/3/4N/9zV/xf/jBMU6+8T5n3v1r/uRb7/PDEzkyGJjJe+tNWoqP88GxVs6fr0Z355L99r/lj/78j3m3volzjfUcO/eqrL6f5Y/fKeaVb5+nuroaNzs8zA5sBU188Pq3+evvnuNP/tWb4s9JqrPLeP9bbbjdbRw9XkFjWwV51Ud547UP+bs/OiK7H07yKuo59PZ3ePc7P+Dd8iK+9d4hCs78Oa8cPczbR8vwtr7Bt8rLaT5xntf3mcgLXefCxx/xk//+k2X6ootg2QkOn3mftxrKePfD4zhO/B3fPlrN+ddP03LmXd6t8dD2nQ8p8x7n1JEqqTtM5eF3+PM3K7H1/IrPf7ms6xefDTDMYf7s3/4J57//P/Gvv3OcH/zxG7zyfcH1zR/wf/+3b1B99Du89doZ8e0Q+5vP8Ed/+13OvfYmB8pzyLHvEDeD/ZkioOtkPuQcbhOavtoVO9nZpfztX7eR3/guBxrKaSzzkFdQw2vnD2CVrZ+s46eora6hjCd4PI5qVwkl9Wd48/z7/OkfnOHYD/+Wt8//GX/zgw94/5UqTPEkC8kzHKqxk3PwQ463HueDkw2Un/9z3inSOXL+HJUt73Pi2Lv84Adv0nbmNNUVH/CDs/Uc2H+c8upWXjmcR+4rP+LDMzmYB77h63/+CT//55/z0e+u0bd4iCMnyjj5o29x8NSrHMzNY//b36Ls4Hu8fuaH/ODcEV555QDlr3yfPzrTyKs/+AvefuMv+MvvfJsffOt1CorP8ed/2ET9G3/CK4fO8N3zbZz58G1KbW38xZ+0UXHwLRrqGzh3ppmjH/4lH55+hfMHizj63Q85ePw0BwuK2H/+bYrMeRx78wPOnDzHycPHOPvd93n/T7+N1+NE5/k4YuEk0VCSxC7+rcvzEZnhhYGAgcDzgkBmAXOXx5nnZQx9XjA2/HgJEVCLsbKgzYZfi9OtmK0uvA7QNbBlZePMzsPtcJJlM+HIzsJmcuB1C+Xl4s0roTA/j4IcJy5PFm6vTLKyvOTIiheahtnrwW5xkeV04HFb0XQzJm8hObk5eG123HYbTrcbk9lNjteCO8uNzWaVle4d3hiZEetmO1niQ1626MrziD8u8dVCVpZMnnQnTmcO9W37aHvlMGXCp3y2VL/G0f2NnKjLxpstZBV+Cd4syafb6cTrFF+cuWS7q2ipK6G69ST7Wk9x6uA+Dh85vEz1xRQX5UkcXjziu1fZc+VLzFbcHjd2t1diNeHMysJicuESnXa3E6vTS0Guh8LqQ+w7tKzrYHMdtcU55Bbm4skuJD/LRU6OB7fcgxxPDiWFHmzOLLwel/jmwGGX9vxssePBITuMkqtjHHsIAU1T3QRNdTa0VY5rmEwW8vOdmG1euc9W6Uc6ZrNN+pEDTdMwuVzYrDbZB+I5PMzUtu2n5WALJR4vudInnTn5eN255MsYkiXjhzO7gIa33qMx24nbkYXT4STLJfF4cpGhQPqTG6vdi8vlJSfbI9cuSWazyHHbcAivxerA7TRjcueJXCHldS00ST86dEj6k/SjAuHJ8lhw5WbhcLlxmM04vFlYHF7BMEf0iF23A6s7W8Yrm/QxsSu286Sf5mR5MFvc5MoqiU3q3A4X2R4HbhnbLJqT3FwnVtFjV2OY2y59W/ngxuOw4JT4VuzZJXazZsbpyZI43LicLrGThVd8Muk6z8thtuiYrTq6iUc+DEEDAQMBA4GtEDCZNSxqnJFyK76dtD0/o+hOvDZ4DQR2EQFtRde9k5WKF720klWUT0lVIfaVUHMbqJAEqtS9UrFBqZnA7CEvz0tOWS3F5XXUVVZQU1uzTCXZkgRbNhB8eJVKcp0FVZRXLeuqKiukwCP2Hi66dzgyqwh7x92n6qmsrshLFlgUSE/V8q4YU75v/FUaE3nlheQX5WycdEqiY3VlU9pYTbbVjPmxvXHiLSilVHYuq6qrqCgvIsuqsScXOZ7Bo6DLJEtNuPQ9CRjGsbcQMLzdSwjIeKT+VGfDTYAdxqF0qD852M3/OkXfoQ8Gu4HAC4mALPSj6IUMbougdJOOLqvS91h0C2aTCfM2RgaTrMrbbRYs22G+Z8A4kc8EA4SHILCcHO09pJTf6oNaletD1KWf6NLf1tdnrmWhRDNZsJpAwzhWENh7T8CK50ZpILBzBNTfXCtCDSAy209JB0jFE6SSKalKkIwFWJybYzEYI6b+jl1WkFKJKNGAD18gRjyVRMmrMUgERE5kM24kSCaSQnKheMLCP+8jEI6KjBiR6tUv9Xe4Yl6pWF39COcp8SdOOJx6dF3pJKlEjGiCR9dBSvxIoP4vTRXbIwSyLCJQKflU5m/+l6se5z0p9zARF9+S29XycL5tTN0ersTgMBDYywhIP5UOLwNGam9Gocb/DO1N9186rzOLB8bMfeP7LuDIi8wOiTrZmOu5rVUrrmpSJXOt59bHveaYGttkdN5rbhv+GghsjIBMOFRi8OAYkSbgDxEMRCT5ihPz+wipHxuamiawtCRJTYDwwgBdtzsZHB5j2h8mGAoSWhhncmyQ/oklQnG5DsWISBKVjEUJzUwTkiQumZhjwednbjFJKh4mMnKHnt4+Bscm8QdCkvKsdVUlG8lECjWerW1RVyqAlMyZFEnPlA6q4lG80qIYSEtWmc7UR4hGfYyNx0hkEqGUtKWFMmwinBI9d68z/KnltnRCEsEIsViCdDxCIuRjLgLqF30zdhSvqMjYkOxTLh+EU9qVsgyP6EvGQ8zOhkVXgEg0TkzFJ4LLPi+/K5GHkvpc2qXPb5NZI/M1bykfanebDEZSt02gXnS2lzk+1T916QmyWL7nYEjLUKYGrURUBiV57bkADIcNBF4gBEwmDZNFQ5PxBON4LATUctbajgAAEABJREFUuBaPpYlFU8i89LF0GcIGAs8DApJDIBtrQuqZXv+BnaL7crskbX3MzUwy9Nufcjs0w6Vf/zNXb7UzFpqTHbkRBmK1uCd/xsXb/Xzx+2/o+OYCN0zllGepnf5+OrqG6ekLEJycoOPHf09HJEJw7As+v/INv+maJRmKsnirj2ixh+nrF5i6eVUSv7XomCXJMFt09MzfNq9tU50xGQuyKLuDi4Fk5r83SUQjhIMREnd3nJIRSZzCMUmclgiFRrhzy0dcdqSS0aAknJKsxUWnJH5IohWQXce4JFhJASYmSWo4miQdn+CrL6/Q3TNBRPyNhZaQPJV0KkE0KEmpJGVx2b2MR6LEZdcxLMmfXIrSdS9JCCPhCCHZkUxGwyxFUsRu/ZbLHf10TIeIS+KbkN0yyaJFdxp1f9ZpWHupkfkmRebv4Ew89mESnC3yeWHaBV0rzhgfPStIGOVLi0BKVnqGOkN8/pM5Pv6vM9ui3/+XGX7799P87h+mt8W/ovej/zS1Yxll57f/eWM7Nz/3s7SQoOfqkvg/i/Jrxdb6UrX9fof+rtfxu7+f5qP/OLWjmFd0ZOwLbivX60vVrmJdX79r1/84w+c/m2NqJEbfzeCWMTwuThv5fPuCP/NrepkJ6vrP85e2960LXD5VQ0sJOr/2celXM3z9i+3RxZ9PZ3gv/vM0ijaV+/kMX/3TNF9LuZ7n4s+muShtF/95ezbXy1/+1Syz41HmxqJ0fb3I16v13PVvvcxW1xfFxzW+iI6Lm8UnvBvFdE+/tG8W91cqbmnP8Ep5UexkzreJveJdo0PJiR5lT9FFOVc8O6Xrv58nOB9ncSZGx0UfD8grfLfSLW0KLyWX8U/xK9+2QV3y/M3JvUwYv365roMal4+DgCZJgckKandGkwWgtbp0qrx+zOYxri0u0REsoibUAQU2phZNzA6GJBkMsTDez8iwfJakZ5jRnYTMdZwtzyYnx4VNkoPAwNdc/ug/8t9+8Us+7Y8RkR2ykXEX9rkpshP9jJOQvGyeidFBhufi+GMWSd7WeoKkLspXKVh7pJkZGefKr3/DxNA/86sbI3z56Rd03LrArd5OPv6XT5jv/kd+eW2Arz/5hNtXL3B5IU0qIVnc0M/59HoPFz69wJ2v/4nf9t7g5z++zNhQFzNLU0zOTjF84xq3fv7fuTi/xEwwQULkInMTTHZcp2tpXsbUX0rS+hlfXL3Gr3/8a27+y/+Tj4aH+fg33zAwPIVs5i27m4rB3Od8drGDGzeH8E10MDF9g0tdIcLBoOx6JogHBpgcuc7vby4SuflPLC7OI+tHy/Jbvcs9fBCXrQQe0rbL+vSHmDOaDQReeATUJFs369jc5m2T1WHCbDVh91i2L+MyC5YaFod52zLKJ5OsmJms+oYyVvFDlw8Hq9OUabd7ttAt9i07tK3sryaz3YSmb+zLar6Nzu2Cr6KN2lSdikHFahM/1fVuk1X0WgUvk+Bl3gTPFZv2HdzXFZmHlWabTkpWBTWNl+TYeZhq8VbB48k2kZNvJqdgu2TJ8HpyTHiU7CZy2aLT5dXJkvIB3UWWTH12vtjeRP4BmVV8SrfVpqFWXl1ZoqPQnPEpI1O47F/mfJXMVtdZuSYU3eMRHR6JTcV4r26bupRvm8Wt2u7pE59zC3bmq5LP6M6TmO/6o/B1enWy717f07+D66w8GcvsGjbBVMX9gA7xNUfRZjqlLVcwU3JuuR9Zq/xTdVuRW3C2im2jr+68DxsSWyOg6aDJDpimBjpWHxrZpVbS4XHG2vtYymsm2t7OginJ5LwsGI2OETXpWF1OFoLZFHhlfPCYSOkOsuxmGXdM6KLU6i2luOYAzXW1VHiSmJK99IxFiIiOpH+SzildchIrbusCcW8hSWchVtYf6eVdqwcWH9PEImF801ME/XOE4mP09I4z0DNDOBRGMlJCg33EzFZc+RomPcr8nPqWZQr/0AARTcch/dCaGmW8t50eRzX27CK81hBLU8P0yS7j0uIUUxEzaZMNq8WCQ3ay7OYoS4lxOiZMaOYSsrU06blRfLMhzHlFWBKLstkWknSVzJFOJvB3txOwmLEU5OPN9WKzWyAoeOhWrA4bFk8OmpyHRjro7Pdndhx1LSP+1N5kDRPZU+CB778+hgf6Y8gaogYCLwYCmob6j0DLGpxUNLu2Ry1uqva5qWzZJv9dvVX7PVTePd+urUplR2gj/vxyuwxQJnJLbZQ37syXjfQ9rK5Sxb3fvT2M1sepsFK0vv7etcLTTfm9692Pp6zeiVM+DLMLrVvHsKWfj+ZXXqkdlYBrunSbp/zhIRb3xktwsdpNlFTbqdnvou7g9qj+0DJf/SE3da1Cm8kJX33bxu0ZHW2iZyv5zfRKvfLXLcmAohLxv05sbdf/DflULOt1iG/1Qg/wKz5F4scDbapO2jaKu1baHtAnvBvqEN4N64Vf6c5gv8IjdQ2C83K9YLpSv1m5QX1Vs1P6qhlPjoWyOseDz4LY2NCf1bru8tS3ig93zx8qI/IlNXbcWWb0pz3L2xu91PDyURGQJCkpu7/q78I2UmHJL8eWduCcn8Fba6Z72EF2bjV1WWEssVGGY1aceWWUVOZjSsozmgpiSYxy5XYP/bc7mApGSGWVUVrbyv6mBqo9sis3epuAMwtPbQVuSf6mu2dJaS6yC8soLzDjtSVI3v3a5IpPKtFIpSRxEn9X6pZLDU2LkxK7E6Pgsus4zCli0RiRlJwXFGJ3uMXXCJFIknjaglNPk/RL0mexQTxKNBInljbjsoCWDEty6CewOMnMwjyTixFiyQChqE3iChKOhAinNJxOp9i1YLekiEaDxMQ33epGvCcnr4AsF5hNKVb/LIJM60glQkQCS4RiaRIODw6Ez6ETD4vehAuzxU5R7CaX47XEdQeyti8cT++lkjr1LKhyt6zqu6XI0GMgsFcRUDs3DpdJVnMsZOVbt0U5RVbyymzb4l3RmV1gpaTWQW6JbUdyBZK4KVrRs7p0ycRDff/d6THjzdvaf5XI7NT2alvqPE+Sx+Iax478V3LbIYVpQYWdbMFpO/w75cmWe+vJs2CRHTO73O+dyj8uv7pXulnDODZHQJNJtNohcWdbyJHEWz0TO6GCchuFQpvJ5BZbKa6yk1diZSOefOmbecKzUdtD62RXyCrPls1hwpNr3lD/Q3XIuLLCky+r9vkyxqxcq1LFVrCuTtU/jDaLO1fsKSxU+8N0bNaudBRXrsVUYZjB+VGxFL+y8i2osc0qkzDvY+JZJP7ly9i1WQzr611eM2bZIYAHZrWbP7xGy1NBYC8bUU+T+maQ+nvRDeOwV5JXeJCW2iLqKkME8k/SWn+Ktw6WUlPuJqAVUFKUR+uxCszpLLItZvI8Ibp7hxntHWAubMbmceJ2mzHb7bhLKnAs6FTub6HptfPU1dZQGF+S3asycvMP01pioVTko6uzIeWYOKq+NbGRnxb1LReniaWA7ComcqirKaCyNherx4M7O4ecpkN44xECsxpJ8qgqdpHrjGBvbMaVThKeTcuOYzX1zS00RgcIyg7drC9MyplNdoUknrmiw+Sg0A2pdAx/0oLZU0yhrYq2mjTJ+CiLmglrSROFJWV40PCIXbPwBucnmZ6aZGZ+nri02yQpjEyMMzcfkqTNTX6BDVNeLrZEHMJxtFSCfPMMs6UHSFud6GzjuIvNbgwNmphTyaeEIGe789pWDLtjytBiIGAgYCDwbBFQK5BpGZSfmRfP0vYzC/rlMaySUl0+VdWH9csT9ZOJVE0oY7EU0XBKdhKebsdRP84SjYjdxNO1+2SQNLQ+LwioCbzFpqGbZJBgo8NE0b79tL75IfvcLXzv2wcoKHBhrz1Nw/E/4b0DJzm/z4Sj+CxnjzVx5MxZWs7+EX/+vTc5970P2Jd/lBP7KqhvcOEqLmP/j/6Go+f+lHNVxVQ4C6mqPcC7PzhB0Wtv0eR0Ubr/PHn1bXgta31R3yhRixqqXNsCDncBVc0nOPtmLTHZWctvOMXJ8x/yRtt+DtcXYCo8x2uvn+b977/HqROv0VbRwpt/epaSitd57dUzfPD9dzj96ru0lh/hgx99wMnX3+Tg/rc4f/I83/vBu5z7w/+R9+sLefWtNzl+9CBVdfV4G0/xWpGdg299hzNn/5gPzpzgnfePsO87f8Q+k4l9x0/hTfsYufw7Pvnkd3z2xVdcWjzI0TPnefO9V9jXcpS6nGbxqwBnwxu8cuoopxqycWEhlqzl2L5s3A7T+lAfvE6DGpeSMi7sxjxCk8dAYazKB409Wo2ofDRBQ8pAwEDAQGCvIZCZcGvP0Gv1oaBWRaV8hl4Ypg0E9gQCahKsiN1cyubhh82uY3fqmC3GFAnj2DUEVCIQU4sFmZ9q3IsfAhrOLC9l9c2yG3iCD19vprrUs2v4PI6i7KojtJ77Hh9++D0+eP9bnGvOIdtp2kKlCXtRNZVvfJdXckx4zFuwrjTJ3EHTNEyyi7+biRi7eBgj1qOAacgYCBgI7EkEtKc8OXwAJA3kMwHj2AQBmfWorycl4qnMiugmXEb1S4CApmmYrTrqK6266ekGrGma9FMN5IVxGAjsEgLqcVLPtK6rM0W7pHiX1SQTKeKxNKnkg4mnbrZi9WThzcomx2XD8rT/EG2TWHWzDZvdhdMl5HTikLEjA/Mm/EhWZrbZcWW5cJi07X31EjnktmlCcvZcvoyk7rm8LYZTTxOBNOnM13uSsqW+xm4qStA3y8ToJPOhJCk1viXjxKNhQqEwkUgM9ffF6cQiC5MTTM8usiST0WRsuT6ZSqG26mV2Cup7f3eVpyJRkvE4KZnApmUGq/5IWU7vtj6lIh4gHIsTVQE8JZOGmWUE1GO0fGa8r0dAYaP6jKY+jdd8cEofjYWZ6e1jbDrAkjy4qv+on8qOhkLSH0NE4knpxzEi/nlmxsaZlT6r+mJKVsVT0v/SQpnHXfU56cyZPhdPkAxHCIsjYoGUjAHqb0nk8iV7RQmFYwSDahv5+QldlxmKSug0bc3D8MQdTMhzoL6CmZCJ7RM3Zhh4eRCQx/hZPM87BVjTNFTf0zRxmHWH1GkmMxaLGV2dr2veO5camqax6TdhefJHSpLmRDwtnzu7Z0uGzN1TZmgyEHihEFDJ2vwsg0PTzI/e4tbwErODI8zPzjAXiRCR5C4ZH6e/d4zJqTkCMjkMLCwy232b2WSAkd5BZuZ8+ETHbH8PszJjTRJjrrebifFJFiWxigfGGJoBmY8+GnQyM1WTYDU4iPq1OmR2mkgkSIjyVGYSmyYlGWRKEspEcEH8lQmwTF7SMslNxBKSZCrxFEmRSSaSd69VnUG7isADNyqj3XhTCAg28kjLc6pOVMUKJYhGl+i+NcXsWA/dfWOMjI4RXByjfywsyUiYqPSnyZExhvtHWQgECYbjhIbaGZ/3MTM9ydxYPwO+KOnpm/RMhZiTTC46N8Z07y16AikS6TkmJpbw+RIrRt2aeXIAABAASURBVHdernd7lYa09D21mJNY6Vuqf6qk8m7SmZJ+l0mpJPlMqzrhT0hdTPilE5OQPiyvzAKR4o3JanpadKSEN6EWk6RMRcIE+vuZDEWJZJjvOiCgKhmVCKflPC1tKbGTiscyetPpBWZnfExNRkinEoi6TKkWplKKL5kgpirvqnvRi2WMQJUveqxGfAYC6xHQZefKZJakx8gQ1kOzq9dp9XkhiV1KxuPdUmzcst1C0tCzZxGQoQvT3UFsTRBxH0FJiBZiVkxTX/KbrwfpvXSJ/sEuBpYCMmkMkp6/xJc3fARNLrJz3KRmphj87DcMJie49umXdHQP0NvTSfunn3A7kiKemGXgxkVud8qOw8I04fmbXB5Ads3WWN7RhRoYkpKcyYbjfbl0gmQswPjkAguzUzJRXWJh3o9/aox5fxC/+OmT3cal4BJLC7NSFyAQSRBYnGfJN8/8gvAuhu7rM852BQFZGNwVPS+yEvUBp3ZJ1HN9P05JKhJReqezccVG6L56gxtXLzM2fosLt+aZWogQDw3T1d5H52AYR3ExWaY0wVu/587IBF09t0TmUz7vniN45x/5zc1JBufDLIx3cOfyZ1zpD0nfHKSza0YSu3v/he198zs5kw/qB9nTLM3OMT85xdz8AlMzfmKRgPS9GabmFpkXiizOMhtJy5gwy9L8BJOyeDQ6OSvJ6Bgzi4tMTfkILvkIBPzMzcpi0ewEC/5ZxifmmZucYdHnY3ZWdH/yGXfml1iUycKKH2m1cDM/zoIkuks+P6GlRenvYfxzs0yNz8nO5yST03NMDs8R808y4k8T908wu7jA5JyfhZl50T+HX+1+7uIEZMW/rcoN4dxKYBfa1I9EWO0aFqsxRdoFOA0VqxGQlZtELEV4KUFgIf7EaWk+LuOJ0A5sRYIJ4tEUcZmzrPdxSfQonevrV1+rdkWr67Y6V7yKFM+KflWq64eRktuM96Ftgs1q/Rn+dXWqfaU+tJggLeNqVMbBoJyrto1I+aNkNmpbXRcTfNX4pmna6ifksc6NEeux4DOEX3QE1Pe0nYU1lB37kKaFTtLRbjrvfMbnn3/FtcEQ3Bkk+2gz+bU15LpdOG0KEbXSP05UdhFGxwboHxlhbCLA6EiSxNxtokUOZkN2ZvtEXrE/DslgoOsy+bDpyOl9Tckg4flO/uFnPXRe+TFfXL3Cr3/7Fbd++f/l4+Egwzcu0z89zZ1b17nx+W+4LruJvZM+bnz6Kzq6vuHKrZt8/cWN+/qMs11BIDOA66Jq98ZwUfbivNQzrCbULo8J9VyvjkzTTZid2eQ2vM+xrBR56WE6Fybp/uwn/Pj3PYz3XCOeV4ij+SQVWR6yPJZ7OvyxIGPTE4x2DtEzNsbs0JAkL134pN+MUgdX+0jLrtlqe490romUIinWvmLc+t1nfP3Jb/i6/Sr/8A+fMTHSQf/wZ/z84yt8/tHXLLR/yi8H4nT/5hfc/uo/8J+++IT//88+485P/mf+fWc/v/jH39F58VdcunWNX395h6mL/yu/uPRL/uf//BmfffQzbtz5io8G08RjMdYs8ChHogG4/TO+6F/g8mdX6b52gS7/CB2dPfzu//djbo5OsqD4FnqZu/kz/v3NNIs3f8zHV3/Df/7tDT7/7RWmhn7JZ7f9ktjJrFTxPiXaEM4nbDsZT6Mo9ZQT2F0Py1D4XCGgFqrU36rNT0TpuLjIV/8088Tpwk+muPDTKb766TTbtdf5zSIzoxGmZIHsQRmlR/Rt4fuFnygeRduL74L4pihj66czfPlj0S9l5noLO6r9S4nv4qY802wWt7L3pdhVOlZI+a1o5XqlXOad4trv54kEkgzdCXDtN/OstD9QKr2KNvVrGZcuwdk3HSMt/3brQdV3S5Ghx0BgryKgJtpJmackZQVm4xjipNLzzJsLsel1HDr6Pu9/+C7nG9xYLMiHv8yhMn+sc1c6KRcz43CwGXyL6LIbZj7WQmpwgfEvbzEeDjLhG5NBsw+Zat0VegKFrmMpKKb4QBtOk4WkH5wlrRxpyqehogCXfYqxsIm51H7OVBXRUjbM0HCUKSGnzUlhdRnGYSDwNBFQk56ETKiDS0k2n1Av4dfcoGVRmV/Owff/FX/9/eM0luVi05AOKf1PivsvP0vpYrR0Afu0r/jc/n1q9CjOgWuMDo4zIh/SkaGv6ZJkKKAGAx7tUKJqdTumfoJf7ZyvV2PJxZ3fTF1ROfujnXR3XuDGeFR251LoBR4s1UXoHV/SEaygyOSgOSefsrJaSovyKSjeT2WRHWbHmB8fYF5Lseg+wP4sMwWV1RTVVlGck4UrasWlfihAElqT+f7Hu2a3YTnWSqL/S8ZlHEgJfjlT3ZIgzmKOp4iLr4qkWPua62VqcZiOhJXFSCVVJXZs1vt61zK/OFfqq2eKdFkwe3GiMiJ51ghoMj5ZrBruHBMVjXaaT7ifLB1303BYbBz30HLCs7Et4Wk+7ma1L6U1djzZZrILLQ/ItGR0eR+oXy1ff8RF41H3ljyr+ZVvijJ+iD/7T3vF323IK95TXjJyG2DZeNhF0yZ+7DvpYb/Qaj+aJbYMrdPVKBg2trmpO+jCYjdRUGqj7pBr0/hULC3rda/TqeyW1zvw5Jgxm+XB2KWH88UfnXcJKEPNi42A6lJqwF0fZWCqj84v/oXf/uoWjqZa7N4EMyPtXP/yay7dHGaq4RCpW5/Q+82v+fzaHW4MLIJKDifCmEqaZVAso7Qsl4JaL9Hxa1yfrqSm/CRv1dkoso9xVWZYo5d+wu9+/RN6h0Z29YdL0qkEoZkehjv6CSV1bAWF6BanJHNmmZipXYw8sq0JbIlubvR0cmfITY5LJsTmqEyCTaRt7vVwGNePi0BaFgCEdnFh7nE9eu7kdemI6o/XpVjjW0p2m3x3fs1vf/pPqCRDK67CGfQxfvsLLn7+EVcW8onKYkqg/Rf88uIVPvp8QHaV4qTTM8R1G253DW3lWTgqTlKhLTI2HCGsl/HGq7W8ejDI7YEkY7e/4fKn/8ynFy4x5tswzVnj04MXGmrLXN1i1h8RH3Pj3XRPjDJqKyU9HkJPBImFlwgmJGEz51I8+VsWSqrRnF4cZjNWqyRjFrMsHjmwWXScRVnY7BbSvpAsJjlwuDTMKmFTZDJjlgfL4grKruU08/4Isme37IVuRfPspyY2h7fYAdkONPVVa10nGF7EH9YJLywSjgQIuNyY+29ys32Q+YQHl9mGJ+wjKsm21W6+t/u5rPjFfNc0DU3XQF4Yh4HAbiIgs26nx0xhhZ2qZueTpRYntZKIVO9zUSXnG9pT9YpW+VJYaZPE04xKOB6QUbyKVvGv56k74KJmv9jcgme1TPU+J4oyPsp5pnyIjYy84lmhDWzViB/Vm/mxgVz1fvFDKKN7lb4awVDhWFprR9bH8eZZKJHz9Xz3rjfQfa9tld6CCisOt4ndHGd0nvhhGDAQeL4R0MQ9Td40Td7k/N7Lkku+7HQ1VuWTnVfDwaZCCltaKC2totzrwZOVjaXwAE3l+RRly+THYSenqJDSY2cpzTsoO1/lNB/YR11LK/UlFRxqLqC89RgN1U0caG6iseUgRfmNHGrIIj9XJmtWy272bdGloZvtWB0V1FSVse9gBUU1dbg0Hb2ogbLccg7WVNDYXC6JnhunrZiWI6007W+hqryYwhwXL9qRlknvM41JPWIbzvifqVfPjXHVBXVZtbTY5KNJYXXPMzM2exaHjpVQUFxMdX0lZTWN5OfXc6gxi1y1S5VVTVVlGXXl2XidDjweO57mE9QWV3OguoSG1hbKG09yoq6QxtZGyvYfpa5hH4dbamg6cZw6bxX7W8qorM6X3S4nFtMaB+55stmJ4pa8CpP4r28kq5sxWxxkFxZTf1LsHXiFw02tnG2ro7mqQBI8K6awiaL6XOy1R6iuqORgXQG5zcfZ79WoaqqjqOk4TS1tnBCfK2tqyCvcz1HZeS8rqyQnv5SGGifulgNUeVOEh/voviHJ2Y073GkfYSqSQ0XTIfa1VFBcVkZ26T7OnGjmwGvHqMmrkZ3OQiqaa/CWtXG23kFuwxkO7n+F1w8f5ExrLZWVFeS5TJjl1mAcBgIGAjtGIC1jfzySQv0NvNWu45bdsCdNXklAPDnmHdlyus1YZAy2yK78o/j3KDZX7Hh2ERNPriWTmK7oflipcFK0ns+ba84kcs67fxZgd8m985pYz7fTa/XftaiHKCVr6arcDdJ3Q4mhw0BgVxB4hkrUZFLRGhes+VQ0tPLGe29w9vyrtBTYyG88zqETb/POq6c5fqSRfL2AA2fOcejoGY4019F6qIaKs29SUXOcA3lu6uoqKCpvpNxTxclTRzhzuoacHIckgw0UN5zjROMx3nr/Dc6df4OKkmKspjUePPqFZsZsz6Vx336ZzJ7lYEMV+2WCWFrfiEcC1UtbqMrLlUlgLXWHXqGtvoV9lV6qW0/Ssu+wTIJLKc+38cId8qH6zGLSyCTa8oZxbIKAejblU8kkmYO2BigLTm8Rr/7he7z+wfucPVBFVWEp+dLP3vv2G7zxxhu0VRfTfPAgh06f45VDkrAcraDoyGuSrBziSG0pdfsrsJUdoLVQp+LYEdrOnWBffZksZmRjKT/LK3X1nH/vHK998DbHWvdTKKvp7PBQyZzZDGqTZ62oTnZFjfhwlGMHDnHuZAN1Z1+jdf8Z3jrVxpGWAqxmG/aq1zhU7iC7qo36mlqONhaTd+AMbdkatfubyC9vpaH+IKdP76OmuZ7C/FZOtxRJwlVDXmElzbVuSepOc6wpj6xkAP/kFFOT08zM+mQ3MI13/0nqy8soyy8lr/4Erx9v4fSHb3KotIHWfbU0HjlAcfEh3jjbxOE3/4hXW49x/mgLR84cpl7wyXfqyK3hZTjUL1+mUy9DpEaMTxMBldApShl/r/k0Yd81W7ImjtmiocrHVZqS8SWVTJPexWdBPj4f1y1D3kBg7yOg5vpqFW3vR3I3ApMTW1Yt7x/PpyDLcrfyxSkeNRJN0x5V9PHl5CGT4ZuMC8/QjccP5ElqEIQEJzXhkeJJGnrKui00n9xHy8FqPBtaNuPKL6b1u29Q53Tg3JBnu5WaMOZT3XaSM+++zdvvvs5r59qo9ejI4ru07Z2XSqoU8Qx22NXquZp87x20DE+fdwTU2G93m3DKgpHaBXve/TX8e7IIqOTQIoOy+nbHblkykrrdQtLQs3cR0ED90lk8JssmezeKdZ5raLoJhw3U3yetazQuDQSeSwTUBD4eTRFaSu7W6uVzE6fJZsK02Va8bsFkseOU9RdNe25cfqaOqNXrSCiF+tGcROzpp/hqoqUmXc8UBMO4gYCBwAuLgPqveyKhJLs5vukvLFpGYAYC20VA5gvqA9xi2YPdQbYX1X8onJCEVE4fiNiYHz4AiVHxnCOgmzRMZuCle3i1ly9kNj80XcPm0HG4TJgs2uaMu9aygaJnZHYDT4yqFx6BNLFGlPlkAAAQAElEQVRYknhcFpfVh3kiQUJO40tB4tEYyWSI8MIQnVeu0TnswxdJkpJ/8dA8c4Od3B5cZCkazcgnE7K3nRRd4TBx0ZUmSCQcIxyS+niE2EQnd653MjDpY0nZe2LYxiSmAJNTCfFfJlqPYicRIRHyMReSxfdHVPEoZp+GjNqttdn1XR3f9KfhuGHDQOB5R0Ctjmt7sTfIpEP5rssEyJgRPu9PmeHfwxDIPMuS1FlsOur8YfxG+wuOgBrfdNDkH8ZhIPC8IPCofkhSkpRdZ7UIq/6Waq2aNIPtQwz2juFfmGfimwv0hhdp//ICXT2DTId9RBaH6Z51kBz9nOs949y42sngrRu0R2zYtTSaNs7g4DQjI2HCc3MM/v53DMYkmZu5xdX2Di72+0mGIyzd6WbenGDs9g1munuIpNd6suVVOklKEsNgOEgwnCKRFIrHiUXiyGlGNBkLE4vGpS1IKDRBZ/uSJJvpjJyqj0vSiSSbJCOEIwnhk7ZkXJLXCFG1QJ2Y586tXoljnlgkSizoZ0lkUipRjUiiKAoSqbTscImNSJBoIkXygRiSGdl4LE5oapLJazfoCCeJit1UTHQKLvFEgMhSD19fHGPOFxMdKZISS1QS4JVYMgE9oTc159Rk7rabn3UyXD4hbw21BgJ7BAH19zv+uTjjvSFGu4Lbp85l3hEpM7QT2bu8Ix0BhtoD27d5V27Fz9nRKDEZWH0zMSZ6w4+sR+kb7liOR51n4ll1rerWk+JZX6euVb0ida5oeIv4VvMp3q1I+TeyLv6t+B9o6w4y0R/KfLVvcSZ+D6uRu3Eq3YoekNvApvJb0XZ4V3jmxiOkEmnUVwyfwZ8I7ZHeCHH5UJ8djzHUEWLgTnBb1H97Hd/667t6HuC7W5+xs4FM/611elfzrz5XskKBhQRLQpNDkXt+b6hDeDM2V+vY4jzjt8goXZnzLXi3o1fp6bsRoPd6gAHRu6WMalf0EJsZv1b4VKlotYxcK7tb2lrhF96RbtVXl/Ec6wuzIpuxo/iE56G+C1/fzeDDYxS+1X6p+xf0J6SvPjBT3DP9yHB07yGQnhtlfnaIbknIujrGSQYHGZ8YoGtwjompRWKhOcbnU4RGbjM8NcadgRnGJsI4cwopzrVjM/kY7b7D9a++4dI3V7j4+S0mJKmZHp1mrKeb8elRfJK0RCbGmE+EGO0fZnZ8BsmXtglWmsD8IkN32pmevM61gQV6u/uZGOljeHyCrjv9hCSBvDM4RV9nLyNDPfQv+pmaCJGcaad7aIKezj7G+tvpmh3nzrVBZiYnWQwt4fcvMjs0xPDNWwwuzdMhye30jF92J334RocYlV3HodsdjI320D0wSvv1LkZvfsGd6Sk67gwxOxe4H4dKEEdu0Dc2wtB8kIXJeeZ6+hiJJknEgyzOzzDcNUB/VxfToVHu3JllKRhjbmKE8WHxW3zquDNMPP74P0u5TWB3jc1I6nYNSkPRXkUgKUs8i5IUqcn3sCQg26Y7SyjegRt+FA3dWr5WdduhIZEfFJm+q36Gbi8xKKTK7ciu8EwPh4mGksyORiRJCTygQ9lY4d2qHLoToO/ash/Dcj5400+/xLWVzLD4v1G7klOxqDYVT/910Ss61fV6GhIdKqldX7/RtdKr9GXaRN+QrP4Nr9wvuR5WtHK9STnaHSS0mGBhKpq5d0Mi0ydxDik/doC/4h8WmXv2N7G3un1mOCKrgHeTur3aWZ6w37KISiSYYrQnTPe1AF1XHk6dlwN0XlpClYpflR1Sp85XU+elAB3fLNG1QZuq67y8lNHRKTYzJPztF/2ZutV6NjrvEPvtXy/hk8UC32ycke4wik/ZvHNR9Iouda1I+adsqfPtkOJXfquY7nztR9nZjtxWPErfrQt+bn25+ND4lP3t+Kt0KhwUv/J19T1Rvqj69XWqfj0t8yzRJwl1yJ/MJMmDHSE61P0RHNvlHipdK7bWy6++VnwKL1Wurn/Y+Yg8fyo5zyzAPOFn3lD/EiGggcmqYbbq6CZtXeA6lUVxzLLbdmtshgFTDUVTd4jnWZn0JZgZ8BGXZCWyNMfIpIbdHiTudBKzVnCkyIXbY8di0kksTsjiZTvtPQMMLaZJJvz0jVqxzs3iiQ3TJ4vAaSKSnI0yFbMR0r2s/3azWuhWz74aj9c6mcY3NUvHl5eYHvuKb/pH+OrLa7TfuEnf8DA3ZefQ1/kbLg3O09/bwUh/J3fmREMqQbz/M64PTNHT18tY12dc6LjJb76ZYdG/QCQ6x9TUOP3X7tB74VOuy66ZP6nLziOkgz78YwMMhqb5+pObjI5LDP2DXPn4Il1f/IIbgRDtVzuYnJ6TqMSWvNJiLzF6g+7uW9wenWNySS3OpDGZpTEyJjuAQ9z86ibtV+4wrkMqbUbXggzduS2J5g36R0e4eb2fWGz76a5o3vFLPQFa5m3HopsKSDibthkNzzUChnO7hoD096wCCzUHndS3ubZPR9wZ3qp9TqpanNTuUL7hsJsG0aHk61pd1B4QOrgD++JraY0Nm1OnuMpGzQEndSJfe+i+DmVjOzHVHXJS2ewgI3vYRY3oUX5tJat836g9g4X4otqUvoyeVmcGK1W3mhol/gaJY3XdRucKnyrln2BUL1ip64Y2932d4nO9oq10iVxVkw13lk5+qTUjWyd+Kb11glkGf6V/Kx132zJ+i+8b+bpZXXG1LfMhpRmj7qZdV00idLNGXrmd0noXZQ0Pp/JGFxXNblS5zO+krF5onWxpg3NZp/Av863SLXXlTcs6ykVOkeIvqnFSJnJlUrcVlUp7QZUD9ct2Do+ZvDK7yLkobXRSXOvIlCvyyk9la+V6O2VJrSsTX2mdE0XbkdmKp0TwUbGViN9l4uNWvOVNYluw2YpHtSm/FA5lGbyclK+5J0qHi4qWZYzLlN1NSOlQ975YsLe7zbiyLRkMK0VfqdItGJTJ/aqQa+XbVroU1pVis0xi2IpvfVt+mR2H2JaZ3qbPqtFgILDbCDiqskgtzrB4uROqmxi92M9MIsmcT3bWZMcuYLGSVVZGLF1CRY6L8ixJVNJRgrIbp75mmEylcVUf58S7f8qPvvMur1fFsUSv0TXpxx/wE/YtcKtPQyObsqIotvJydG8xVtYeyXiaeDRFSvStbVFXUp+Oy+KbmWzXDFPTIUYG45jlX2l9JbGxEPlFOdS0FZJf6CY1nyYlMcyPBsnK9VLTWkhRbpz4QD/zzSfJqWym2BUlMDlEd/8MKRuEkg6sFjsOmwWv10l+gZM0EwwmK8jOPcy+gmxKbFGSejl1jc1UFWrYrQlW9tU0swXH/uPkz46yODImu5VmnC7ZybTpEOiju2+Myakguq4Ttrlw2N3YzaOMT/oYHohjSmiU76vFbDHzJA+ZeqI+8yS4XTMjEe6aLkORgcCeRMAiK2d5RVYqZXKjEpKdUtNRD03HPNQdcmeSu53I10gSsf+UF1VmEguVTEmCuF0dhZV27E6TTCJtVDQ5qRX5WtG5Rn4b+pR95ceKrEqYmiWmnepR/EquvnUZC6Wv5YSX6v2uHWOjdK1QtSTOSo/CSCWJ1fudj6jPnZkk5hRaM/I14pfSq+JXuhWt2NztsrDCjsWuo+nSTTQh4/UAAvIZm/lhjPxSmyRgTsqkT+6U1ES+otn1gGyFTOwr9z1Yv5l+xV/b6skkU5vxrNRXir26Ng+eXAvuHDP5kpSqtgpJPmoPeVClun4UKhcMqqRPq7L6gIeqA+4HYtup3qr9bhqPemk47N1WfNvRXyk6FQ7lErPCbjsyG/EoWXX/imsc2F0mnB4TBSt4qnsodsobtvlsCF9Fs5Nt8wvWyieVlDvErq5hHAYCTw8B1z5yvftpzk1T0zLAV9HTnD30Pn97zEVV9hRfz1uxuUt5/S0vE2NmUjPT2MOX+f/8h1/xq//wE65NLbCQuu9uOp4kdLGLnCOtHPyz79BQV0b6huz+aVbsJa/zSs40VXoPsjF2X0jOzDInsspnlW5a3wE0dFOERHKO61fiknhVcLDWSn5+hOkERK1ZFB9pINTdw6VfDzE4nqS4OE1irJP0/nIWZTfv6kf9kmR6qGqrp+DyT7n9+19y6dYdBgJxFk12gkuTBJbMWBaHGB4bpXcmDDhkfaWZY9m9DPT9jC9kJ3PKXINHWjZ8JZPEh4aZzzIRkBQ2HVoikZrl9heDTA5PEZW4Inoc31JQkl2N+NRFesdzyc9yUFQYYSqRJoRLcq318W9o7ZEr1besQgHxNarSu0dWs0ZQX3NlXBgIvIwIaBq6GdRAZrHq7JTU4KdI/bjDTmUVf0ZW2bWJbUXqfJtkMi8POuqrEmY5z/iwQx3KB0UZP1Zkpcxcb9MPJb9CGTmRz1xLmbl+BD0Z+VVyGT2ib339Tq91Hflg4t59zuhVdpRuRer8CZDZoiGPGs/z8cx9E4DkhcmsY7Y8Ism9MytaLy916lnZtl7FL8/Dhro20i28ukwWNMkEVL/M2NmJjvU6V66VDiHlR6Z/q/OVtkcsFQ4ZXeKz0pvx9RF1rcgqnRldyj9Fj6pPySoSefUsaDqYVp4Hqb9nR9pXbG9aCv89n7bDf5dHA9T/U5fOLKPLhfEyEHgaCOgOSva3cuztdziUW8O73zpMZVkBRftOsO/Ed3it+SjnD9rIqz3NKUmKDp84xr4z7/DhG0c5+sZpanMOcmxfGfUNLlwlxez74Z/Rdvw7nG+soL64moamg6LzAIWvvUazN18WgU9SVN+MS+Y/q8PTNOkBy6/V1ZlzuyuXivoDHDtTRmA2SnHTUU6/8TavtjbR1lCAreIc58608tq75zhy+BWOVjfw+h8doaTuPK+ePMwb75zl6Om3OFp3lG9/7zRtJ47SUH+K08dO850fvMnZP/gL3qvN59XXT9PW2kBJdTXexuO8Vujh2DtvcOzEW7x+vJXX3z/C/m9/hxaTiZZjR/Ek5xm4+Bt+89Fv+O0nX3IpWk/joff44PR+Thyvp/TEG7y7v5iixjc5f/YVvvvH7/DG++9yIreBN797hqZqwevkGU699Q7n2lo4Uu/FInOqTNBP6E2NwTa7jknmBrtlQt8tRYYeA4G9ioCMXXvV9WW/JQA18UHK5Qrj/XlFQN0ilYDLEuDz6qLhl4HAdhB4oXkyc1rVWV/oKI3gnjYCao0gEYPMVxuTG+3OaDhzc8ivqCTXkk1tTS4OhwWTt4jsojqqcgspy9UwO4spLcymUBK3nNJammpLKa2tINeeT1Gum6xs2elyushtbKKwrJ5SjxO32YHHm0NlXQHO8jKyzWZcuSXYs/KQtY9tQqHhysqhquUQNQ2HaKsvoKK6kqKySsoLcijItqM5SigrK6KqroLiolLy3dmUNxbj9JRSVqrqyykuLZf6fKol2SwWX/JyyygrLqG2rpzSuhaqZMestKJMds1y8WR5seYUUqa+kVRRRUlJLdUlhVRW5ZNbU0uudNbcokKy84vJyy2ksFBRc+/chAAAEABJREFUEfll5VSUVlNTnEtRUTauogpqCt24cyspLymlrqFKfK+mxJ4tSWoFedkOcoqKJZYqiSWXwiwLJlmg2yYwj8RmMsm9lIRONz2S+IZC+oa1RqWBgIHAnkBAk0xOl0HNZFZne8Jlw8mNPssNVAwEDASeGwQ0mWzpQpquPTc+7V1HDM9XI5BOpUlJdiev1dV75tzmcpJbWoE3q56j+0ooyLE/F7478yqoaGylta2VQ4f201jixLn9bPW5iGE3nDCSut1A0dDxYiIgWyqJWJRwKEIskV7eXJE69X+lJJNJksnU3bo4sUiEqPp/WWTATqeW69d8dWfVCJ5Wcnd5kHp5PRZ+Sj6t7D6gRbKHZJRILEF8w1VBJSBxiS+JxKov4kt1WsUXj7Pyh8dS9WgvcS6t9Kjy0TTsqpREu6v6dqpM7giaSaSMuaKAsMOXPEPL/U71vSQpeW7T0h+lmkw/yqgThKVCXgiD9NH7vKmk9INIiEg8nalPqWf8HolcQnSKoJwta5LzuyeZIpWMyQp7iLD0c+lumbrn5S2VSJAUWtuLnxfvDD8MBAwEFAKajPsWu4bNbkItxKq6PUe6Cd1ux+22Y5FFDwlp90J4yTTJR9jy17x3ceDWXzIMjXANBLaPQDLI3NgQnTd7GPZJgqNmcpLkRQJL+Hx+lgIR4qItHZ1mpLOb3oFpZsJJ4uEwcZkQxtUkK9NrpcfKubBmXslAkHgkmvmPLtOpBJLzqDlppm2nb2oCKvNaYtH0gzrUH4Us9NE5PM3kYnQT1XFJRoPMz4TXyEcX/fjGJ/GLlHgv74/2SkejxCbG8cvkWWH1aFp2T0pBorQ90w+izE1TXhi0bQTkIU/Goywu+u5SgJDqR9If1X9CSzxBUvqaopTc5IQ8b+lokIB/UfgDhOQ5DAVmmOq5QedElMDSEsGlu7r8S9KXY6R8iwRFj+opKdGVWOmzqpTrqG+c8f5b3OqbJBBNsek6ybaD2j3GyPw8i7OzBHZPpaHJQMBAwEDAQOAJIhCNpAgHkiTk82S3zLwsSd1u4WXoeZkQiM7gi8QZ86VIXP/3/L9/PcL1jy7SPzTImOCQTgVIB77kH/9pgNmYhZw8F/HhEe78t3/gTnyCT37yO67f7qer/Q5X//lnXJGkMCZpUvuv/oVvLt1kcGmCwPgFProJSxFR+AgvlZxo0outNg21CnhPRTpBJDTPL3/diy4MbrtZks2oUIS4bL/Fg0uEJbZ4NEZMEky/JIVk/g+cMH5/kKmuLvq/+pyekJ+leIpktIvb12/x9aVJwol7VmQ3JClJaRJRI0lhWpLVOOlYWHY3o6I/SSIQZOHGLYZiMYkxSUp0pWRXMHFXSSLjh/ggPq3S+sROZZExo1vlVZmTp/2mITg9baN7x15a+kg8liIaTKDO13qu0q12Ln0zzuREhPDIbQYv/5rPJ0NMfPG/8HnnGIPdF+i59Sn/dNXPzGe/ozscYkmUpMZvM9l7g0vpanIcCcx6GpZuMzLUyfUhSMZCDH38/+KrjgGGlwJM9tzmwj/9nmFJ5u7803/ler8sjsz48E2OYjJP8Ov/7b8zOTVLQnRv/5UkHo0QCUakD6blPE5mAUjtpEv/iAUDhGXlQ9aDSIaDRGX3PxYPE/AN8i+/uMD0bBCVrCai0YwO6UYZ04lwhIlb1+ltv8lkpub+WyoeISYYRGISryxBzX7xCXd6+hmKPqUOd9+VHZ+lBYiE7KrGZWxKyXOxYwWPIZCUZzAhlEwo3B5DkSFqIGAgYCCwCQI2u47DbcJsk0ncJjw7rd49TTu1bPAbCDyXCKxyShKjtGbGlFVKQW0jjuFuAtN36Lhzka+u3KZjNATd3cRLinGXlZGb5cKWjhKamyaUnmBmqJf+wQF6+gcZ6BqjbyJF3NeDzxRmeDbO1OCSTCaX8ImaZGqV3R2eqmROW/81iFRcJoYL9I7PEAwlmW3/hjtff8qVgVmGL/2aaxMT3PjqOl03v6Z7qpcbHQsMffJruke/5pPrvVy7NSgr/7109g3x6W+uMzY9zrw/ILsecdbMr7RFxoaG6Lh2i+DCLT67EWRieIzpgS+5dvsqX3YGSARlgppepOObW/T19jE8NsylX35J18VfcXV8nBsXbzLe2b/DCfIOQbrLrqHdPXs2hWbMEbcGXm5P5pcOrTqanN9jlgvdbMLtTpFMWjFb7FgkSYkHJNGSpGhqRhYh+ocZHOhleKiHMVlcifnauf71J1ztnWAmlpTFCz9j7YNEdAu6zYVdFkLMJo2kpmOzjjOUzmK230dsZoywf4jxvh66J0YY6u5jYCTAzEJSkqoEusVEeCGEWpy4599DT9JMdVynu/0G3fOLjEzMM/jxf+RG7wg9Xbfo677KDek3Hb/7nBH/GCMz47RfusatK9cZj4eYmVkiJonfRI/wdl2he6ifrz6+xMilf+GKnHePzeObDwoiqx2JEPTPSsy36Pr8Y274kyzMzhEIhZA8aTXjc3muoaHL/TGZ5UzjqR7Kbob0p2rWMPaSIBDyJ5gcDDNwO/jUqP9mkD6h7dicGpGxw5fAPx/f0L/+W6LrRgBVbkffap6eqwG6ryw9oLdP5g691wMP1K+W3excyW03ttU6lEzPtQD927gPCr/hznBmV21uIsZw9+b3T8Wi9K62tdH59EhUFt+TaLs4zuyiqpekNxphvnAIpGWinZIl99RGq7K6CbPThau4CHs8jimlY3d6ycrJwmszYZr3Y8nPxe71YrdakPkeSDIoW3Ak8pz4p6YkOZollJvL4kCQhdu3mbOkmPQHJfGZQO09PB6gadSKdlJWtCWM+6o0DZn5YnHl4Laaifv9BJYWiCYX6bt0neHxSWbmAwRlJT+airI4HcLX287U/DDDM4vMLSbRTVasdgehiWFCiRhJsw2z1Fn0+2bQzOjBBYKy43Gra5g5S5qpYZlYD3fQOzbO4JjaglSehZkenmB2dpaFxVkGbnXS/vU1hsYmmBY/Qnd37lZpfv5PH8FDhYTMVR9B8uUQ0TQNXZ4vk3rI5Jx7h4YmfdGq+pjFRqY06wJlUhYZIkzFynD4e5kLxJkNu8gJThLTbDizcsjyunDmlZNX1kBzns78zRvMR+OkLFYsVivmZARt5g6DehkBeWb9Ez349DBRl535S5cJ5XkJRExEF4KZnbVgyELN0UO4PS70e/4tn6idHUXpBxZpIgwMB5meS+J0iE0thU/GhrgWYnZ8SBLHHibnF/AthokFBoV3mP6OQabHJlkwmTGZrFjMswz399PbOcy8b475xTn62kdk5zyN2WZGQbbsxd335AKzkpQOdPRJ3+tjMKiR0EwSs9Kn3WUyio0Q0CSZ1IU03cBpI3yMukdDQJMBo6Tagc2p45+Ly8JR+KnRWF+Ysd4QI92hNTYz9dI2voqCktDpspiiolxdv/p8rFd87xdaJbe6fbPzUfFhtGetnNI1JvXKl83ktqofU77s2I8woz0hwSTMcNdyuaUN0T87HsWdbSYaSTE7Gl2D42pZFcd2fAosxDP6iirtCupdIXnEdkWPocRAYE8joL7ek3pgIgbx4CLzo30M9A0TzS/HYcslL6eIgtwsPFqMSH4+yclR5seGGJmaY1r9L57qe1ETc+hNzdgx47WCu62CxOCg7IwFwJ5Lji1AammQoWCMpYlehmSHYWFxCSW6EyDTwqz8TkhCqpJTuVx+6WZ0u5f8/DIKvHYcnny8eUWU5cnEbilMZN5P2isJX3EpeW6JhTS6OcHSXBDdZMIhdTZ7IRWVFVRkJbHYrOh6Gi0ZzfxozLIR9e6lKMdKtiPOzW4z9Y26JLGTzMgEWP3dUTQcRjNFWAqY0NNxYmEfc+rvoiJxwoEwYeWHJwtTds4DE2Sl/UUkTc0TFb2IwT1mTGqBQj3PSdUR1jzQmymOSlK3wIJ+jDqHD6u3iJS9hurUND7NTXZJBbk2HZNmxZZbTE2lg5ELl5hZCtxdUElJEhVgunMSc3YJBY5Z6QMjjCYdmBuacPUNknWkDrNZJ+0LkEpq6CYPLa+24pFkUWfVkQaVzKWTUsr5qhYgQVB2GFMpCy5J6NTiCO4aSorcuM1JYrLIE4smMJeW4wmOMTM1z4JfVoVlCz+MFaceIRJfYEn67tJiTHYMwVtaSCxqljFGw24GzcTaIzrN3OwUY7NLJLQIobBJkj8T6WSchOxurmV+/q4UhOoRUM+DDE9P1cGkjKfJRErut/LiqZo2jL3ACOiySFDe4KCi0UFuiU0WncxPjdxZJlxesecxrbXplWtFWdJ2l/LLbVQ2OylvdK7lvdvuUrokuXGtk3Pebd+q9OSY8eTet5XhFT0ukXWLzsy1nO+kdItO5dNOZJyCg8JDyTrdD2KwXpc720ROoYX6wx6Kq+148y0bYqPkFG9G70PiyCuzUSU4l9U52K1D3y1Fhh4Dgb2KgKaB2aplaE0MsgsVmR9h4Ovf87vfDFJypBZ3aZrx3qt8+YuP+f2lEaYOnMTZfYGhy7/j82ud3BwNYXV6sC7Y8BY3UtbYRF1LNVVVLizBbnr0Ixxpfp0/OVpAU3GEW9Nx5m/9go8/+gW9Q2Oyk8bOD/FfxbBeUNN0HLIrYDJpmGRHwmL14HHlcbg1l7TFQSKz62HBabLgcJmweW0sjCyQkF0Ma5b463JiRcPqcGCWiawlsUgkMMLobJhwMEhIKBiMQL4HW1MdVnM5B2xhNN0rE1cXblOapC2EJSfM9JQDryNBJDhC78g0flsBh9rykCVLEhaxItsMGi/RYcwVN7zZKilKxFOS/KdQE/q1TOoJsWKzm+R51NDMNiw2Cw6TJHNZ1dRWNNFQ00JlYQF51iV8tlnaL/yOT3/zFTdv3WJg9BZXevqYclRiM4msbsUsq9Eyf6ffV8frZ47wrbeK8drt+Pz55NYepLq+ltrmCnJscWxiL6e0kabmGtGvI6KsOTQyY4jZpqGbWHe4qcv1YYq3801XJ3eGw5hsDkx6NuVluRSXeYlgI203yzgRx+VxYvFYkRySVEwnOzXB8FwOedLXikvNhMxOTPYiDlQEGR/rpXcqRCBuRYuFCYWkbyryLxLXLODNJq3F0GNg9aQIzC+yNKl+Ammdi8/ZpaaByQRmCUHTtafqXTySJBpKkVQPx1O1jGHtJUCg9qCbw69lP116I4ejb+Vw7O3cNXaPvJ6Doh35IzJH38zhsJQ7kpOYlf3j76zz4a5vGZ3Cs1OdSu6I6NiJnJI59rbgIZiceDeXh8pLrEdUzNvwT+k6Jnq340/pLiZ0quvo6s0gAwEDgQ0QcFZx+NwH/J/+r3/H3/ybv+TtOic157/Pt//03/J//td/wo9+8ArV5hre/6u/4tt/9Kf84I0TfPfDYxz+23/D4VPf5/3qXM6cOUhT61kOFbbx53/5bf7qr45TUeHFXn+alvP/ij87/z3+3f/t7/gf/83fcXhfA07LBn5sUaVJ0qXLhMciuxFqEnSf1YzNlh3PJJ8AABAASURBVMPb7x7MTATL9++jsa2VAm8BRW//a/747XN8eKaZurIWykuaefPdUjw1rZw5/yrl5gTeojwavvsHHLZaOPz2W1QUtHH85Ku8+VYTRfF2Pv7xT/mZ0E9//Alfd6Vw1x3lR3/YgtVSyJlvf8jr3/8bfvjhh/z194+TL3H+YF8+r6r6b/0P/NUPfsD/9H/5Hi1v/x0/fPs8H74iflTkSiT3vX+Rz9RXfV/k+B4nNl1HEjVddopNPDiRt4nqNk6fLqO0zI6j+jC1r/wF71Yc48N3Kshre4PmujpOHa+n+Q//Fa++9+/4t3/2P/J3/8O3Of/qOQ42vcZ33/kWf/tv3qWxMAu79xBVNYd5+0wV5/7obUocNqwV73D89R/xw/PHeKs2i+b3v0W1+wBvnD7I6989R+OR4+QAGjs9NCqPvcErb/+Q94+f4LUjhRx65z3KcnPJbzjL4dd+wB++epgzh+vIOfiHvP3a2/zwL/+ID77zIa8WlvPqH/8pp/bVcvjce6LjB7x3rJXTB0oofvNf863X3+NHf/1D3ni1Bfet3/Lzn/90me7YcVae4I//9Hu89cP/I99rMFNx4n3OnD5Jm4xNO43gZeK3ySKXw2PCYtVfprCNWPcUAoazBgIPImCMWA9iYtQYCCwjoJlkldiKw+nA4bBjNWmYLDZsdgdOubbbLJjkn9VulwRKSBIgm82MWe1sWWzCr2OxmDHJUrNZN2O324TM6JKEaSYLJosdu/A5M/odmM2mR5gskpHRtOWSVYemaVity/Z0sxmTkK7p6FYHNvHVajFh0k3oQnaXjfz6/RQUNnDiVCtHj9Thtdkwiw6z1So8ZonFgtWVjae4kRNvvcnrQm++dZxD9aXkmszYbSZAR31V02qzY7NZpc6CLnHazHfrrRKz6HU4bZju+mHL+KHxshwC98sS6s7jlOct8yRI+aCwajHLc6ijZ/qQGZM8W1Z59qxWE7rZislkknYTJnn+LFYnDumrDul3FosFs8mKTZ5lh9q9VvKaWfjNshAhMjYrurKpWzGLTrvwW00aJuE3CZ/VYsZqs2BSfYhHO3SzFYs8/1bRbZH+YBbduiaxmCxi04ZNbFjMJjSzDau0qfHCarNh0XUsKh5pM1usWKw2rBleHT3Th6wyrthw5JVS1HCa8+ffXKYjLdSX5mCT+K2Cg80EupK3iD2TjnFsjoCmaWiaBvLCOAwEDAQMBPYIAhuO7HvEd8NNAwEDgV1CQNNNWLPy8WblUSS7dLnZLklXefDQzJjtXvJLiikSKi7JI9tjx/ogp1GzGQJqoqhos3aj3kDgERDQzHZs3nzpv9I3i4RyPLhkkekRVBkiBgIGAgYCBgJ7EAEjqduDN+05ctlw5YVBQLIM3YLVZsFi1lGL1C9MaEYgeweBNJm/pXvw/6jbOyEYnhoIGAgYCBgIGAg8CwT0Z2HUsGkgYCDwsiFgxGsgsE0E7iZ2mexumyIGm4GAgYCBgIGAgcDLjoCR1L3sT4ARvyCQJpUk80tn6v97exgl4mkUPYxvpV3xKlLXK6U6X02qfjWpNnWtyi0pmc7MfVMJ8UloPa/SoWh9/Xauldx62o7cRjwrenbatp5/Rc9KudK+/nqlXpUrbeq/fVCkflVR/Uy6atspKV07lbnHf/deyQNnvDZFIA3yqaR2itU9Sglme4Xu/VcGKilNIWNK2qDHvH+ZxySD59PFcnmnWBnOeGC8GQgYCBgI7AkE5ONzT/hpOGkg8MQQUP+R5FBHiIv/Ms8X/zTzUPrsxzMo2g6v4vlc+D/9bzN8LrqV3Oc/fdDGx/91OqNT8X7236dRPJ/81xk++8mDvErnCrVfXMQ/H6f9az8XfzG3xnel4/f/ILrE/gr/TsrPxfbH/2UapUPRZ/99a1820638UHpUbBvxfPKP03z636bX+L4Rn6pTOCnez348zcf/ZeqezKfi22b+qThUu5L/SjCaHokyeCd4T1bVb4dUHMqGKrfDv56n/atFIgFZPXhiT/LeV5xKpQkvJZgcCDN4e4n+m0+YbizRJ7QbdgbvLKH+M9mAL8FIZ5DOrxefvP87wKf3qn+tPxJ3z/q6Hehbj1nX5UUeRV/f9aVlrMSf1ToVhiF/UjBNMN4XWuv7XT9X868+Vzp7ry3tSGa1/ER/mKAvmVkw2/u9yojAQMBA4GVBwEjqXpY7bcS5JQKarmGy6kKmh5NFRzfrD+ezLuvSRa9u1jDLtUX9H1u25XqTXK+QzWVGtemiWzPpGd2aSfn0IO+KjCp18UPTwSI6zUKqbjUhcSn7q+u2e678sYpfiB9Kt1l8367saj4la3Ob2Uxek3gVrZbZ7FzhZHWaBX8TSOArfFaHCYvQyvWa0mISfp1l/HV0iUfRGp5V92KzehWHsqHKzXi2qtflXqFhHFsgkF1gzfxnrPFIgsWpKAsTkSdK80r/+OY25rdoW++bbyqC063jcOnExP+Fyc31rsjOjoSZHwtvK8a50YjwRljYgU/zYxHmhJTMvPLnrqyqnxV9K348rFQ4KPub8c2NiF9jUTZrX12f0XPXj+V6iV98UzaUn8t1EZbmoniyTRlMo4E4c6NhFF4r7ZuVikfxrm5X8Wb0q/u9DYqH4xRVWak54NziaTWa9hAChqsGAi8FAvpLEaURpIHAFgiYZLLtzbdQUuukrMH1UCpvcqFoO7yKp7zRTUWLO6O3vHFj/RVKp7SVN93llfPKfW4241d6FeWV2bFKspVXaqOkbp3/oqNqv9KxbFvx75Qqml1U7fewHV+20r0S30Y8lYLNCj4bta+uW9GjykqJrfTu/VI4KVrNe+9csFVxKN5iucdOjxlvvjVzP+7x3NXzsOtNbWxDXt0rsyT4WzyKL32TN9dM7UEXDW1uqvc5qW55wqRs7N/Chmrfpg81+1zsO+ll/ykvzcc81B1yPdT/mv3CI3LbibNG+an8UbRNnxSGNYpfqDZjy7nsk1wrfbUHxP42dK3o2NRP8a1W4t2OPmVX+XVPl/iVwUp0rK5Xuvaf9rJP8Kw75KZG+Gq2gVWGT+KqUfpWYlPxCt2zuVK/SVnf6s48fzlF1pe+TxoAGAi8XAjs7Wj1ve2+4b2BwOMjYJKdG5fXTG6xDTXxfhgVVDgorHRsi1fpKqiwb5t/hTdfkrWiagf55fYt7XjzrFgkUXDnWB7wX+lQiarSqfx4FMroqFHx2h/qy6PoVzIqzqKq7eOpZAoEfxWb8k9db0UFgqG6X/mldnKL7FgdOq4sM1vJPIk2r9wrs0WDNMskhfFai4DFpstzbKVOJtVPg9TkXdFmtrZq21RGEtLGIx4UbcazUt9w2E298K9cb1UqPkVb8axvU/yKVP1KuXK+E9tKRvGrciNSbY1HthfLaj+ULoVxo+ClSnW9GSm5BrGxWftKvfJFkeJfqVt9vlL3sDJfFsrUZ8PaJ9S4MhAwEDAQeH4R0J9f1148z4yIDAQMBF5iBCSfU1+/VD/U8hKjYIRuIGAgYCBgIGAgYCDwBBAwkronAKqh0kDgMREwxF9EBGSHTiV0mhp1VYL3IsZoxGQgYCBgIGAgYCBgIPBMEFDTi2di2DBqIGAgYCDw0iGgEruURC2lvO/Cy1BhIGAgYCBgIGAgYCBgIABGUmc8BQYCgkDm/8RKrZ1pp5JxYpEQwWBAKEgwpK6jJJIJErLlkkwmRVJeqpTrVCJGLLzCmyAZX2J+Ypzx8RkWojEiGT2qPUA4IryRBIlgiISoUJaXfYC06FrRHZ4fYmx0mPHZALG75oT9/ksJylVaJQpSPp2XMprANzMvcUR5qqafToBPzIqmPTHVhmIDga0RMFoNBAwEDAQMBF5oBIyk7oW+vUZw20YgM9nOvN0XSSVJhKbwTffSMRolGEkx13GHyYkBRmYm6L/ZxYIkYJM3rzI2O8P43DTTw32SwEWJxONMd3cxLXxLkhzG40ni4TC+znbG5+fwxSMsTo4xeFVkJauLp6fp7xliZGiKJd8MvVe78CWSzIwMMj87zNjYIL23ezK/sXHfQTm76/LGyYIkX6k4sZgkj5J4piWepPIjmiSdTpKIxUnIdUpiUG1xSTSTktimU/PMz4wzOOhDmkmL/8s6RJ94kFY6wwv03+5jZt5PTNxY/UoloqI3QVKS3FBgjq7OISKSwIqZ1Wwv7/nde/byAmBEbiBgIPA8I2D4ZiBgILA3ETCSur153wyvdxkBXSba+vreoOmYkj6i/kF6pixowjDfcUMSrHb6xrq59dk39AeX6Pn8EzoGJ+gbGWK44xL9kxP4oimme9qZ8vkIm6zYRNak60R7u5mT5C5EkMBcD523btI5FSMa7qP72k3a27sYGevl2u+uMSKJ0PTMAqnkEgHfOD1X2yWl2iRw8X9tS1J2CoNMDk8yPzcvCekCC/MzjPRNsxCOSqI6KtdTTE3PMjM5K7uI88I3zODEAn7/KFMTg3R0TBGJzjE1Nsv87BjTomdySvRI26Rvkp72IWZ9QeL3DKukL07Yv8D82BgzU2OMzk1w7VoPwXACyRfvcb6sJwohTd0rRS8rCEbcBgIGAgYCBgIvAgJGDM8ZAuunsc+Ze4Y7BgJPHoG0pEpqsr3ekm6WZMzhwO124XB4cDstmEzSZVKLkjBNSfIzS19PBxO+AOOTCfwz8/jGb3P10kX6/Ra8uSkW/UsMjwdJYcbh8YoOF06PB1tqlrQ+w2JBAcOXZomOTcLiFDOzQ3TJrtzcQoTRUJpoIkVSZE1Wse/2su0jFSEWGOa3v+9kTHb7FkP9dHbe4tN/uc6U+H/j89/S3XeL67c7uPb1NWYnbtM78gW/+KSTgVGf7OSlScUCxH2X+fiTXoa6v+Rm9x0+/6qD2599Sk8wyLwkrvE1372Ui/QC0yPD9H3xMTevXaE9lJIdOz3jtpHHZGBYfksvF8a7gYCBgIGAgYCBgIGAgcBuILA829oNTbutw9BnIPC0EJAJdiqZlh0xOdmOzcAiOM3QVA8ffYrlWBO63QnRAkpb3uf7P/xTztVYqTz9J7z7aiUlqSE++t3IGs2+gQlGe4eZMMUZv/M1vuFZzM1OEikL0Y4wNR+YmZnWiC35mJ/wYc4qYv/7r6Cv0bLFRTRMan6cuabT5NQfpiwvj6LiAkpaGmj0DNLTG2d2NIpHEsy8PBvBnqvcnrUTTsTAYsJs9+CUVNQ6eIXORJDRcCHZ3hTOnBQjiQOcrS6j0m3GrnP/SCcgOkRX+yAzviXiZjMxJCF2OrFbNWSjEuOAlMBk4GAgYCBgIGAgYCBgIGAgsJsIrJ6S7aZeQ5eBwFND4LENacsa0unl8qHv/gR6IhtHbSvl+blUHSzHTojkTCczA1/y0S9+xk9/d5M7Vy/QfvMqfVOzhJz2+2pTowyHnUScr/CDo0f4Xk0Xt0aTRHOqKWiuobAql/2V2STHFkilsyksr6W6upQ8l/W+joedWe1o3jyyey8wfPlz2gfHmYrq6GYXFr2OprJp1pdmAAAGsklEQVQkaWuUxbROMG5hcTYqiZefcMBHMAqxiI9AYIxhZwul4QUs0QCYcsl1WMlPXOP312/SuxAllFzlSEoulsbxY2UpESEcChAPJLAt9TA44ycYlfZV7C/rqWZ6WSM34jYQMBAwEDAQMBAwEHhSCBhJ3ZNC1tC7ZxDQxFNd19BN6oy1h60IT34TByvBIpPxosMnJIl7TZKiZo7WltJw9iw1RU0cbirj4Ik26o68xsHaeuor8sgrKiO/9DAHmw9wojkLTCbcBw5RmlVGY1U9TQf2U11SSdOp8zQdeYV95Q20NtbTcvQwxYWtnGxw0Xj4MJXVteRJUmjR1rq25ZVux+qt4lRbJVWyq5bnraSiqJTGpmw0PZd9p89ysLWNlppy6uprqDj6NqdaTvHuK8qnGopLqtl3pIW8imOcf6WNg+JrVXEFdVXVHDhxjMrCOk6/fpg8fZ6xOxe5fOkiV67fpn2hisaDBzly/nUOHTzC0fICDhxrJS/LiXkjfLcMYtcbnwuFmrqPip4LbwwnDAQMBAwEDAQMBAwEXgQE9BchCCMGA4HHQ0BDTbQVPaDHkoMjq5K6IiQpgZzGFoobJdEqKKM+10ZBUzM51iLqKoupa22jtu0NTh4+ytGWMsqqm6ioO8r+hkb2lznQdB1nTR357nLqS4upqspBszqx155mnyRCdbkFVOblUVpZjc0lSVWth4qGGrKzc7A94NhDKjQzZlsuTa3N1DQ2UZpfRUV+PpWV4oe05de3UlfbJH4UUFFZQumB4zRVHOJ0WwNlBaXkF0rMLU0U5VXQ3NZCTX0DJXk5FBYVUbb/BPsrmzlxopnSPBcm9V88JBIkUhoJRwONjTW0HD5GY8M+mktkJ1MS2eIcFzaz/hCnjWYDgecFAcMPAwEDAQMBAwEDgb2FgDHL2lv3y/D2CSCQFp2KpDBeO0TAXdxEw6GznDp9lpPHj3OowoXTagwrO4TRYDcQMBDYqwgYfhsIGAgYCDwnCBizr+fkRhhuPFsEVFKn6Nl6YVg3EDAQMBAwEDAQMBB4EREwYjIQeNIIGEndk0bY0L8nEFAdQdsTnhpOGggYCBgIGAgYCBgIGAgYCLygCDxyWGou+8jChqCBwIuAgJHMvQh30YjBQMBAwEDAQMBAwEDAQODlRcBI6l62e2/E+wACyWSK0FIS30yMhcnotmh+IsrsWJTp4TDqfLty6/mU7NTQo+sILMRJxFIszsSZHokwNxbZlv/r/Vh/PTceZXY0siu6lO7p4QiK5gQzdb0bpLCbHAijfN2WvqkovtkosUgqc783k5kVDMd7Q491XzfSre5VMm58yfeBDmhUGAgYCBgIGAgYCBgIPDYCRlL32BAaCvY6AmaLRngpwURvmNGe0PaoK8hwR0AoyGi30Hbl1vOJnqE7AUal3LZtpaMrJHZDmaRL/f96s5KEjXQGGdmpHqVrPXWHGO0MovTtyCelR8kqUucrJPgM3VliuD2wO/7d1atiHbi1xJbYKZwUKRnxa7I/RFyS4KAvwWaxqbj7bzxEr9K3Q1qQpNJk2uu9xfDfQMBAwEDAQMBAwEDgeUTASOqex7ti+PRUEcgvteH2mogE4oT92yRJAiNC8XASVW5bbr3+QIJ4JElYyp3oCC7GCC3GM/8VQ36pHbMZUokU0WBi+zGs92XVdSQYJxpKPJqupfUYJsSvJDHBarf8U1hFxI7Cbqv7pnBSpPjDwh8NpcjOs2J36pvGpnxMxVM7vicZG6swXH+t65BfZsvcs6f6gD95Y4YFAwEDAQMBAwEDAQOBZ4yATDOesQeGeQOBZ4xA4xEP536Qz1t/Wsgbf1ywLXrzTwp4588LefvPROaHBduS2Uj3myL77l8UocqN2jere+tHhSgfFL3zFwV862+KeVfp+ZPCR/blni3x6U3Ro2zcq9smLm+I7AMyUvfeXxZl8FL+PtC+Xd3r+JSPH/yrYsFh85hVDIpWbL79owK5ZwW8JeVK3fryLcH2A8Fzp/dkvZ6Nrk+8l4PJhpHYYRwvJwJG1AYCBgIGAgYCTwoBI6l7UsgaevcMApr0At2ksZfJtMf938vY78h3XcM4DAQMBAwEDAQegoDRbCBgILBjBGQ6u2MZQ8BAwEDAQMBAwEDAQMBAwEDAQMBAwEDgmSJgGL+PgJHU3cfCODMQMBAwEDAQMBAwEDAQMBAwEDAQMBDYcwgYSd2Wt8xoNBAwEDAQMBAwEDAQMBAwEDAQMBAwEHi+ETCSuuf7/hje7RUEDD8NBAwEDAQMBAwEDAQMBAwEDASeEQL/OwAAAP//2KmprwAAAAZJREFUAwAegHC+5He3PwAAAABJRU5ErkJggg=="/>
          <p:cNvSpPr>
            <a:spLocks noChangeAspect="1" noChangeArrowheads="1"/>
          </p:cNvSpPr>
          <p:nvPr/>
        </p:nvSpPr>
        <p:spPr bwMode="auto">
          <a:xfrm>
            <a:off x="155575" y="-2201863"/>
            <a:ext cx="5619750" cy="459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5205511"/>
              </p:ext>
            </p:extLst>
          </p:nvPr>
        </p:nvGraphicFramePr>
        <p:xfrm>
          <a:off x="677334" y="1669710"/>
          <a:ext cx="8193337" cy="27455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9301">
                  <a:extLst>
                    <a:ext uri="{9D8B030D-6E8A-4147-A177-3AD203B41FA5}">
                      <a16:colId xmlns:a16="http://schemas.microsoft.com/office/drawing/2014/main" val="2683403419"/>
                    </a:ext>
                  </a:extLst>
                </a:gridCol>
                <a:gridCol w="913813">
                  <a:extLst>
                    <a:ext uri="{9D8B030D-6E8A-4147-A177-3AD203B41FA5}">
                      <a16:colId xmlns:a16="http://schemas.microsoft.com/office/drawing/2014/main" val="2700671425"/>
                    </a:ext>
                  </a:extLst>
                </a:gridCol>
                <a:gridCol w="6350223">
                  <a:extLst>
                    <a:ext uri="{9D8B030D-6E8A-4147-A177-3AD203B41FA5}">
                      <a16:colId xmlns:a16="http://schemas.microsoft.com/office/drawing/2014/main" val="1737753060"/>
                    </a:ext>
                  </a:extLst>
                </a:gridCol>
              </a:tblGrid>
              <a:tr h="76875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dirty="0" smtClean="0">
                          <a:effectLst/>
                        </a:rPr>
                        <a:t>Entidad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19050" marB="1905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Motor Elegido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19050" marB="1905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Razón Principal (Teorema CAP)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19050" marB="19050" anchor="b"/>
                </a:tc>
                <a:extLst>
                  <a:ext uri="{0D108BD9-81ED-4DB2-BD59-A6C34878D82A}">
                    <a16:rowId xmlns:a16="http://schemas.microsoft.com/office/drawing/2014/main" val="1943603868"/>
                  </a:ext>
                </a:extLst>
              </a:tr>
              <a:tr h="395357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Órdenes y Pagos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19050" marB="1905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PostgreSQL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19050" marB="1905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u="none" strike="noStrike" dirty="0">
                          <a:effectLst/>
                        </a:rPr>
                        <a:t>Consistencia (CP): Integridad ACID obligatoria para proteger el dinero y evitar anomalías.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19050" marB="19050" anchor="ctr"/>
                </a:tc>
                <a:extLst>
                  <a:ext uri="{0D108BD9-81ED-4DB2-BD59-A6C34878D82A}">
                    <a16:rowId xmlns:a16="http://schemas.microsoft.com/office/drawing/2014/main" val="3223240433"/>
                  </a:ext>
                </a:extLst>
              </a:tr>
              <a:tr h="395357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Reportes BI (Cierres)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19050" marB="1905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PostgreSQL (Vistas)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19050" marB="1905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u="none" strike="noStrike" dirty="0">
                          <a:effectLst/>
                        </a:rPr>
                        <a:t>Consistencia (CP): Cálculos matemáticos y logísticos exactos estructurados.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19050" marB="19050" anchor="ctr"/>
                </a:tc>
                <a:extLst>
                  <a:ext uri="{0D108BD9-81ED-4DB2-BD59-A6C34878D82A}">
                    <a16:rowId xmlns:a16="http://schemas.microsoft.com/office/drawing/2014/main" val="3625787094"/>
                  </a:ext>
                </a:extLst>
              </a:tr>
              <a:tr h="395357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Catálogo Web (UI)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19050" marB="1905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MongoDB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19050" marB="1905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u="none" strike="noStrike">
                          <a:effectLst/>
                        </a:rPr>
                        <a:t>Disponibilidad (AP): Esquema flexible para especificaciones dinámicas y latencia ultrabaja.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19050" marB="19050" anchor="ctr"/>
                </a:tc>
                <a:extLst>
                  <a:ext uri="{0D108BD9-81ED-4DB2-BD59-A6C34878D82A}">
                    <a16:rowId xmlns:a16="http://schemas.microsoft.com/office/drawing/2014/main" val="741187601"/>
                  </a:ext>
                </a:extLst>
              </a:tr>
              <a:tr h="395357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Historial Cliente 360°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19050" marB="1905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MongoDB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19050" marB="1905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u="none" strike="noStrike">
                          <a:effectLst/>
                        </a:rPr>
                        <a:t>Disponibilidad (AP): Documento desnormalizado que elimina múltiples JOINs en lectura.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19050" marB="19050" anchor="ctr"/>
                </a:tc>
                <a:extLst>
                  <a:ext uri="{0D108BD9-81ED-4DB2-BD59-A6C34878D82A}">
                    <a16:rowId xmlns:a16="http://schemas.microsoft.com/office/drawing/2014/main" val="4205500106"/>
                  </a:ext>
                </a:extLst>
              </a:tr>
              <a:tr h="395357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Reseñas de Usuarios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19050" marB="1905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MongoDB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19050" marB="1905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u="none" strike="noStrike" dirty="0">
                          <a:effectLst/>
                        </a:rPr>
                        <a:t>Disponibilidad (AP): Gestión eficiente de textos libres y alta dispersión de datos nulos.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19050" marB="19050" anchor="ctr"/>
                </a:tc>
                <a:extLst>
                  <a:ext uri="{0D108BD9-81ED-4DB2-BD59-A6C34878D82A}">
                    <a16:rowId xmlns:a16="http://schemas.microsoft.com/office/drawing/2014/main" val="1637596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9140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Riesgos de la Arquitectura y Mitigaciones</a:t>
            </a:r>
            <a:endParaRPr lang="es-MX" sz="31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3" y="1930400"/>
            <a:ext cx="9237375" cy="2328091"/>
          </a:xfrm>
        </p:spPr>
        <p:txBody>
          <a:bodyPr>
            <a:normAutofit fontScale="92500" lnSpcReduction="20000"/>
          </a:bodyPr>
          <a:lstStyle/>
          <a:p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Riesgo: Inconsistencia entre bases de datos (Duplicidad de datos</a:t>
            </a:r>
            <a:r>
              <a:rPr lang="es-MX" altLang="es-MX" dirty="0" smtClean="0">
                <a:solidFill>
                  <a:schemeClr val="tx1"/>
                </a:solidFill>
                <a:latin typeface="Arial" panose="020B0604020202020204" pitchFamily="34" charset="0"/>
              </a:rPr>
              <a:t>).</a:t>
            </a:r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s-MX" altLang="es-MX" dirty="0" smtClean="0">
                <a:solidFill>
                  <a:schemeClr val="tx1"/>
                </a:solidFill>
                <a:latin typeface="Arial" panose="020B0604020202020204" pitchFamily="34" charset="0"/>
              </a:rPr>
              <a:t>	Mitigación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: Implementación estricta de CDC (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Change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Data Capture) garantizando consistencia eventual secuencial.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MongoDB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es solo lectura para la App</a:t>
            </a:r>
            <a:r>
              <a:rPr lang="es-MX" altLang="es-MX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Riesgo: Complejidad operativa por mantener dos motores</a:t>
            </a:r>
            <a:r>
              <a:rPr lang="es-MX" altLang="es-MX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s-MX" altLang="es-MX" dirty="0" smtClean="0">
                <a:solidFill>
                  <a:schemeClr val="tx1"/>
                </a:solidFill>
                <a:latin typeface="Arial" panose="020B0604020202020204" pitchFamily="34" charset="0"/>
              </a:rPr>
              <a:t>	Mitigación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Contenedorización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mediante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Docker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y automatización de despliegues (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IaC</a:t>
            </a:r>
            <a:r>
              <a:rPr lang="es-MX" altLang="es-MX" dirty="0" smtClean="0">
                <a:solidFill>
                  <a:schemeClr val="tx1"/>
                </a:solidFill>
                <a:latin typeface="Arial" panose="020B0604020202020204" pitchFamily="34" charset="0"/>
              </a:rPr>
              <a:t>).</a:t>
            </a:r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Riesgo: Crecimiento descontrolado del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particionamiento</a:t>
            </a:r>
            <a:r>
              <a:rPr lang="es-MX" altLang="es-MX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s-MX" altLang="es-MX" dirty="0" smtClean="0">
                <a:solidFill>
                  <a:schemeClr val="tx1"/>
                </a:solidFill>
                <a:latin typeface="Arial" panose="020B0604020202020204" pitchFamily="34" charset="0"/>
              </a:rPr>
              <a:t>	Mitigación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: Configuración de la extensión </a:t>
            </a:r>
            <a:r>
              <a:rPr lang="es-MX" altLang="es-MX" dirty="0" err="1">
                <a:solidFill>
                  <a:schemeClr val="tx1"/>
                </a:solidFill>
                <a:latin typeface="Arial" panose="020B0604020202020204" pitchFamily="34" charset="0"/>
              </a:rPr>
              <a:t>pg_partman</a:t>
            </a: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 para automatización.</a:t>
            </a:r>
          </a:p>
          <a:p>
            <a:pPr lvl="0"/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/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MX" altLang="es-MX" dirty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AutoShape 2" descr="data:image/png;base64,iVBORw0KGgoAAAANSUhEUgAAA3UAAALTCAYAAACxPCtnAAAQAElEQVR4Aez993clyZXnCX7dn1bQWmsEEBEIrVMrJjVZVWSRRbK7uqpnuqf7zMzO2d0/YH+fX3b3pz1nZkd311QVi6LISpJJpo7IzNAKWmvxBJ7W/t7c6wAiEQggAlpexzOYu4lr1z7+nrldM3dzNSubEBACQkAICAEhIASEgBAQAkJACBxYAipkEwLrIiCJhIAQEAJCQAgIASEgBISAENiPBMSo249nRXQSAgeZgOguBISAEBACQkAICAEhsKsExKjbVdxSmBAQAkJACCwREF8ICAEhIASEgBDYHgJi1G0PR5EiBISAEBACQkAI7AwBkSoEhIAQEAIvICBG3QsASbQQEAJCQAgIASEgBITAQSAgOgqBo0tAjLqje+6l5kJACAgBISAEhIAQEAJC4OgROIQ1FqPuEJ5UqZIQEAJCQAgIASEgBISAEBACR4eAGHU7c65FqhAQAkJACAgBISAEhIAQEAJCYFcIiFG3K5ilECGwFgEJFwJCQAgIASEgBISAEBACWyMgRt3W+EluISAEhMDuEJBShIAQEAJCQAgIASGwBgEx6tYAI8FCQAgIASEgBA4iAdFZCAgBISAEjh4BMeqO3jmXGgsBISAEhIAQEAJCQAgIASFwiAiIUXeITqZURQgIASEgBISAEBACQkAIbC8BkXYQCIhRdxDOkugoBISAEBACQkAICAEhIASEgBBYg8C+MOrW0E2ChYAQEAJCQAjoBDJaFiF/GuEtuNB8GgFPCuxvRc7yvEFfCgFvalN6BSlfyLe1Oi3pwnUKriKLmXHcUrr94LM+S241nbeiIzPlc7IVGevNy2zjEQ1aOqt/R+WfEBACQmAvCYhRt5f0peyNEpD0QkAIHEECWeozxyIZ9N4Oof9eGP33N+nuhfDw0wD67pKczcqgfH3LdOi5FcLjG4FN6fT48yC6bwU3lXclA65Tz+1VZJGuPcyN9F6ZZ6+OWR9mqOtM/LZTj84viOnNrZ3f9erTdzeMycE4okHtCP4qpcpCQAjsNwJi1O23MyL6CAEhsA0ERMRhIpCMZ+CbTmCsO4pwOItkStmUSyQVpFIA+5uV8SQfyVraT21Sn6X82+Wnlum0JPNJXVeJW0qzms/52K0Wty1hyaXzgE2dy23RYQvnjdkEfBqGHkfgmabKHKYfnNRFCAiBA0lAjLoDedpEaSEgBITAESJAM3U8W2e2G1Baa0NFk2NTrrLFiYYzuahqdX6VfxOyKpupfHaUt6bNibqOnE3Jqz/pAuffbH2W5+O6VZMuy8N4v6rFgepjVN9FfTlsPY7ryG49aTeahvVhffk8bFf9l3SoO0FM26m+dG6WwnbEb7SjsNIKi80AVTlCv0WpqhAQAvuWgLpvNRPFhIAQEAJCQAgsElCo42w0KbA6jbDnbM45co1wFZjA/mZlrMznyDPBlW/alE5Oysf5V8rczDHXaS1ZHLcZmTuVh/V54ojfdpbDTJ3bLHNJv5W+1WGA0axAUSGbEBACQmDPCUhTtOenQBQQAkJACAgBISAEhIAQOCQEpBpCYE8IiFG3J9ilUCEgBISAEBACQkAICAEhIASOLoHtrbkYddvLU6QJASEgBISAENhBAllks+SeU8Lz4ynvC/KvKprzkHsqjo6zTwXIgRAQAkJACOwVATHq9or8LpQrRQgBISAEhMAhIqBFEZwdw/jgAKaCKWTiKaQzWWSyGtJpDfFECtnELIYf92B8zgdfJIJI0I/goovEEgjNjmJydAhDM2GkFtGk00Amwy5Dcjg0hXg4iBDlC0fiiATm4R2+jQedw5jzJ5DUNMTmpzA92IX+2RRSmph2iyjFEwJCQAjsGQEx6vYMvRQsBPYNAVFECAiB/U4gG0HPvR70D85CczhhTCYQuH8TE6EAgrFhTIw9xgdfjqPvkxsIWcjIMhqgaBnEPXNw37+NoVQK872fom96DlNhL6Kz9/DBXS8SqX7c/vwRBgdGMTcxhIeffA53dgD3H8zA445BI2svGgpjdmQYiiuO3i++wMAXv0fv5DB6kjmwGlJQlP0OT/QTAkJACBx+AmLUHf5zLDUUAkJACGwTARGzZwQSPszFTAibSpCfnw+XCUjOTiGYiJNh5kcw4MbYTAApTw9GfAkkNAUWswXGbBaZeQ8i1ixmJ+Yo3AhXUT7sxjQ8PT00GzeA8e4eDI/1Y2h8EH0PhjCZ8mHo8X103e/H+FwA4XQcIe8UwtFpDI+7Me8n53NjfDIImIx7hkQKFgJCQAgIga8IqF/typ4QEAJCQAgIASGwLwkkg8jklcFSVIs8qxVWC83EPTVDpsJM4eVNlTAkQ3DPBhGKZWGx2GAj485sNSMYNcFhs6OkrAyunCLY5scQn5uFYgzD65nF9NQskpY0JgNZJONRRCMxxFMasoYssqkYEu4hhO1FMJW1oCQ3H3nxecyPT0DTNDyzSYAQEAJCQAjsKgEx6nYVtxQmBISAEBACQmATBAwWGFJRaJF5BCNRhKMJwJBGPBpDJBxHKp2BJbcIuSe+gzePhTA5PI7+ocBiQXypd8FlSSKVCiMQnEckGkJMzYc6k4TrRD60JMkPaKi+bMbceBbW8vPouNCB1uoC2DQjjJZ8VDozyKsogqXwGOpbTuNsSy6m3v8dkrEYsosliScENkpA0gsBIbA9BLil3x5JIkUICAEhIASEgBDYGQL2ChR6v8Dcvf8DP//wY/z2424YCmZx//oNfPDre5iaDaOkEpj68le4/vk9zKQ1ZBy2p3Rp7XBhdrgff/pPv8TdW7cQ67iEiNeJwopmFLc3oLKpGC2FOUiN0gzc/V/ij7/+H/GP73+Gu+MJqNYSMv5+hGPBh4gN/wE3Hn2CDx92oj9dBg2Gp8qRAyEgBITADhAQkS8gIEbdCwBJtBAQAkJACAiBPSegWFF/4U28+u5f4BtXL+OtV04g9+Rf4rvvvINvf/8v8NK1V3CxKg+lZ76O8y//NX7w6imcrrXDXFKKkisvo01V4ah4GVdfeRvf+d4P8NrXfojvnMpB9evvoK2kAZfbWtF+9hqKy17Bd199Cd//9/8af/aTf41vvHwRV0/VofXaaygyudD68ts4fvZNnG+7hndffws/+MlrcDqsUCCbEBACQkAI7CUBMeqW6IsvBISAEBACQmDfElBhyytCQXE5SgvyUVzogtFJ+8XFKC0rR35+AXKtJlhyS5BXUIWyAhdybAao/DxdXgGcigLVko/8giI9fSHJKXEaYC0sgsNsQ67DAUdOPsyWApJfgLKaapRXVaO0MA/5OTY4SIZZUeEoKIYrtwh5rgIUFxWhvKIARoMK2YSAEBACQmBvCUhLvLf8pfQDSEBUFgJCQAgIASEgBISAEBAC+4mAGHX76WyILkJACBwmAlIXISAEhIAQEAJCQAjsCgEx6nYFsxQiBISAEBACQmAtAhIuBISAEBACQmBrBMSo2xo/yS0EhIAQEAJCQAgIgd0hIKUIASEgBNYgIEbdGmAkWAgIASEgBPYPgXQqi9mxBO78wYMbv5pdv/sFpf3FDG6w/8vFffbZrUcOpbtO+a+Tf4Md7d9Y7jhsFTnXqbzP/onK5Xjav0771zkfp6UwfZ+PaX9BLunGccsdxV2nvDfY0b5eb/b5eHk6Or7Oshadvs/plqdZ2qe0urylY/J13Ug/XQ865nKuU7rrJI+dnn4teYvpOY+en/Lp/lI452O3dEy+Xt5iugX5i5woTpfDPudZTKPL42N2pJN+THGc9zr5T/JQPj5mp6eh9NeX0lPc8nRP7S+mW1faRTmf/3oOjz72YaIvimhI2z8/FNFECCwSEO/oERCj7uidc6mxEBACQuBAEdDSWcTCGqKBNOZGo5geiKzbTVHaqYEo2J9e2u9ff37OM035F/wIyWFZX7ml8NX9qK7nFJfbH9XzfpXuq2M9ntJ8FRd5kk8PG6RjdpRmtbRTetySvCjlZUd5KL2ef5nPadk9FT5I6cmx7OXhU3q9KY7yr4ybprBVna7L6mU/SU9lTVO6BZnRFVy+yrsQ/9XxQv4olufl/YXwlekWjqf0Oizu03mf7IuA3TTtTy/WYaGc6Jp6LKV7yif9vZNxhLwppBKZA/V7EmWFgBA4nAQ2adQdThhSKyEgBISAENh/BDQti1QyA7vLgNpWOxo7nOt2TaecWHKcb/k+H7/QLeVfLHMp/5K/Vn49/jTpSfmrW2yw5xhQUGJa0JvC9HjyOX8TyeZj3l/unoQvpuO4J2GUh4/ZLYXpMiit7i+L5zRLTk+7Io7T625ZOB83L8lif1nckqw1fUr/JI732S3Lz7KX9ND3OZ7dsjScn+PYb+Q4dhy/6HOc7jhsmdPDFtNwXq4D++zKaqyw2Q1w5hhRf9yxcC4or64L5VmeltM/1510oLLJRt9JIxRV3tK3/1oN0UgIHD0CYtQdvXO+uzWW0oSAEBAC20DAYFRQVGnGlW8V4s0flazf/ZjSruXWK2et/Evhq8mhuLfIsa6Xv16AsloLGjocX+nNcSvdSjlL8cvDnxe2FLfkL8+3tL9a3FIY+yvTcdiSW4pby99ouqX07K+UyWFLbilu+fHSPvtL8ezz8WqO4k69kouSajMqGq145c+L1z4XlJbP2/Pc639Zggtv5+vyTGYx6rbhJy4ihIAQ2CIBMeq2CFCyCwEhsD0ERIoQEAJCQAgIASEgBITA5giIUbc5bpJLCAgBISAE9oaAlCoEhIAQEAJCQAisICBG3QogcigEhIAQEAJCQAgcBgJSByEgBITA0SEgRt3ROddSUyEgBITA4SSQ1pDJZpHNZpDRMkilskCKw6CH6QutpDLQUgloiCEwNYnZWT8CMUpzOIlsolYacUsiGkk9yZsMhZGMRkE0n4Qd1p1MOomYZxQTMz4EoinwiqtZ+i7x9wqpJLKZ7KocjgKbw3rOn6qXHAiBQ0BAjLpDcBKlCkJACAiBw0wgSwZbJsMG2rO1zGoaEhNT8McTiKX8mJ/3YHAsjPj4BHzpFJJJL9weLwaHvPAO9MKbncNQ/ySmRkYwSmmGp0LPCt3lkCxVLpNOI011zCwaqBkOo7plyFBNJ9Pg44TXi4BvHn6NTYksMlQ/NlgzbHDo6TNIk/GazaShh+vJsmSQpJHicDrOUtoMy2VHx0+qmkkiEYvBH0zpQayHb2iIDOAZpPWQw/0vnYhhru8hJmcnMTw0jsmBUfjcM3CnAhgdnEMsngJ9DVeFsBzjqgkkUAgIgUNDYD9XRIy6/Xx2RDchIASEgBAA2TVIJzPkP9t9ziSTmL/5JUYCfvijQxgZeow/XJ+E9/MbGIrFEQ51o6u3F3/8Uy/6//Bb9Gtj6PFYoAWnMNVzBx9+3A+ypfaMciYZRzwchD8YQjCaRsTtRjSRQDQcRsQ3h1DEB7cviHA8Cd+DRxh43IOBaAKZRAi+eT/8Xj/VMYBAKATvXAhhjxvzgRDmvbQfjiCWjCI8H4Cf+AQjSYT9AYTJMAxHEkgTTvosCPgoRwAAEABJREFU1D0VRSwShjeUghYJIkgyRu4+wAwZdgtm3kKyw/o/SXwn+iZgsQfQffMWvvztn9D18Avcn+vGHz4dw3woAaxY5JLsaBppeCYYsgkBISAE9oKAGHV7QX3NMiVCCAgBISAEdpqA0epCbu1LOF5agbOZHsSpwCfGDe3v5ifSfweP7nyG34/6MdznRdd//js8HhvD47t38PDv///44vrf4RcDQ+iaScAfIYOLZvIQmUa06x/wv1yfw53f/hKf3/gH/KePPsb/8n98iOlP/3v8fz4YwO/+7g+4f+s9XB++h9/982N4R36Bf/58HJ/88uf44sPf4eZsGsllPQAtOozpiS7cvjOJ2d//z/jdwDD6ZhOIRXeTxh6XxUabyQ6ryQm7akRsfBq9v7+Jwm+ega3AiWW4wLN20ZCGZCJLs6h7rLcULwSEgBAgAsvbKDqUjxAQAgeCgCgpBI4QAZWuVCazCkXlXvc2VFxRoKgpJKnjHlHyYNwGkZsVMUmzhqlUIc43l6OpngyHbBoaTQFpmoasMwfmmiYU3f8Ug3NhRGCB3WGBktXgH5tHUUM5Gs/kw2EzIpWwwlpciqoCSpNbgdLCXOREZ+Ed78GDhIa5YBkqS5xwFdWgsLwGzVUO2EhphRx/VFcubC47DLEw7o660FJZgcYKGyiIow+/I+6IeTA1EkbluRNoOVMIp9WPeG4phm/MIBFMPsWAudkcKvgdddv1tYRsQkAICIEtEFC3kFeyCgEhIASEwD4ncBjUy1Il+Lk68p75qGoWjsIA+h504/ang3D7YihrtMFeMI9Hnz/E7evDCCfSKKiwP8kbHrmNOx/+HvcmfQjXHtONOu6kP0mwiztOWwKZpAf9A2PoJUPNmq9ifnYI/YPTmHBnkEkkEbcl4fcnkMnGEYsE4Z6LIVOcj+T4OIaHokimssjJNcJotcFqNpGhYYXNYobJlQ+zzQlXdB6xhAKbg8LsTpitdjhtBhiW1VMxmmAw2WBXDSixz2N8bBTjcxFityzRYd5VjIC5ACXlFaipLUNhfhFy8uvRfLIDpxN3EYuHEdWWAaAvjMGogAccVt6WCdmEgBAQAntAQN2DMqVIISAEhIAQEALbQkAxGmBvakKx3Q6HpRglJVU42ZIHR0szSs1mWG0VqCovw8kT5SjrOIsytRyNtTnIzbUhr6QYlU1VT91Wty1KbUBIUVURymuKYKU8qsGAko5TKM/PR1lVNcqaj6PCVY66sxfRXuFEaV058ouLUezIhavpDJpyjLC7alBa3oqOxkocbyqCWnEepyqsKG+sQEF9B5rrOvDSiUpUVVeiNN+CsuoyFJbkQYm4MdHdjV5y3d2DZMBloNpL0dJWhpazzci1mlHU1ITcqioYSbfD8FkYHAD41smV9TGRoVt+4iIaaipRSLOhDprRLG26gDN19TjXnk9G8GGhsLLmciwEhMBhIaAelopIPYSAEBACQuBwElAUBapBAXl4ZjNYYKh9FW++fAlvvvMGzp49hbbiXJgb38a3Xr+AV995G2dPtOJkUzkaX/8aGtUmvPLNr+HdH34fb109g45S8zMitzuAjQh2q8m1VrSiqeMK3jjdgvNkeJaefxPn6Pjdb7yG1777FtoaL+CVM6/j9Y4S1HacRBPNHJ1rqkF+yVm8/vJxXH37JRw/cQ3nmlrx8rkqGJq+iTeaHGg800zG4gmcqGrHtbcvU5pTqC+0o761HhW15TDF5jEzOIRhckOD45jxWmDPr0THpUrkXfg2Xjt7Gm997w20nDmGnSe0GpkdCCOrjmd8sxnaWSHe4nCg4eIFFNhsMFGcpbICxTQwUGexIe/MGygpyIXdQBHyASAQhIAQ2I8E1P2olOgkBISAEBACQuCwEOB3nmXYkHjWltijKjrgKmrB+W99E++S++a3XsOFtkqUWPdInd0uVtntAqU8IXBECUi1d5WAGHW7ilsKEwJCQAgIgaNGYOHZK7Ek9vq880yvoipQyUE2ISAEhMAhI3CQjbpDdiqkOkJACAgBIbAaAZ7lSiezyGj7ZqprNTXXDNONCbbp2K2ZSiJ2g4Ccgt2gLGUIASGwFwTEqNsL6lLmLhOQ4oSAEDjIBHSjiK5WiiJd8oN8HkV3ISAEhIAQ2DkCdJncOeEiWQgIASFwoAiIsvuSgKIo4IVSUqkM/O4UvNPJzbmpJDyTCXjJ34qMuXGWQe45enA5nG52LI75uRQSsQxiIQ16uVS+eyIB7xS558jQ064nnuR4yK07/ZLMRT1YT9b3SX4Kf7K/lHavfK7XouM6unX2Sayq3wv0DvnSSMQzSEQzmJ9ZQ8Y66+mjdAEPnVeSxzPJkE0ICAEhsMcExKjb4xMgxQsBISAEhMDzCfCKhVoqi0ggjZHOCPrvhjbl+ihfz60Q2N+0jDshdH0RRO/t8HN16L0dQufnQd2NdEXABoVnMqnn4fK7vwyi905YP96sLkv5WJe+F+izlHa5r+tBPLg+zEWPo/pxeD/5+jEx225fl79Oucyol3TpuxsG17Hzi+Ca50+XS2nX0ndyMIbwfBpsjA0+CG+N/b0wxvqiCPvTB/a24Of/6iRWCAiBg0ZAjLqDdsZEXyEgBITAESOgpYF4WAOvIhkOagj6N+dClC8U2FzeJ2VSftbhRXJCgQyi4QxSKSAaYT9Ls0TZJ7qHqB4vkvGkTNL7uftk7AbZvSjdinguP0a6RUhP3tfLoPo95a/Io8dtNWx+/eeAWYeDGej6UR0jNNvJ53FNPZb0X0VHrmuaBgdSySyY/5oyVsm7WtoInUNNfyH5c28LPmK/VqmuEBACe0VAjLq9Ii/lCgEhIASEwLoIGIyALceAnAIzjl3KQ8erBZtzrxXg9BuFOEX+ZmVw3nPvFOHU68/X4fQbBTj79kJZrRdykV9iRlm9TdebZZx9i2RsQY/l+p9+vRDsloetd39BF8r/ZqGuG+fjMPZ3ym1WPtfx7NtF6FiD24vk1p10IrfYjIJyM45fy39S303V85UCNJ/NRU6hCapRjDrItg0ERIQQ2BoBMeq2xk9yCwEhIASEwA4TUBRFf6bOQJ1nq8MAe45x086Ru/m8S+WuV8ZSOqvTAINJgcmiPNF7KW5J5l76rItjC0x3U3fWdbPlWWwL58FoUmFzbe17YKNBBqud5NF3UoFsQkAICIFdJLBGUeoa4RIsBISAEBACQkAICAEhIASEgBAQAgeAgBh1B+Ak7bKKUpwQEAJCQAgIgUNHgN9ymOV/21QzXvVyO+Vtk1oiRggIgSNKQIy6I3ripdpCYOsERIIQ2CcEqGe91FenXbDjfyvDstkMsshASyaRSqWhZbJ0vE/qcBDUyGjIENwlrptVOZOh80By9PzsZ9LI7Na5oPK4LL3srfwjCLxwD8ui3a1IkrxCQAgIgW0hIEbdtmAUIUJACAgBIbAmgZ2MoE46EmndQMuQ0aGlNcQT1M2msDTFZchgSKUoLJ5GKhZBCn5M9zzEQP8kpgNJ6IsXQrYXEuBlHuc9iCTTSBLeF6Z/ToLIfBjJaHIhhZZAdn4UvjDJTS8E7dR/fvZNURSoKu9haxuJMJpVGAwKlK1JktxCQAgIgW0hIEbdtmAUIUJACAgBIbAXBDI06zb/5WcY9s9jPtqP4aH7+P1nY/Dc+AiDsRjC4cfo6u3CH/7Yif7f/xP6tWF0TimIe3ow+OgzvPfx8J7P1mVSSTJyIojxcvukc4oMqFQqhVQyjlQmhVgoilQ6Cf+j+xh4TPWIkylKBms6HiIDNo00GbKZdArJOKWNpJBNxpBMaiBbFshqyNBxiMJ5ZlKjtKl4AqlEAunMsjOmpaCRHokUBaaiiCdJXiKFRIx8kpvNJBHzRxCh/GktSfLjiJAeqWd0TiJNM6JIRBGhvCmN5C0VQzojHUMgGkGc9IWWRiY4g8jg++iciyGYBJaS7pi/jRaYLmqLBu6O1VMECwEhcOQIiFF35E65VFgICAEhcIgIkAGRnPciSkZPSgsjEglgzhtD0udBhIyjdDqIYDiIOXcI4dkphLNRRLMOWHNqUaBkYXf30uwd2T57hCQxPYCxwce4PxvA9FQQ4599hDHPHMaG+jF643fo6/kIX0xMYtyXhH/Oi5Dfj3DUi8TEp/ioy4OB2zfQ2/MZPut8hI8+eQjP45/jvccTuPvZXQz330bv7ADu3x7C/MwN3Olzo+vmdfQ/uoUBXwopskqe2CTzPZgefYgvR4PIjv4OX/R8iX/59CHu37qJsdH7uDkewsjtbniCA+ju7UXvvVuk4w384a4XQx99gDGvm+rRi7G7H2Jw+jE+7fJhpucT9IzNYCK0CDdLU3HREfSMzmFuuh9Toz24+XAcPvcAgmwALrP/FnPsX4/ApZIZ/cXjbKvuX0UPrWZSMSEgBFYQEKNuBRA5FAJCQAgIgf1FIEu95oyWRWabOv2q0UJGXTnyHbnIR2THZ+oy6Sy4DiAjaiVZ75QbczM+JE0mGMhA9fV0kuEUgIcMUPdIL+Yis5jqpRk6dwzhlAqDUYWSCiE0fA8jMZVm+MbhIcO0c2QK/WNeGHx38HguDffYNAITDzE4/hhf9s3C656COxCHZ2oGfjKCk0YjnroLMTJBxtUo+t1RZN330DvZh/ujPsx6ZhGPTGNkNos4GW4xzyMMz/kw7Q8hGRrDg6EQZh4/gicUhGd6EnNdtzEyeAd3xuYwOzuNeZplJHttodpkRENNIhiIIjg+CPfMOCaTBpiMFK2Q2+EP2WFkhAGEeftKYr3ZbZ9EkSQEhMC2Ejg6wtSjU1WpqRAQAkJACBxEAtwJT6cWDaNnKpCF0UKGwrwf3rkQEok0+L1wRnMSfo+PDJUQ0loGFhtbDguZUxEPfLPDmCFrI+SsAsfsZL9cI4OU67BQ+tP/wwkTNM2KYocZdodKeipIxkMIkTEUN7hgKiiHc7obU94I4mQVGgyg+BSiMSDHaYazxAmL2Qyz0Q57YQlK8pxw5ZaguDAXLiWJRMgLdzoBf7QIpYVOOIuqkFdciapiKywAScTCZjDp+5lwAL5ABBpZ0Ka8YuSWlSE/Jwe2tAPFRVaY4vNIkUGYcebDZGAJgNlCOseCCIVj5BJIBLyIxd0Iqmw4u5BvWygCigFwliLPZoYxFqN6p2ApcJDuVipbWUy0cx6fA17YhM/Hli15UtdgUqhK5HZOZZEsBISAEFg3AXXdKSXhqgQkUAgIASEgBHaBgAK9A40Vm2LIIqcihJ5b93Dj/W64fQnUn3DBWe7H/Q+/xPU/DSCazKCiIRcGMn4MMCA2/Ak+/93PcWfcjWRLB4WsELrNhyazCtVAFeCpohWyKwqjMGgj+OzLh7jxaAr2Egv80z3o6Z/C6FQaGZ8XodoiZBIazWhFEQn6aGYvBmNLLcKPHuPu5z7EEkBJiYHiVVAlydhSoJLhpRbXIa+sAc2peSCbgGpRKdpIuqhQsho0fm5Pd2lojgIYDAZkhh7g864ppNMgY0vVw1TVCHqvt78AABAASURBVCPpr5pMUKuOwx6aQfjhDfQMTiNK031F1Q74p0jngWnMKEXIbWqAwx+BKaFAMWWQNaSRWiwnRQauQVXhqi6EQUlg/MvbeDQ2T7OwGTLssLObAijsVADkYytbFsQoszDztxU5klcICAEhsE0EuGnbJlEiRggIgecQkCghIAS2QoA60VkyCFaKUGiGytj2Y/zld7+Nv/zpT/HG62/iQmUxbB1/jb/9wTfwZz/9a7xx5SKunW7EyR/8LU4az+J7f/O3+Nl/+9/hx996Cy9VW1eK3PZjjW+/zFAFVpFsb7iIUy99Dz985QLeutKImjd/hjde/h5+9m/+Cn/+7/41LnZ8A9997af4wUs1aLv2Gk5dfR1vnG5HafXb+MF3X8K3/uovcPnKn+PNjov47pvHYDj1X+GHp/Jw6tVzqD/2Ci43XcO3f/IdXL76Bo6X5+D42VNoPFYL1dOD27/5Jd4j99vfvI9b4y64Wt/Gj3/8Lbz5N/9v/Ou3foj/4q1jOH/6NEqqz+O1szaUvPMujpVcxNuvvYuvf/8NnGytQq7JgqJXfoI3X/4ufvY3P8H3/xXp3Pg1/Osffw1X37yCWmUW07few2+5nPd+h9/eiaLxeBOq219D2/mv4yc//SEu/cX/C28ey0eJfRVA2xjEBp1KxqmB3JbFklFoMhlA9umWRYkAISAEhMB2EFC3Q4jIEAJCQAgIge0iIHJWElDoSmXk2S6VetLPRCpQzDnIcTmRk5MDu90Oq9EAxZKLPApz5eTCbrPBZjHD4sqDBVa4cvOQW1CAHKcDNpOyUuK2H7MhoSirl6OarLDYnXDZrXDYzDA5csl3ITc3B668XFgtToqjfZsJZpsdFnJ2iwUGowMulw3OHBdsNhfsFhulM1O985BDM3IWkmcy22Ez2yiNk9LYYTGqsFgtMJlz4cipQtOFSzhH7vyFU2iqrUAx8cjJccKeV4pcRw7yHGYq3wID6Wi3qjA6HDAbbHDYHXAUNaKi7hK+ca4Aztw8Yuxa0Dk3FzaTA7k5DtjsNkpXh9qWszjP5Zw7h/ONZSjOd8BkscNsdSIn1wWbqwgOswEGFTu6KSR9jdNAMRv/LMljf+O5JYcQEAJCYHsJ7HATur3KijQhIASEgBA4egQURQHPiJCHg7gpfKXdiZ7/pmEYyajKRWFVDSrJVVVVoCjXAathAwINLthzytBSaYHRuHblVFsecvkZPi6nsgpVhQ7duNxASZJUCAgBISAE1kGALzXrSCZJhIAQEAJCQAjsDQFeOZIXuMiufgfj3ii1gVJ5gQ7ouq9t/GxA3P5ISha2Qpa2yYgtP56GA7rxgiv6uT0A+ouKQkAIHH4CYtQd/nMsNRQCQkAIHGgC3HHW0kB2jefS9nvl+FnAg2qQ7ne2e6YfGenp5OJCKbS/Z3pIwUJgewmItANMQIy6A3zyRHUhIASEwFEgoBoUmMwK2McB3FSTAkW/2krv/wCevtVVVgCzzQCDCVBoH7IJASEgBPaYgLqr5R+hwsL+NHwzyW1z3ukkpofj8Ey+WCannR1NwDu1dtq5sQTYbaeOK2WxHjMj8efqsTKPh3TmfCvDN3rsHk/APZHQec0QNx/x24gM1pvzbyTPk7RU1hyVvZF68Op4R+jnIVUVAhsmwDNdsYiGmeEYJnsju+pGH4cx1hletczxnghGu5+NG+uOYORRSM8zN5xANKgh6Enpx8v153Tslodt5/74oh4TxGzkURjDD0MYXaMu6yl3hFl0bQ//MeLG8laWy7oyV/afiSPeXAeu11hXGOxWplnr2DO5cB7C/hSm+qP6uWAW7NbKs2Z4XxTusTgiwTS0dGbD32fJIASEgBDYbgJi1G030UV5U4Nx9N4Oo+9eBAMPo1t2gw8jGH4cweCjyAtlcdqhF6QdfEH8wDbpzHoMrEPnpfIGqZ7sBrZYPnNackOdxH8DOnDZQ4+jxDr6Qtac9hlHZellU12eiVtWr/4HEfTeDaP7VgjxqHQKFn864gmBZwho6SziZNClExl4J+OYGYntqpsbj9Eg2Oplzo7G4Ca3UqfZkShmRxd0dU/F6DeeRoiMiZXp5kajYLcyfLuOZ0m+ezyOWWLmnohRPWh/FX3XW557jGVEt4X/HPFheSvLZl1nSUf2V8bNUPgcOY5nn90zaaiuq4X5ZxNIRDXEwhr4nHKaOb0+sQ3Xh3XzTsWRinPbLVN1z/xoJUAICIFdJyBG3Q4h55m6aCQD1WyA2WHcunOaYMs1w0L+C+VRGmuOmco0kVu9bKvLBGvO2vEvLGO1OtlXlmWCjfSwONZfzkL91p9+LT0tVD/dEQvmZt6ADmaqmy3XBGbE+xt3lNf5fP4s02Q1IpNVwDN6moz0YpObZDsCBPj2Nn63mNmmorjSjLI6y666inoryhusq5ZZTrqUU/xKnThPZeNCnqIKM6wOA1x5xmdkcF52K/Nv1zHLrmhc4FVBdWCdWLfNymcZLHOz+ZfnK6+3gOUtD1vaZ65L+8t9Duc6sM96sFse/7z9/FJqmx0q7C4DSqsXmdC52xSPWgsKy82w2Q1Q1SPwI5QqCgEhsO8JSFO0Q6dIMQCuQhMqm+yoPubcFldz3IXqtvXJqmmndM9JW9PuArvt0k2Xs7I8Ot6Izk9kUD59fwvcuG41bQu8apjFBmXVEJ/1sl5N1xou8wX1qGx1oqTGDoNRAf/t0FdRxAqBA09ANSiw2FVwZ7zhpANtF1ybcFvIc3ETeSlP+6WFfI3H7cgtMKK4yry7ej/hlPOkXNaJ3aYZUr02nfeJPgtcdDmbkNd+merD+ZbcanJXCatqssGZa0QOXZtbzjoXmGxQhq4zyT52wYl6Oq/OPAP4+3ngf2RSASEgBA48AfXA10AqIASEgBAQAkJACAiBFxDQV1FNZaGls1h4xcQaGdYZzM95kqR1ppZkQkAICIGdJSBG3c7yFelCQAgIASEgBITAPiDAd9AYzQqMJgWgD7aykTWnP+dJRiIbd1sRJXkPLgHRXAjsJwJi1O2nsyG6CAEhIASEwKEjoGlZZDJkBRy6mh2sCukzdWmAz8d2aM7PeOq3z2/VQNwOZUSGEBAC+5nArugmRt2uYN5KIRloyTDCc6MYnwsjmtKQRRLpVALxaAbpRASxWATRKLkYhcUpjsIWjlNIc2ciFUXEP4fxCQ/CyQy0rIZU2APf3DSm52PQSGI27YdvehSTk7PwBBPQUkloGb5DRUM6zY4OllUjk8lQJ4XCaIgyq2mLaYFMgvImk6AYPTVFgZLoaTMZjfwUEqRrjFw8uZBPT0g60KUWyXgMHMf6x+IRxONBeIYHMDE9j0A0Bb1fxIpFoojTAUnEgi6gcrKkt0a+htj8NDxzc/CENIDKXdJjoaw05YmBVECayos/4RdHLJ5GmutAV/+sFkHYN4PpiVn4UySGuGWoTKo6suRrxGVBnvwXAkJgzwhwA0PtoUbtAruM/gMlAyqdhpZMUDsZRSQSIRdFLJbcGzVJHb2JY39vNNh4qXTdiSZSoCZx43lX5tBiSMSC8Pg18OlaGb3Z43TEC793DlO+FKL+KLXrS1ee1SXygju8qInKOyuSZKnN5+tplC4MkUiMrgUppHgBK1JYo2sCf6+eOn1kyPHiPSr5K0TJoRAQAkJgTwiIUbcn2NdfaGJ+Bp7RHgwHYoiQ0aYbadFJzEwP4cFoEJlkDMn5PkzMeDE3n0LY74d7tB9+MlZiyTRS/nG4yVgbngkgFvEjHM8iPjuE6ZkJTHhm4JsdwOORCJLBYUzPejEzMYq5ift4NDqEzvEYIjMDmPH4MBd9Wmf/SCemZybhCwWR9IxjmOJTmSS8g72YHB/HfCaBZGIGnQ8nEI4E4ZkgnSeGMR+dxVC/jzpYMaTIQKV+2DLBGtLJOMKTY3CTbE8iRBdWSt/ngX9uECPj0xibiyEdC8DX/TEG5mMIp+cxS7JH+t2IpVKYIwMwNNVJ6WYx4Y/rRqEWGaZjDU/6cwkfGck9+Lw/gEiU9AiOYm5uGhPuBGLhKNyP7mAuMo0RkjtJZc775jDe3Ym5xBR6u8eJfRDhcBC+ifEnxuuySsiuEBACu0ggq6UQG7yPcV8IYyNDmBzux3Q4gezMIEbno/BF3ZiensEotZcJMlKoj76L2i0UpVDPn91at/xladSJB9KoSYSWSuvGSYbCMloa+iAc6a3R4FRsehqemTm4U2S8UEUyZMymyfDI0CBTloxZjfZTNHDHTDRqXOkDkLGSJUYJCqdkdJhFhgxe3S23Ukg+6xCPJ5CgwcFUZB5hajRjlE9LppCi64mef6FKT/9PUzwpr1GC7KIcqgZIRYCO0zE36T2CB0PUfusDjUl9sJB2n5aTofqSrCRlTlJdODJDlcjQcUbnkQEb6inKmE17MT0+hbHReUTJ6PLOB+l6mNTZZSktTcfpdjTLWHJsy6kGgN1S2JKfjscx29sFbyhE18kk/LOk8/gg/KFxPBoIIhKnAcKlxOILASEgBPYhATHq9uFJ+UqlDPxk4Iz0DMBrq0Bpjg0Wo4KUZxQjPfdxa3AcceosqNEujM2G4QmrSATdGHt0HcPuGfhpiHV+vIcueqOYTtlQWmhChi6YPso74QkibDLAnBjC51+OIegbhJsMs7BvEoGxz3B9cAwPHw9gqPMeRue88CVVLN/cXTfQ03kfQ6MjCE504mEQiCfdmOi9i+6eQTKo/IgHH+PT9+5gYm4YvfcfouvhfYwEhnHv80EyjPw060idF2W5VIUutkYkJ8bI2JyBz6BRp2AOozMUHujG0Mggusb8SJDBNfTgD3g44EWA9sf7H+Pel700kxnE2MM78A5/jr7ZIGaSZljVABm2D9A5kaILNfQtHXJjrv8OPnrch/k0XagTI3B7ZjHmMyCbiGHikz9gfPYu7g/OYNJvgN2hIXz/j+jyDuDm5/fQ1TmOsfFZTPd36kbd8n6RXsA+/ieqCYGDSCBL1gHZLNQePKs9GzaBhx+gc9pLbdIjdN/6HI+GJxEbuouHNMUezHoxO+PByHACBoMK7tg/K2VnQ3h2aK1ytWgQoXkPZudDmA8lERgdhT8ahX9+Hn4aCPNSmzzupv1oEr6uHoz2DmI0FoMWmaV2yg/35Ay8nmlMu90YG3UjODVIg1h+MnjcJMNLsgI0sEe+b4oG/mLwkmHoJSPXF0ogRY0XffTKZ2mAMOafo7Z5HH1DHvgmJ+GjATm31ws3DdR5ScexSR94sJBMSj0PMilk4l7i64fXG0Q06EUw4MbEtA/zlN8bCWDO7YV3ahjjk4O4zcYRDyb6fZijQcR5XwjxBUkL/6lOHmqLR6c9mJ+Zwmw0i/mpMXhYhs8PPw2wuef9mJtwUznd6Bqco8G+OGyqH0NzQaQibvh885iZnUeQjDz62izIXcf/RCSEkZsfYYCuP25iPUf6jzz8HH0D93F7LI5oMounLldZtlezq34n11GcJBECQkAIbDsBddslisBtJJCEO1PJM+bNAAAQAElEQVSIoLkNr1XlID/frht1bo8dmjuGBvRiwpoLi8sJh90Fh8MOmyGC2Ow9fPb+P+PRtB89k2YYTPk41V4Gl53SqvMY95hgsxagtbkJRWWtKCEDJqzFEaBZwdlJL3yxEpSUn8el5C/x8WwuTLYCtBWtqFZuIc3iUSeh+xHcabq60ZholgyvRIERXjIg3V0eZL1TUHzTGJjtxcjUDKa9SUwH6MLc9wE++uABhvwhxGnUdEGyQp4JVocLTgfVh5zVaYfVqCHtn8DUyCTiNGJrccYRxxyGXReR6p1GNhCGwxlBKjWDmzdn9FsyldICJNzTCI1NIpIxkmYk+skni0DIDPeECWe125g3m5B1OqlM4mencu1GunArwEwnUq48mKo7UFech9MtMQxOZWG0+DE7O4WuHh+4Q/RE7KZ3mN2mM0tGIbBTBPaVXJpsoln8DLI0E/RcxZy5iIcjmP3yC0zSbFbaaIWd2hGXy6n/xl0u23Oz70VkuP8+Ou9/iQ8ngxgf8qHn5/+E7okJdD+4j8e//N9x68tf4Df9g+ieSdAgVppmojRQ44tI9y/wn2968PCPv8Gtm7/E3396A//5Hz7D3Of/X/z/Ph3GH3/+IR7e+T2+GL6HP/xLF7xjv8Xvb03i+m9/gzuf/Ql3PRrSy3oAmZgf/ulOPLj/Cf7uN10Y+vIWBmdGcPPWbXz+3u/RNdGF//PvPqEBwyCSS6CSfiQmPsAvPhzCQPc4AoOf4vHDT/APN8Yx/t7/hA97b+CXf7qHO7cGESHjNZ6IYPTDf8KXw8P44tO7eHTrMSaXZLE/9iGu3/4Sv/r0Eaau/wI/78vg3m/+V3xx7yHuPOhE55fv49OJOdz+x/fJoBvATCiAIA3STc0O4uP7c2RUPsbNO7fwm/cf4O7jKVBjjnVvWgxZ/2N8/qf3cGfQCzfNjnomZ3HzIy9Ov1wKZ675GVHxWAZpuhBsxHh8RogECAEhIAS2icCyJn2bJIqYbSSggOaOyKWRwuKW7KaZsylMzvmB0DRu9wN07VmMJM9cBFf1m/j+T/5LvN5WjnJzHFoqhkg2hHjiAf7pV2Pwz3gpYYJkppHJJhFNOWDIqnAWFAI0I2g2FKCjwYja07VoaexAgauQdKAsT31y0UDyyypMGLxHl2W6qk3f6cFUKIjp0Azc/V2IBhNwvlME/+0kXC4NrhYDgtESlF34K/zFj97Gmcoi5Dwlc5UD1QhTQS1McSfKC50osQYR7u3CcNKF2MRdjEd88NiaUFZUi4s53fiCDK+I8wpee+ctnMyLY+Lj32MUAHWD6D990qNw06xkz0QEruQoHg+lQIPFFLHiY3PxMCzBjekdyXQyCaMZUPLP4ViRGeXGUVAfAlvZuIOqUYdghdW5FZGSVwgcSgIqDf6YLCoUlQZcnltDJyrrynDyXA4efDiCRCz93NT7IXLc64SWKcPL7VVoa86F2aQ+UctQUApH8wlU3v8Yg7NhhBUrGalWqNTe+sfCqGqrwrGr5chz2aFknMitqkFtaR4KismvLEFhwgv/eB8e0dTabKgODZW5KKxsRmltM07UOWGjkhRy/DHklpHhW4lakwOv/fgK2loq4bRZAYML1txG1NYcx4XsEII0rBbkDORSoRh8D4eRf6YB1Wda4VRssCYUNJ6twYlXSmAc6kHYWQpzyymUFbqAlA/d3fOITLphyS9EXmU18knO8o/TmY/yxjqUtZWRkeiGZj+GhsY85BijmO73QQn4YT92HCW1TaipaSK9mlBdUoE6uwGm/EtoTg6h0BlClOr5FcnlJayxb3RCKXoZ3/nRX+MblxrQYAzCmvEipzGDT+9EyXh8chVZEKAANrsKo0mBokA2ISAEhMCeE9hQm7fn2h45BUwodQTh0jrxq99/hi9+/yc8+vIuIrmFqHj9VTS2NyJ2rxOpROIruyAdQsz7GF9++kd8cOMhEk4NscQcbr33ITq7ejBNfZzyJhuCngl8/luSd+c2YsfPwm6xwkozcjWNxSgtVdHf6YOBZrHMJgsM3KN6hr0BZkcFSqqa0djggDk7iE5/HWoqruLdlhxUmyfx5YQVpR3H4SwvQW1dAcocZkRHZuAf+ARfXP8X3OgcweR8Es/bFEWFyV6A6nPHYEpGMXxnChO+Yrz6yhm8fTGLYDiFaa8JlrxSlLUcQ3uBHdbwBCZpVLmbOg5TQSMMqTim7v4aH/7+7/HB+x9jNKih8LXXcfL1S8gOjyE5HwD1efDUVnAC+bFJhPv+Gb+/+wC/66vG8TID8hw2OMprUV1fj8Zc61NZNnVAnYEsnb3spjJLJiFwVAgo4I4zu+fXWIXJVoiiqmM42VGCHLNhlQEp7PqmaVlk1phlLMyJIpuYwK17vbjdPQtbgQLPZA8e08zX0GQS6WAQwQIVoUACyEYQDvgwPRMBakoQ6e7D43t+RBMa8vKpriYTTEbyDYt+fgmseUUoiXqQSKRhtBlhsFrJEDHDQsajuoxExtNJ7f4N/OKLSQxdf4zZVBoJNqKTIQRnB/C4/yH67Y3IM1jhWsxnsJnhrCmCv5vy3nyEKRphjBBz9/1+fHEnCUdNFXKik5jveYjh8QA0gwON1QYkNI2MQwPIgoUdT29R7yxGuwbR3R9GaUMOjHY7JctBKbXtJcTGHc4gZrXAajbDZjLDxM5ohEnRoI18gXF7A5LZHOTP9pP/tOznHtG1RjHa4crNg5PqZXIUIKfmNH2PLqFx/DriPNOYXSaB9pOJLDQtC7Kxl0XI7poEJEIICIEdJaDuqHQRvkUCKnKKylDd3ILyonzkFRXCVUhGVH0TWo+1obLhFM435cCa147qslwU5wA2uoBXHb+EutJylBXkoKS2BTX1rXRciYLik3jlfDVqO86guqYBVcUVKK1swdmOSpqlO446Mr4am2pRVd+MqnwnFNdJ1FfYkW8J0uzeIHof3sWjh/fIDSJdUAZnSS0KSupRe/IsjuU4UH/iFBrqWtDafAwtZ86juuks2opqcPJsG+qaTqG+rB1nmhpw8mIDyisqUGhNIkKdhR5d7gOSOwR3PAm1sgaFpRUogo0u2NVoO1GEsubjqKmuQW1tHRlvZ3Giuhz1py+hqfwYjlUXo6axEI7SBpy7cAJFxCDXWYia5ia0kh7FeSdwuq0CNVVlKCxpRE1tK062N6Gk/hLpU4jC4iYUF5eiuhAw2uyouPoaKova0VpTj4baShSX1KDy+GU059ejrbEAxdWlKK5tQvvxRqh0hhVym/lwB1WlTpMCZTPZJY8QODIEMtRxTsYz1IF+tsqq0QLniZfRUpqP5oZKlNJvMz+vEnWXr+B4sRU5xiKUlpWgtt72bOZdClEUBYqirFpaARk+tS0NqMpzoiDfgdILV9FUVYfjHcfRevES6kuaqc18FRca81F1rAHlNbWoKypGXuMFnKnNR0XdcdTVn8H51npcOFEGQ+1ruFJrR83xOpQ0nMXxhjN4/XIrmqg9rC60obqhmtr9QiihaQzeuYv75O7e6cSgOwVjeQs6Lp5He1UeXLXtqC/KQxkZgkaLEwVFpWi7cgbO0CTGH9/FXcr3aGAKk05qj2uKUV6Si1y6nlQ3tKOjthgFDRfQ0nQOF9tr6ZrQjJqGk3j9TAWar72KjuPtaG8sR4ElBm//giyW1zk5D3/GDHthFcrqO3C5wYbGk60oLChBSWUD8biCMy11aGkoRq6tEtWVRaiqdtGMWT5OdtTAml+KiqYOHG9vpuuNE9S8Yr2b2WZD9akO5FmtMFGm3Mo6ulZeRkNFI862lyPPbgK39xT15KNSgKKsfl6fJJIdISAENkxAMmyOADVJm8souXaHgDGXLm7Nl3Ht3HEcO3cade2X0VRWjnKrHU5XJc5dqKcL4AlUl+agyAXY8qkzc+E7ePnSK7hyqgkVFc2oazyFi9Q5aGy5itdOVaCgog0NLSdxgcLaTr+EcxVGWHNbUVmai+KiEjLUmnC6pQhqzgnUldmRZ0shFY/QCHEAwQC7CJwVNcgvLIbdng9HeTuacipwtqMaBQV2GAtqUdJOcqlTUmN0oKmhGvmlzSgtacW50ydx4Wtv4dKVV3CqvhC5hsQyuVEktQzMldUoLC1DIawwmirR0poDe045qusacepCmz5D6aBRVbXoLFqqWnG6qQSVVQ4YLQ5UtLUgl4y0uup2KusEOs4cR17BKVx55SVcuUplnnsJbQ1NqHeYoBgqcPJUHQor21BCHZaqQsBotaHi8quodBZTJ+Q4Wk9fw7kTZ3H1ShvyzTWor8lHIXWM7LkFKGmoe+Yij41sigKFex0KQB/IJgSEwOoEeCYko1Ec75C3/KPQTI2z/SU0l+ajqa4cpVVVcJjtsNScQEO+BS5TEUpLi1Fba1uebVf3Fzr/qxdpKalDTetpXDpWhxPNxSiiAaTjdPzSKxdx8Y0rNLN1AufbLuFSawEqWlpQ09KK4zUVyClox8VzTThz9SwZbGcprB7njpdBrX0Vl6muNW21KKb2v7m0EWevnqI0rWQ4WlFVX4WSilJY0nFE/AEEdBdCzFKFmo7X8OffeQUvv9SKisYTaC4qQnNdNRo6zqKjpQMvn62B05BENBRYyBfNIGE/hgvn2nH8dDMqa1qpjTyGy5dacfLaJdQVNqCjg9rhyy+Rfx6vdxQgr/0qTrW14lRTOUpyTEiFF2WRHkFjCUprm3Hu7Am0nz2H9lwFdceaUZifDxcZeuVtF3D5WC2O1RfBaa1EZUURqqpcdB3Kwwky6my153CstoIG7apR1lQL4+rIVw3VjbqTJ5Brsej5ckpLUFZXR8c2VJ09i/wcJ8zKsqy0bzSr4BtZFNpfFiO7QkAICIE9IaDuSal7WqgUvmEC5kIU13Xg3Muv49rLr5HrQG2+k+bRNizp6QyWEpQ3n8F5Xe4rJPcEKh1WWJ5OJUdCQAgccQIGowKrQwX7RxzFNlXfDkd+PTrefB2vknv9zcvoaCpD4TONrxPVrS04eekYcqlktl3yG87h9JXX8Trle+XqeZypscJM54eiN/yxFVSi7syCLJZ35ZXv4s0zbbhYsWFR68qQpVQ8LsCOdrf8YWOOmWxZkAgQAkJACGwDAXUbZIgIIXA4CUithIAQEAJHnIBqUmG0bmTOC5vfjFaYTSZYDJsX8dycZNXxs43snptOIoWAEBACB5CAGHUH8KSJykJACOwvAqLNzhLQ0lkkohmwv7MlifRDTYCm1VRVATvIJgSEgBA4ZATEqDtkJ1SqIwSEgBA4bARUulIZTQoU6pAf8LqJ+ntIIJsB+NnMrEZTdnuohxQtBISAENgJAnSp3AmxIjOdzCLiT2N+NgnfVGJbnGciDu9kQpfFvndiYZ/l874eRvGcbslxmB5P4e6xOHzkLx0vxS0cx5/I5uPljtOxWx62fJ/juLwnsqm+3sk4PONxkkluUW/WkcM4r5fCOI93UR8OY+elOq0WznFLjvNwGna8vxS+3OdwPZ7kcbi+f7mbUAAAEABJREFUv1gWx3E5HM5OP6Y49hfSESeqA8ex43Av6cv7azk9zTIZC3IS+rlaK8/8dAIBd1Kfgchs10Me8tMTAoeQABtzqlEBv9sxFtYQCabX7cLUDrPbSB49bSCN0DyVQ75+vFQmHQc8KSzJZD/M6Zbil3xKF2FHx7FIRn9JdSqeXb/elDdMjmWsqgfJfUqvVY45X9CXelIm66nL5LQkm+NZ/ovkrCde50CsWZ4ul8t4gdPzLGPHx5yX/ReWSfpzWcvTcd6VYcvjEzENaZr15ReGR5fpxkzWVeayPNGghniE5KVA38ud+NGJTCEgBITAxgiIUbcxXutOHaeLuJuMmpFHIQzcDW7d3SEZ5AaXy7oTWCaX9pfiyR9YckvpKW3/bZKx7HiAwpZ066f0T8leSsc+p2PH+6s4PR/lX5I1SPssT9eB0uv75A/cXdCR0+lhlI73n3JcDoezr+dZpvPi8eCiz/Kf7C+FLfmcn+UslUl1fyotx6+SVmfE+dgtxnO+NfVdTDPA8shxWtaLnb6/FL+KP3Q/iIneCLijxaPH6/5ySUIhcMQIsDHHHfE4dcqnh+MY74mt2412RzHWE113+iXZY1TGaFcEY71PlzVGskY6KZx8TsvHo4v7fLzkON9S+PRwggwrDX4yBpfiX+SzXN1R+aPdVB75L8qzMp7zjXR9VfcRZkGO07Fsnc0m5HL+lU6XRRy4zmOLZaxMs/J4SYelcJYxSszZXwpby9fLWab7GJ8vKpfD18rjmUzSIJqGKA0MTAzEnnwnxlhvyrtWvtXCx3qjmBlN6LIyNAN4xH6SUt39REB0EQKLBMSoWwSx3V4yriHgSWJuNIaZocjW3XCEZEUxQz7LmyV/dpSOF2XPjkQxO0LlUPgchS85Tqenp3jPRPSr/HQ8NRDByOMQJvvDmKPjJdmcfrlbkE15F8taHqfvL5b5JD8fk7y5sShmh6NgXVgPlsNhnIfD2HE4Hy85rpMeTvmXwp7xl+RTPWdo/5l40lMvi+LZ5zR6uYtpuUwuZykfp2F2s6Srm3XmshfT6mlon3WaIX+iN4zRzhB1BsLQ46gs9hdkRMFpOC073ue4tRzn8U7FabQ3TSO9cjvQdv8GRd7hIcDP0vGsSCKWxQgZKX33IlivG3wYwcCD9ad/Ivd+GIOPoui/F36qrP77UYz2xElmVA/vfxDFwMOF/Sd5F/XjtBw22h2jWT8NnqmknofDXuQGqBx2/SRr6HGM9IisO++SbNZ/uPMr3QaJRf/9BTms25Bev4XjpTyb9QeJwQCzIL253PXI0dmRDktpWQbXlf2lsLV81n95nM6JZDGz5eHL96eG4ggHNAS9KSwvg/MsP16eZ619Lo8NO/5eQpH2+/C0NlITIXBwCbzIqDu4Ndtjza1OA45fycF3/0MFfvT/rN6X7uq3C1FcZcYbPyzBX/y3VftSx/3G7vw7+ahuteHktZwt82Lmb/yoGK4CE1SDssffWCleCOxfAvw8nSPXCFeeCWfeKsTV75dswJVSWnYbyVOCa98v1d1V8q8+p7xrFMduZRoOY8fhp9/M19va2nYH6VKycfe9TeTR9Vqqw0L+a1SXa39WuvHySRbXY7vdNZLLbjNyOR+7jeQ9diUXhRUWlNbacPGbxVvicIXOScerBcgrMUOVZz33b+MhmgmBI0RAPUJ13dWqKtRHN5kV2BwqbGTg7UdntqowkDFhsW2Hjgbsxzput046M6MCI5/bLZ5XNvwtNgMU+RXu6m9TCjuABBQF9IFKvxWTRQX/DnfFUdu4HeWYrAp44MZAbcd2yNu0jG2qz6bLp2vOXuY1mVQ6DyCnbMt3yGRWoaiQTQgIASGwLwhIc7QvToMocRQJ8HNCfFvZkau7VFgIHDECGS2LrCyGtOdnPZOF/lqMbWl3SVYqmYF+bve8ZqKAEBACQoAGrASCEBACe0yAOgd7rIEULwT2JYFDo5T8xvfPqdzOc7GdsvYPIdFECAiBA0pAZup2+8TRaC2P2C5dC3i2BlkNmUwGmsZLI2eQjgURjsSQSFI4J8xmKEkC0VAE8ZQGjYcbWQ7rTj5lpVFgOqCdLAnRwJnSSEbCiETiSKQyegileOZD2UHinwmXgI0TyKQTSMTCCEeTdI7oXBJc/VyTD3J82pZLVVQFfDtWVh6yh2xCYCsEFtpRlkBtH/3W9ON0GhrvQ0M6EUMsEkE0oWHpd5il32syHkM0nqKfZxZ6O6hn5/2lNjMLLU3HHK6lkIpHEA5HkdAyINFc4LqcalCgKMq60u6fRBmquwaNZhn3j05rarKuCGpyYTAp4HYXW93odPKtwCqf263KkvxCQAgIgW0gIEbdNkB8nohnLvzUMdBSKST1joJGRkAKWjqAaDiGcCiLTDIK/9AtPOocxNhsCHonRIsh7h9H790ejHujiETT1ElJI0W9kKyWQDiWQZoNwkgUiWAIAQ6HH5OPH6Onewzj7ihSVB5WbKwbd374FhI2PlZEP+cwCzZCM0u9Iz0l9Xp0f/GfLnxxfzVvRfLVkiyErTvhQvId/s+cuGqrFROfn8Zk/yM8GJiBP5pCOp1EiozwFBnnWiqJJL/PaJXqKFBWEydhQkAIrIMA/yaT4Tg0NrS0NNLcvsbTyHi9CFBYEhEEpocw+KgH/ZN+xPRb5jSk/JOYHhvEwIQbKS1JbXGW2jVAS8SRIGMvhQyNzCQQmE8gycZg2A3fcCcePe7HVIDaWpK9DvUWkmz1J77YbmR54I4cabYgd83husXoZd6iiGUha+8upI0hGIzStSkBLvcQ2XZrV1xijgABqaIQOLwExKjbqXNLPf9kPEMdha8uv3pR88PoGx7G70dCSIU/xz+/P4qpux/io5tf4leP3dR5SGH40Qgs+UkMfPkF7n72L7g9dBf/+VdzyKktRI7VhHhPN8a6OzGUCiA98z7+4eMJjLoT8PZ8inuf/BKfTqWQzY6gb8oMNTyEubH7+OCuVy9+3f/IMASNSociZIykM8gkE0jQzF+UZ/1SM7jx6V10dU3SLCD1e2h2MBUM6AYoJaW0cTIug4hQxyfCHGj2KhZNkFGTQTaTQiqWQpQ6C5GIhlQayFDnKJ2gnWXKZUhQKhZHMhpCJJmlEXfqbFFHKxGNIpbKgqwlpONRhEhuPBpHOpFAbEkEjcpHKTxGxtQykduym0pkkUpkSOdnxfnn/PBNT8BomsZv/oefo7P7t/hyYAKff9qHwY/+gGlSm2zvZzNKiBAQAs8lwIZbhqwK9lcmTFO70P/eP6JnbgaesXsY6b6FPw1OY/D3/z0+HfDBHZ3DbCAODw1uOSKf4X/67TDGr/8drvdPYSBRgPJcDVGtC599PgOfL4m5ezfR88WnGNEiyPg/wy9+ewcDY35EZ30IuX2IFVsw/vP/HdNzc4jSb3qlPps5zqSofYyEEKW2LUltXIrbVBoISlFblswkqb2MUPuZhO/ebfQ+eIheauyy1EanYkHEyIBN0+BRho1ZbltDKWRpcDBBbSq3r8ikqU2OIkjhGjHUKC23ral4HNScP60uGcUatatBGpTKkM+yo+O9mHxwHX8aiiAUJj3YqCT9yIregEn5dDFyJASEgBDY9wQOoIJi1O3YSVOoc6+CV8fC8s3lQDqZRvxxP2K9Q4iU5GDCZ0NmegrW2DAm6aKaDMzAQyPLo7445qdCUOf9UNtbUFRSijyHGcb0NBl1n+G9X/wS//TedfS5w4glp+BFGmN+K6Kdk6CrOsJeD+ZGR6mjMo+kwbRcC32f7wbSbwE00deAD/RQ+pcOI+IZwD9/PI6xgXEE/NOY802j91E3bvzyTxiK+jEbjCJKHYjI7ARG7nyILz3zuP/+DQzc+wNuDTzC+7eGce8372Fs8Ld478EYbn/2BToffIgPervwL//rDQwGRnH3Xg/GKO3EVD8+u+ulgr/6zA/cxcOP/oE6EuP47He3MTMzhhnPJB7feohbv/kXDPb8Cv/j5wO4+bt/xpc3P8Z7NIt563efwDt5Ax89nETvvRsYoVmzvvmvZG7HnpFv3SHHq/CtlJeh6VKNDFTVbEIqmISSiCA+fgsDkzN4rLahmE4B3/6zlC9LM51p7lWR4bsUJr4QEALPEuDmSdV/PM9OeRnULKrK45j1x9BNhkcg4EZOziwGUIFAzxzSgSCSkQD8NOAyNzmOqNGA4SkFdlsO6moKkZdrozY1iOm77+HD3/8cv//sAR5PRHRjKdzjgUMZxlQqhCkytqKhWUzNzGBsLqnfbfGsNs/q/qKQ2HgXhnru4cvpACbH/Bh+/z0MzU5jiNrKgQ/+CZ0P38NH42MY9iYQ9IUQjUQQj7qRGHmf2lY3eq7/CY8e/QF/IIPvX35/E+77/zP+4c4oPn//c/R1f4ZH0z34ggaW5qf/iOudM7j/yfvovPMpurwppKkC2SUFoyOYGHqAj2+Owz9FzvcAfeOzmJ4hftEAAtEItKEP8GDSj97HnZgf6tIH25ayHzmfwEWCaRqIzYKa8iNXfamwEBAC+48A9eb3n1KHQiO6WKoGwGBcURtLAVyZFCyTj/HZYBrVFT5M+zUkPF4Yw5PociuAaoIpOoNMXi6M9lzkkLFgKi2C1WKDhQwwA8VbqEOSX1yE4gInzAYV2dkBuINxTEXMSAx0YopGU9NGE5L+DExZFQVlthWKLBzqnSXSU1k41P/zSG1kbgozZidMTgesmo+MzGE87pyAu28Ec1kFmtEMkzGN6Pw0Bu53Y8rtwTyNBCep0+PxzmBwxo+5sRnM9z2Ch0afs6YIkvFZjM2G4Q6YYbM44Yx6EBjvw/AsGbEmi1720r+4z4/AtBsxmx3xuQnE/AMYIgO1t3MM7oEBMjJ7MBw2IzY/h0gkDG88i+jUMLw9N9E9PoExTxDhaIpmBpckbo+vGhT9NRCr3jFJI+pJ6viFwka0XDuN0lwndb5imPcHkY7GwKyXcwYdKAr94x3IJgSEwFoEaFIKGvec+eeyIpFqMiCvtQqRyS6MzKQQjZpQFBzEkKEW8eFezAf9CCsGaCkDUr40qprykMxYYLNakJdrgclsglFRYXIUIK+gGPkuG+ymBGIxDx4/csNpnsA0tUfTXg0qUjAY5jHvaobZaINpFX2wwc0zE4LXG4PV6YDDoiA8Pgw/tWl+H7WP7mkEsnEEuu9gcC6KsGaAieqrpCIIjXTDq1hhNM0jHJzEyPQ8puYTsMUGMEZtUHQ+gPhMN0bHO3F73EdlhGnwT6O0USSSKRhtZlBz9kTbhHsC/rlJ+C0uuJx2mGwZpHgWMAEqw6ynN7sy8E2PYnjYjbn5NPTm64mEo7djMCpQVUCBbEJACAiBvSdAzdHeK3EoNaBRPJ6AIdvq6eopdhRYNRQ5/bgZqUZNtAdJsxmm0kLYjFmM9QaQMeWjpKgE5flm2PJsSBhMSA12Y2JyBEPTfgQiNjLSWnH2pSt46Vwj8i3A/JAH8ZiRZvPsKDKO4v4cXZBtxcgrLkc+XbUKSzMAABAASURBVKCtWboyY/Vt5QUpq2WQSaWgWrP8VAlSITd87hlMUscjm0ogQh0iI3Vu0mnqWMSpgxCNIUojyCgugdPhgjUWRiIaRNhRCGvGDIeagcFihEr1tJutcNXUo9xZgWMVQDQQweQcUEkdrae0ozIspiKUlpeiyJUCIhOYJcNxjkbjNV2HDFy5JcjPzaVR+ULk5uQjz5FBOhGjsn2ko4PKzAPhe0rsVg/4FjBNy2LN+44yBpjMOWh/+QSKcu1Q7FXIz7GjzjCCKX8Kae6YLiqhKAq4U/D8HgFkEwJHngC3pfqCJSvuZtfBqEag+Bhc/mGoRg1RJQ/psRCcFbWock5hLhKCJ+OCPb8CRQVFcGbiKMjTEPZ7MTY0QjNRk3AnTbBWncPJsy/jbEs1Ki3ziIdG0ZkuQ35ZCVTvPMJzQcCag9KyApQWWcggUrZl0CipKcikATPS0JQMLHYF8bAXXmpTg5oNRmc+rPPDZETFkKQWWQHVMZJCLGuEjdpWWMww0uyjhdpWW14BClx2OJzk57ngMCnUJkYQTsYQjOWiMN9OHMrgyi9BWYGFysST5idDhl5GS0KxZPnOSsBB5ZossNJAIgxAOqkhXXECDm8ngsksfJYKDsaR3RTAajfASIypKT+yGKTiQkAI7B8C6v5R5fBpwp0QjWapVtYst8yF+nMtKKk4DdtYFFUn2nD822+hpbUBubPTsJCxktv8JtoscbhsaXidhXA9fJ9GjW/iRifNoEUBs80Ki2KAYnIi36lhNl6K4orj+M7bLbh2KRcTIxZYHbmovXgMhcU0Mk0jq1jnZrTbYCsuQLrnMUYf9GB80o+U0YqcslwoNpUMPgtyEKYZshSSRhdajxUjRcaqarfAYnXCloqRtTaHQE4u8tvbYKRZyPHuMIIRC2pqLHA5DfroprUC8Gm5ZBDmot0ZRyQYRFB3ESQVI0wuF2x0tbQ5XTCkVDgcDjiLXYDNhIypAHlWA6wUZ7PZ4LSaYC8sROHpUyixWJELE/V1zDBasK1bms4nn9NnjHUqxWin8mta0d5Wh0KzCqPRjurqBly4fAytJwswNxUHG4V4smWR5d7qk2PZEQJbIHDYs/JYyrJBka+qawTUerSV0EBRaw4MNEAWyLbiG6+dxtfeKIERdiRTTpQ2V6PmfBviD0ZQXmVF0DOLzhs30dXThcEgtac2I/1mFZqRssOqZmGNhmC9+gOcuPIXOOUE8hFEOq8OJaVn8GrJADLZGGLaV1o8d490Xyu+rDhDhpMPXd1D6Br2wllVgERwGrOeEOajFhijCWSaamCFAqsdSFH7GglqsDQ3AWPDGOpNIaM4UFluQ47TAlgLkMtto8MGc2kjisub0W5JUnuowkJ1tDrsMJMhqGgJxEJBhHQXBvILYXLaEe1+jIHH/ZiNKlAtJphzLMiqGaSm3PCnquEKDsGSb0C2tBSyCQEhIASEwP4hoO4fVQ6bJs+5iuc0o7z9Hfy7t4tQ+faPcJVGhptcpWhoPoW/+jdXcf4730JlTgFaX3od5668iVfaL+J7/81/wLfe/XP8+I1jOP/uJdR1nESLKQ+mim/gZ++04c9/+hpOnm5GTk498k7+BP/28gV8/+tVqG5sRcOxU7h8rR7r3kw5yKk4g7/92Tt467uv4OTL38Xrr30Hf/uTd/HD//t/iTdLyvHGO+/glVfO4eSp02h6+2f4N29fxDuXm1BRXoeKlgu4eKYd55QZdNpfx6vvvoIf/GuS8eo3cKmyHV/7ehFsNgPigQicJQWoaCiEMv0IH/78F/g1uV/8/CMMmYpR/e3v4DQZbKfffQd1l36Md974Ov7633wXf/5f/9d48+q/x787n4Mzb38TZ85ewBtt5ThB+yXlX8Nf/tnX8O53XkZbaw0KDNjWzWRRYLKoUA3Pii1tacaxixdQQFEKORRcw8ljtTjRWo2c6iu40ubSb5/lKHYZ6hCykcj74oSAEFgHAf2HtXq6kpe/j7MdV/B6RyuufP0lFNGgl6Hhz/H66Tfw56804/S5GrgKz+DPf3QRFSe+ibe//h38+McU/8r38Up1B955swyFhWaUX3oJJ7/973Gx7Tv4qw4gx+rC8TdexZUf/hk6zpxHu82Fktf/BrXlpXCZVtdlZahGv/XVBoI4naPhIk69/D388NULeOtqE2rf/BnepLr87K9/gr/4d3+Niye/ge+99lP84OUatL30Gk5dfQNvnGpHSdXb+MH3Xsa3fvIXuHLlz/FmxyV8741WGE/9V/jLU7noeO086ltJ7+Zr+PZPv4PLlO94uQvHz3Wg8VgNVE83bv3zL/Aeud/88x9wa9yOnNav4Uc/fAuX3rqGxtyzuHKmFs0Xz6Lm1Nv4y9cbUW32IZpuRzldA+pKWXtxQkAICAEhsF8IqPtFkUOnB80wGYwKDKZVeiEUp6gGGA0KFIMBqkI+jcIqigqDUYVqMEBRKExVoaoUT77BaISBwg0qhRlUKORTCkAxwEjHej5VWcxngJHiDSxfUcBpVYrDujfKo6jgW3oMJFtVDWBnNBhgYD0UBarBAFUlXcgpBiOMBhUGKkPJq0BxaQXaaBS5+e1v41qhFfk0a2UwcnpyCqUzKODNWHgJZ0914FpHKRyl7XjpW9/Eu+S++a1ruHC8GkUGSk8JVYMBimqAgXxdJ9ZBpTKpPNVggEo6GBb3FcUATmcwqFAVBQrl386Poiigz6oiFUXRdVGwuCmkg6pAJacovI+nNlUF+NadpwLlQAgIgWcI8G9FH0yh39IzkYsBimqASgkNlEY1qNB/h4qBwgwwcBg5KCoMBpU8A/kLTlUNUPVwBYoCKCRDpTaNww0qHUOBqocZFnw6ViheURTaw7o2gwHg4ldNrKhQSQeDqsJAiRSSbaDjpbZOpX0+NlCcqqqUVqV0KhTFAIOB9g0GCjPAoPK+SgXRtWIxrUJhC3UzUBoVKumsUpiiuuAqaMGZr30Tb5F752uv4wwNPpXYDDCwPIMKRaH0qgJFT2+AQTVAgQ0tb76OtqY6FCur1uZIBWayfLcF8Jwh3IPOQ/QXAkLgABFQD5CuB05VhS566j4mzBciftcczxZt222ARits9hwUFOUjv6wI+WTUkm276rkz2PORm5eDXKcZBrMDecVFKNJdHnIcFphWzbW3gelkBux44YYta0JfEEWhL8mWBYkAIXC4CVDfeeHW5YP6c2G92e2b02SAwWSHq7AIBeQKC/PhsltgUp+jILdVRjtySwoorXVfts/P0V6P4rt3+fZ5fjRCD9jiP0Whk7rw2aIkyS4EDjoB0X8/EHheE74f9Du4OpDFpKUBNpj2bSVIR9aNO0zsb49ToRpNMJlNoMm554pUaVZSUemK+NxU+yuSF0nhW6m2l9n+qqNoIwT2GwH+vfFvb1sGU/Zb5Q6MPtRWq9SuU5tNnwOj9TOKUjWeCdtkAItit8nskk0ICAEhsK0EDoRRt6013kVhvCjGdo0I7qjaclVaN16VejMK/2qE2bqZSUIhsGUC9HtTaVYke0BvdNONUX0QjSqyZRgiYLMEVMJvMCpgB9mEgBAQAoeMAHdPD1mV9kl16OLBi2qYrYSYL+b70REq7mykk9RV2o/6bVynhYcbdjCf0azSLCTNRtJp1fuX21EWZBMCQuB5BHgwxWhWYOBeOWjbjt/dLsrIpLPgW/9I8x1vo7atXdpFPrulM1dJL4tPBB9s0XF2FiVOCAgBIbAfCHDXdD/ocfh0oNae3z2kJYB08vkuFaP4ODlOR+lTvE/+mvk4jh2nZ7c8PYXr8jh8yVFYmtMsHS/6rJ9CnSSjUUUmpSDN6dgtxj8pn8PYrQxfOqa4JzrTvi5nKY7KfRK3FPYcX9ed8jwpe7W0XMaL0nA+SqeXvTwthT2lH6dbchy3PO1S+DI/kwKyGjm+tXZZ+HP1XSOdRuEayQPfW3b4fgH7vEai3kEkwINQ/LvZzO9t3Xm4HWBHv88N5VnZdrCMxTBkaZRv8ZqwWlu87nLW0onLYrdW/FI467OUjny9vSV/1fKXp13Kv1mfy2B5L8rPaTjt8nTLwziOj5fHb2Bfb78zgL7yMMtheRvIv5wTfw/5EQtpvg9iSyI6C4HDSUCMup06r3QBnxyM48a/ePHRP7mf6z75lRsf/9Ktp/n4F258Qvvsr5WP49g9iac8H7Gjcjic5T2JWwxbkr88vOtmEAFPCg+vB/Dpr926Dpx/eRre5zB2vL+qo7L1+EVf36dy9bSLYUv66WFLcav4n/xyTtfjeelY/se/8uDjVfIvz8fpPiGWT5VN+jx1vFzG8+IW0/XdC8E9lcBwd0Q/X8vL2+j+J3TeH3zmJ5uOOnw79T0UuULgEBDg29hjIQ3RUBqPr/tw+/funXN/INnslspYj8/p2S1Py8fsKKzzhh++mQQmByK4/T7J//02Oy6H3Yvk/pHKXUpH/p3lxyvzUvxtdivDN3PMctZT79X04bzsuFz21yOH067i+u8GMD+bgGcijnsfebCl+v3Bg+4v5hHypagNPwQ/MqmCEBACB56AGHU7dQqpn251GZBfYUVh1fpdwWLaJX9deavXL3+5PGeBCUaLipwiMwpYz8rNydFlrqUDh7NbrJee9nn71bZ18rJg3Yw2VP7zGdjzjDBZVdhyTOvU8znyiHdOsRlk/0M2ISAE1iagKADffmm2Kiivt6Cm1br/3LFVdFoMK68zw5FjQF6Rcf/pvRbLRd33nPU26lFcZYbNaYAj14Dq5lXO11os1ggvqzHDalfB30/+9ooTAkJACOwlAXUvCz/sZecWmVB33IHGU67nugaKZ7eUbvn+Uthyn+PZLQ9b2udwdkvH7PMxO95f7kprbbA5DKhotKG+wwVOw255Gt7nMHa8/yLH6di9KN1a8ZyX3VrxHM7xDaQv7z/P6emI7fPSbDSumAwxR44R+aXm557T9chl5hWN9sP+M5D6CYEtE1DpSmUyq7DYDWg44cCxC64D5Wrb7HDlG1FERsWe6n5+n3PbYf0q6Vpnp8FWPhfNZ5xb+g61nneirt0BlidG3ZZ/4kdNgNRXCOwIAbpU7ohcEXpACPAsET+nItNFe3DCsllkn6yesAflS5FC4IAQ4HaK36kJ+s0cEJWfUnPhdQxci6eC5WCXCXB7y7fy8vnY8jWPTie/soifzzugX8tdpi/FCQEhsHECG8shRt3GeB261HyRSyUz1FeiK9Shq932VyidykBLZaEbwlsUn8kA3MHQZQn+LdKU7IeZgKIo+jL0vLATDuBmMilQDQpk21sCBqMCi02Fviq1sjVd2JAL+lJIxjW6HkgDvjWaklsICIHtIKBuhxCRcTAJsNaKqsBkUaEoW7zCsTBxGyLAt5QZqLOnqJRN8BME+QgBISAEDgYBvmTmFppgsRmg0nX0YGgtWgoBIXCYCaiHuXL7sm4ZDRlNg0azNKxfOpWmUb4okokk4jEgk44jPPUYg0PjmJuPIalRqkwSWnQWYz2S8jDDAAAQAElEQVRDmAnEEKOZtUw6A43vH8mkkaCZI10eyUjH4oiChYfhGerDyMg05gKJr96RROKe+tBwo5bmUUZ2T8XIwSoEjCYVTwyxVeI3FES9AkU5ENbchqoliYXArhKgpisdT1M7Sjs07Z2hxlDjhjMYRoSmw9OIITQ7obefQzMRpKhNpZTIhOYwNzmGoal5pKkd5eXqKTsyqRTS5DRuX5FGJJym4ywy0Xn4xwfR3T2K2WgKKbl1eldP874rjJpunvlTuRdF+/tOP1FICAiBI0eAm6MjV+k9rXCUOhIeN3p8cWiJIXR2exAYf4y+oQE8GA8jnUhgpr8bwYQXo71klA08xrhnGLfvTSNGxl1ayyI2PYX5mUl4tCi0YBfu9s3DF0ojOtWD8Z7b6AtQBwdTGB0NIDA7gtmZEfRNRNas9qp2BRl7oF5OIpkmAzSLrJamwwR1iHg/iJHhMczM+pHmDhL1hLREDCkyNLmfo6eNx5GMJZGk3lM6RfnIeOXnGLJZDRr1qpJxiiPjlPpfemeMjdTlCvJtoRp3rJIkh+rM6mTSKdIhiRQdgw1j1o/kcgcsk05TJ2tRAqVLUXiKhS8GfeVlkKG6pBIpqhff/pghfRJIUx5SH6CCtCTVJRYDG9xcn6/yAqpB0d2qzLCxLUtlZbguG8smqYXAPiaw+6ppqSSm79zGlD+AkGcM7olhPJr2Y+bWb/FoJgJ/ch5utxfjI7OIervx0T0PvH230TM6hWFfGkhHEEtPoacngHBYQ2B4CBO9PZjNJJCN9uHzL0cw7Y4g4fHCPzGOqWQYY9dvwOsP6u3bdtQ4S20St/1si2rJJLVN1C7pbVwKGrWZ3JamKU1kdBTTYxOkAw3cUfuht1V8Szi1dVlKnyYB+u2A1DamqUGjYGrTMsjScSyuIUMNWoYCNW7XuX2l9vkr/TN628hts0ZGbrC7G+NzPvioveb2VQ+nxNn0NMaJ3dh4iNriDLJaEvEEteskm6KP1IcufXzJOFJ1lsoKASGwfwmIUbdD54avlTRIDG70nypCC8Pj9aB3cAaJ2QfonIpiengUw31dGJiaRJAutN7xCTJQfBgZHMJI90NMzwzhsduM3LIi5NjMyMwNY7z3Du71PUJ/54e43kOdlJAfXs8g+vt6MDgaQDbrwYw7ibh3GN7ZYQzM0DTgU4osHCiKohspgIInWyaFVGwew6NekulHNBZCJBKAZ3oaY/0jCCTc6CV/enoe8XAIwZlR6lD5MTU8gfm5Ecx4pzE8Noup7j74AgMYmnFjanQcc3OjGPfNYfDROLxBLyanPAj43AiFfZiYCT8pnndi89OYG+nEiNeN0aEZhCNBhEPzmJucwiRxCXh78Xh8DmMDvZigTtzw9CwmhyZIn0lMzFK6qVG4PXNwR1nakssi4nfDMzOGOY8Ho8NTZEDfwzjpPzI5h9mpaUSjMxga92CWOPrm58mQXsq7Az59SahftgOCRaQQOFwEeJAnncqSUfJsvbJaCvGxexh0+6nNHKG2phcjwRn0dd9BJ7WNwZAXfpq180z7kHY/xCfd8xi+/wDj83GkHAUoyTfQGNE4Htx4iM5HXbh34w4ePejDLA0oJca60d3ZiSFPAD4vtUHUHvkQx8j125gPhJF6Vp0Nh6SpLfTNTmHUF4SXBvs8PX3whELwzM7C3d+J6el+9M164A0n4esfwiQNqE1Fw0j7h9E7MY+poSHMTA9hYHISvT2T8I8+QNeEFyN945ijGcq5oBvjw7Pwe4YwOhvB9NAwZsbIBZMgpPp8JCvNM5fzM8MY9vjhj2jwPXhM6T3wxKKIB2dpEG8MXcN+xCKjGB0ax9DQHLXJHowPzsFH16RJdxCBKBmbLGw97qCn0dtv+nfQ6yH6CwEhcGgIiFG3U6eS2voMzWJpK2dicopgpjhzbxfmeudga3RhKpIPs8+LwvQQRmj2Cskg5qcG4MmYkYoa4YomkHe+Hfl5bNQZYTYE4J3uwp1PP8Ent/owT7Ne6cQofAYTZpIlyPYMIkGjpunIPLwTc2SoJGDPW3vpfLLrsNymy6aCCLt78Ye7bsxNuxELTpERNIquh124/ds/Yphm5SIZhQzHLCJkqA3c/CPueHzo/Ow2Rh//EfeHHuLDByN4/Mc/0Ij3r/BR7wy67t/GQPdH+KS/Bx/+8h6m47Po7+rB+MBdjEz14mZvEMu3wNB9dN/4JT4ng/DuR7cwOzuAydlRPLp1H/d//1sMD/wCf3dvAo8+eQ8PHtzAh11DePjhR3CPfICPH4+i7/FNDA12o9u7XGoME32P0HXvC+oADePGR/fw+Hf/M273P8LNrgH03fmS6nkXf7g5hd7PPiZjcRwBOofLJWznPnNXDdspUWQJgcNJgNvRZCyDTDpD7c7TdTSaFDSfyiGjy4+HQxoNAMVQlzeNftdZJLomkJwPIZmIIDQ3h+nxeeRWODERyENpQQHaGvLgdNlhoZn68NCXuPnZn3Cd2o+RQAapWAIz94Koyh3HdCqMsUgCiZgPczT4NqEVQqH21rBsLOxprdZ/FKB2qq/rIe55Y3BPBzH03nsYoAG0ge4u9P3x13jUSW1aXy+6ZxJkNFGDxCNBMTfCPe/ht51BDNz6mIzQ9/Hbm3fxz7+/B/+D/xX/+fY0vvjDTfQ//Ai3Rx7gTx/2wzPxCW50zuHeJx9TG0hxwSwy6ld6pqd7MdF5HTcGRzHoySJOM3RcvUzYg/mJh3g0cBP/+LshmqGMIZNVkE3MYX7yHn73x0HMjHyG+33TmPCkvhJ42PcIjkpfAIX8w17Vva6flC8EhMD6CCxr0teXQVKtkwA19HyvvbryAWolD/mZKKyhh/j7SSfa8h7CTQadz+tFbN6NhyNGwFqMcnMIudWlcJZXwElnKZ2gcskYpP/0KUF1y6v41k9+hp9+5wrKnTYoQ91wT7oxHYwhMnEXvWRMpvMqYNLyUGCxobzKRvnW90mTERn3BFB4sQ1Vx1tRbI0gMDmE3iE/rGT9xY02GG0O2G0JxKMejPT7AO8cbHXNyMvNg5VGzjWaosza8pAcCaKkoghN5ytQUuaCEnehuOMiWgqP42KRhqxvEqPzUTjbK59WTnPCbq1DY0sLagoTMCQHMDQyivGJEEzIIKZoKCprRnlZGUpKa1BaWo1SVwJ+6gj5I1PwmUpgc1Wi3rVc7AgmpjwYGkhDTWZRfaIZDrUKFeUtqK8iTs44jVwT5HgaaWMujGYrTDtodPFMrsZD5ctVlH0hIASeIcDPstpcBhjMKp7pRJNxheZjSPR/iDlvnAaxCuDqfIyBZA5iY/cxSjN1Xls+zNYyOGNWtJ8ugsuRpRkqDdpiSYrJgsJzf4bv//jf4kevd+B0aRih6Cj+8GASGW0SE8NeTE8CdpsFlVUJxKrPw2F2UXu4KGAL3oTXAS1Tjpfbq9HWnAuTSX0izVBQAnvTCVTe+wSDc2FEFCvsTitUMuz842FUt1Wh7Wo58nLsUDQXcquqUVdKbVlxNWoqi1GY8MI/3otHNIE2G6pFQ2UuCqqaUVrbjPZaB2xUkkKOP+bqJuTn5sPZeRv3AwoUsw0OlwUaDepNDfSh02shYy4KWMyw2HLgiIaQHu/Eg6yG6Ug1yoryUJRnZFHihIAQEAJ7QeDIl/nV1ePIo9h+AArRZfe0ZAX5pVbUdlQAOedhpVHh/NZjaPnu11FfXwXtcTfSqgPO5q+jSfPAqMxjxORA+g//Az759Nf49ed9GJyJQlGNMJpMMBlVqIigd8IJZ/4xfO9rzXjpjIbbjzUksi5UnW9FTp4d84/HsN7NSB0XC+Vx3/gEjz7+HD09A/DEYkhRhyoU8SEQM8IQmqDZMz/8KRPqqo2YDWURJgPWaLLCFJxD1D2MqZxSVLY3IDE0jIfXJzA1l0JJJXUWVANUAuOqNZJcJ/wTLpwsUlaop1DnTdXTqUoWmfl5pLU0EoYMghE/AglQp4zTsFMprQKj1YzcEy2w0MylEkzpYaptudhqVBU5UVIUh5tG/OOqCyoMMJAubHwrqkpcM7D5H6E/bkBIs8BENt5yCdu5rygL0nawiIUC5L8QOAQE+Pey+JN5ujYKGRLGYzjpdKC51YRwQQ7GfDX4wXcu4S+/bkYkomGKDJLCxmo0vtSMqfceoLI8iREaAHrvP/0KH3z8Ib6YVZCCCUajidpUA9TgLDT3CMJX/xpn3/4ZOjIBmD3DCNrKUVRxEd9w3UA8GQA1M0/rsomjioIQzXoN4v1P7uHDOxOwFyuYG3uEew+H0TsUQ9IzB0+lA9FgEko2iAANoI1PhKG2VGL+9gN88aEboUgahdSG6m0YgVK4TSMfRVVwllSjNjKLdCoG8ErHRiMUijeoCpRl+mp+P6LxEOYLrEjMRGC0BDE1NIHeLi94sS27KYCg149w2ohEaBzeZBRz1no0hmeQTUZAFysoRnWZRNkVAkJACAiB3SQgLfB6aW8wHV8s+ZrKbmVWY141KtpfwrvnqlHUcBknm+nCWNuC+sbjePlSLZouXiPDo54Gn9vQ1HoS9TXHcenyGTTWtaC1qpDytqCkth4VRicMBZfw2ukKnLx8Fk0trairaUTVyTdwiWafLp4tQxWFVbJsGqFdqQcf82IdGq9+mf3KtFDMTjhLW/HyqQY0NFWjuOYMjrVdxhuvX8TFb76NdmchOk6eQGNTPSprm9B4+R28dII6VdTJKCioQGFpPRqqilFlimCu4CrajzXi5OkzaGo6jxPltThzNgdmMhAzmTjUnHzk5BfAFR7Goy+u4ya5L754gBmaKSs6fwX1ZjPqz5xHcf3LON1xAa+9dQXn3/0W2lu+hXcaHWg4dQkNDa3oqCpE7ZkrKKp5FS9fOIezZ46jpsQO4/wAHpLML8l98cUQ4jk1aL76Mk61NKO9Lg+Nb34N9WUVqK+oIlYnkW8rQ3ljC1pLk7Aoceq4MaWvXDKmIRnL0Oj9V2Gb3ePvhmpUnupYbVaW5BMCh5kAt1MZLfvMrZcLdVYAxYHa86/i7KnjONNWh6YLF3CspACVp17FmcbTuHq8Cu1na1BU14ErpypQ1X4RHR0dOHuiFfW1bajLa8CF8/nIzTOi8PgJNF15B+2VZ/DWxSqayW/C6fPHcerVc6ht60BLTjmaL11Ccb4LFgPWtWmse+arNnZ5ptz6JjR3nMbpunI01hSg4urb6GjtwEuvXsWld99EWzXpf+1dvH6iCPVUv/q2dpysqUJh/TVqo2tw/MIlHDt+jep4DK9eqIah5dt4q8WBpnMtqGi+QPU/j6+9dQ7HT3SgsdiBxrZGVNaVQvGPoevT67hB7vqnd9DjNcBUexEvXXoJr7fZUXLmEtqpjT958iSOX/ka3jx7FT/8xgmUEavmtla0nzuFhmMX8PWvnddZ1pfmwGVWllftUO/zJTMSTCOZyIAXoDnUlZXKCQEhcCAIiFG3F6fJnA9HYQM6au1w1rajIj8HeWYHcvNL6eJchdKGJjjNNuRXEraH6QAAEABJREFU1qK0vA5VhRVoOnMODXXH0FpdiNK6CuQWlyBftUJ1NqK9tgjNbTUoKimAxZwLS9FxnCwvR1OdC67cAuQWlKC8Im/9NVUtMDtLcaK9HrWNJLeyBdXVzThxrAEt586gxu5EdW0DqirLUFRcirxauujXVqCuPB/OwiqUVLXi+LFWtFFeR049Ghtq0HKcZFQ1odxZhLo6O4xGBRlDGWrq63GspZgMKAUGg2HRqWRUVqCkoRklRiNK6hqQU96O2upGHCc5zafPo6biLDpKLSipbUJJSTlqCp0oon27owGtzQ2oo1H5ooJcOA3qokyWbUQOjVpXNbShsaIM1cU2lJ44iZK8fJTkF6CgvAE5jlo0t5Pu7U0oLcyBWcXTmwIo5PCcbd1RJEhVt0vYukuVhELgwBHgDrSmAbxgylrKO2pbUVFaiYayQlQ3V8NOvy+l4BjqqQ09XldAbSD9nu1lOH6yAq7SJjS2NONkB8XXtaIutwRNjU7Y7Qa4qqpQeuwsqoqb0VEGWIxmaotqUE0GYFlFOUpMZjgaTiHP5YBlZfuwlnLPCTfnV6CstgUndKMuH3mNJ9FY24rTZ4+TwdaBqrImtNefwInaXBTX1qKsppbqWARHbj1OtFWjteMYqquPUVgF2hoKoZadxckyK8rqy5FfTHoXVuHYqRZUU74SF9WlogQFxcWwEh+D0YAnzlWEgooWKquZyrLCRTrV1VSgmQYd646dQlvtMVw7V4d8ZzHKq2vo2lCPirIqtJ1uQU1dHYpzbLAZn1PRQxbFLTchpFrxHnnyEQJCQAjsMQF1j8uX4veYgKIodFGnixL52I7NXojcvGJUU8eo4sxltLuMsK/xLTPmtZOh2oDWmjxY8urQfuEyzpG7cOEkmquL4NqqPjST6ShuoI7RZZzX5R5HfVk+HGvJVS0wWotRV+5CXvMVlFEHscD6dGKz1QCTVYVqeDpcjoTAJghIliNCwGBQoOyrARwr7LnVaL1yGZfIXb5yGsdqi5BvPiInZDuqqQB2ur6ZLQpkcA6yCQEhsA8IrNHd3geaiQoHlIABRrMNNocd1hd0EAxmA1Sjuq/qyc+kGB05cNosMO0z3fYVKFFGCOwiAZUMIpNZgWpQcDQ3qbUQEAJCQAgIgecT2F896ufrKrFCQAgIASEgBISAEBACaxGQcCEgBI4sATHqjuypl4oLASEgBA4GAV4ohRd0et4zdQejJqLlXhLgZzP5VTKysMlengUpe78QED0OHwEx6g7fOZUaCQEhIAQOHQFF4Vsv2R26qkmFdovA4tdHURZ3dqtcKUcICAEhsAsEdsio2wXND0ARkUAaM0MxTPZHd9BFNi17fiaBZDwDz0QCUwPRTcvZ2frtL738s0nEwmkEvakt82Lmnon49q2meQB+E6KiENgMAZ5h4Zk6Xj5+YiCG4ceR3XedVCa7TZQ9MRBHOKBhfja1ut4sl90mZG8LCy6b3U6Vz7LZ7ZT8dcqdHU0gFtIQnk9jtDu6+rlYp6yRTro2DcYQi2TA38/NfK8ljxAQAkJgOwmIUbedNJfJsrkMSMUyGO+mjsCDIIaf44aeE/e8fBw3dD+EofvPl8/pltzytP65JHjlLs9EDKOPQ8/VcSn/Wv5yuWul6b3tRefnM3o5nF6v94q6rxa2lry9CA96k1CyQJwMu62Wz8zd43HkFprAq+Mt+/rIrhAQAssI8DvqEtSeRqlD3nc3gkc3Qlt0wY3nv05lstPL3lj+vgcR+N0psFGxqu4sl50um8rZbZ/LZvfccjdW56fqybLZPVf+ynqvv7yH65Q92hNFwJuGjwbnum6uLI+P11/m489DGHgYIWM9LUbdst+q7AoBIbB3BMSo2yH2x8678PL3i/DKnxXhpe8+3137ViGuffv5aVaV8Z0iXKW87K7R/qppVpR99dtU1mLa1/6iGG//pBSv/aAYL39vE+UvySZ5rAOXr8tfoy6tVzQUtc7h2ncKweleonycZ7nTWawSvjzNZvbX4rNW+FplvE6s3vlpGd76cekLz+taMpbCmfmri98PR668I+FFP0WJP7oEjCYV/Btx5Bpx5s0CXP1eyYbdle+W4PK3i/V8l79dAj7eiJwr3yl5kv/q90oX5HynGJfJXX2BPmdez0dxlQU17U4938r0V56S/eK6se6XFuuyUhYfcz05De+vx+npSYe10rKsS8RsrfgXha9Vv7XCF+QtMF7YX5sJ63ZllXPA4Svztl3OQ1GlGWV1Nlz6RvEq56J0lbDVy+YyT71aiBwalIPczXl0GyepuRDYRwTEqNuhk2GxG+DMW59zFRjhzF9f2qdkUp6cQiNdVNafP4fKclE+XQ75etnr1FPPs1paksN6cLwrf21drE7AZMuA07Eeq9VZ14fkcZptdWvIfMJitXqtErZT+vGS7Tv0VRSxQuDQEODfidGswmR5rls13kx5LDaDHsc+H29EjtmqgvOZSM6Ss1gNYGdaFrbaPuvMuhuM1AauknY12avJWQpj3a2LdVkKW+6znpxmedjz9vX0VL+10rCs55W3Vr6l8LXqt1b4Ur71+Kwb678yLcteGWYwKVBUBXwujBYFplXOxXrDjJTXSPL4NRsKZBMCQkAI7D0Bde9VOJwaqESWG/v1OINRATvVoGCjjvPpbp15Oe1SGXzL3/LjpfDN+Ety2GfHMrLIYHZuBtMzU7pze+bg9Xn0/ZnZKcxQeCQafqrOnJf14vzb6bZLpq4fna/t1I1lyUgvZBMCLySgUO95047aZIUdy2CfHe+v13F6dsvT8zG75WGr7VOapd/4qvpT/BPdVsu/MuxF6V8Uv9Py1it/o3qulMvHG5HB3zDKw+dCURQoCkDe5hyAVDKDTDqLLO0v/4yNjSEUCi0Pkn0hIASEwI4ToOZwx8uQAo4ogUwmg0gk8sRFo1HE4/EnxxyXSqWOKB2pthAQAkJACBxkAmwQZhWqweJKKZqmIRgMwu1269e6QCCAubk5SiCfA09AKiAEDgABMeoOwEk6qCoqigKLxfLEmc1msFseZjAYDmr1RG8hIASEwLoIZDTIYhrrIrWzidj24nORyaycW9tEuWTMmcwqzfJlwQOWbMzxQOX09LQujA08j8eDpWM9UP4JASFw6AnsZQXVvSxcyj7cBBRFgdFohMlk0h3vsxHHht1SGB8fbgpSOyEgBLZOgDrh/CG3mqxsJoPMcke99yw5Trvo8S4ZViwgi6/S0z4lyGZSSCZTSNNMy1NySCalINn0n7MuSFm83W4xIJtBVqP88QRSGu0vButJF/9pqYwuY/Fw9zzSLUNWTFpbRand02LflJQhYy5N5yKdIh702apiLEIjtm63ByMjI7oBx7deulwuJBIJ3diTa9xWKUt+ISAE1ktAjLr1ktoX6Q6WEul0Wr/ITU5Ogt3s7Cx45HJiYkI/5jB57uBgnVPRVgjsBQEtDf2dmvxqg5XlZ8nwigUDCAb8CJALhSOIxVPUoU7phhTZaWCXoXTpNN/unUI8EkKI00ZiSMRi0AIj6O4awaybZARDupxAIEB+FAktiUiE8sR4ui1DBlyajD+eedNIbgZaMoKobwQ99x5i1B1DjIyGlTqaLOrevLZECyIW8mDKnQbZrivVOnLHqkHRF0cx0/kAzbRtCQBZdGk616pqQH5+vn4XyuDgIB48eKDfgjkzMwN+vKCwsHBLxUhmISAEhMB6CYhRt15Skm7DBHg2rqWlBW1tbbprbGxETU2Nvn/s2DHdlwvehrGuL4OkEgKHiAD1m/XOuEqd8tWqxQZL8P4djI2PYSY7D6+vG//4T90Ihx/hxse38ehBH2bH+vH5r/+Eaa0LN+9MYXoqRpZZkAaaRvDHPw7BkWeFzWiAkpnBzPQg7tz2kSGUAcL38elnd3GvcwZaeALh7l/g/7gfw9zkLXx5vwu3Hg+S4TSO4WgRMr1/hwd9IxiZp3zLFX2BAZFJJZGMRsggJJUSaWiJOBI0c5hMacgkYwiSUanRLBNZkGTcxhElozWTCGPugz/g0eQs5si4AFm+WiKGUCyNTJYsDi2BRHAUI6M9uN4bWghb0oln8KjMWCiGFKXNpvrR29mJhw/nkF6h+lKWw+DzaVD433ZUhuQYjSoZ64DT6dANOzbuTp06BR5AYANvdHSUvoNh3chbmjnejqJFhhAQAkJgNQJi1K1GRcK2hYCqqnSxcz5xDocDNptNP+bbU5xOpz66uS2FiRAhIAQ2ReAgZFIUBUurQ67UV1EUWOx2mFIpZFUFsKlkGYXJMAsh7R+Df2gAo2TQ9U8OYejxFMbJGBrvuYOHNx+hZyyASDaNrK8Lvd40YqoZVoeid9QTCQscdgvSY14gOAxv0ouh+Rh8Y+PoHuyBe6gHA6NDGPHNIqXFEcuYYUjMIRJPIp4mPbC+LT7Vj7HBx7g3GyCdA/A/+i3u9A9gyDMJz3Q/7t0ahH/mM9zqdZPROgPf5D30932Jz7qDCExOIRiLk/E2hpnxPtzuHMN8z+9xjwy5z2/1oL97AD7/HLyRNBmoX+mTSYQQ9Q5gZOI2/vT5GDw+N810BuH3JxZvLf0qreytTYC+enqkQt87vjOFZ+ba29v158iLi4vBjsP4lsyBgQHw3Sq8WJieSf4JASEgBLaZgLrN8kScEBACQkAICIHdI0A9a6PFArOJF2KywGQ2gSZQFsr3+GFyxBEI+jE77oahRMPUfBZpxQqz1Qar2Ync3BK0tNfAmRrFqCeE+YQKs8UMs9lILoLR/nkY0lMIJ7zomtDgn1dRke5FrzuDRDgAe8aHQDql70ddJ1BamId8m7JQ/jr++6a8mJuZR5r0NykZxCfHSYcEkrEp+CY6cWtgDj7PDLyhONwTY5gafYShqSH0jCTIAFNhMhmQnh/F1NBjdE5SWvc0GXv30T8bhiduhMn4rC7poJuM08fonhrHg94ZhOJpqEYzVNUEsk+wxibBzyHAM3E8kLlkyFVWVqKhoQEFBQX0PTLrz9j5fD5MTU2BF0/h23vZ4ON8zxErUUJACAiBdRMQo27dqCShEBACQkAI7AUB7vjy83TZ7AZKp7TJ2STsLYUwWFwwhYCGy1b4JtMwOKpRWVeG4nwLjIoLJS0XcEx5hAEy/MZ92kIhmTiykW50Beky6XDAEA1hdtgHr5aH1ypCmDTWo4QMsWpjGNMpDalECumSV1FfXoxS54KI9fwPJw3QNDMK7UbwS7SzSiXKy0pR5MwiE/fBk0rAHy0iY9FIM3JzmJ2bRzCtktGXpvQqMloasXAYkbAPkWQMYWMdKtQgGbMWZO25MKrmFWpkEQ94dANxOqIgmYxAU41k0KkwII0s3+a5Ioccrk6AF0nh76SqqHC5XKioqIDRaASvhmmn2eOSkhKUlZWhqakJVVVV+gweG3Ns1PGsHb/6gJ8r59k7jR/8xGHZpB5CQAjsBQG6Wu1FsVKmEBACQkAICIH1EchoQCJORo6WXTODSp1pg6pC/1ONMGn3HIIAABAASURBVJuN8PkdyC1tRPnxRlS2luFYaREMs3HEBj7GzY9+jvc+uY4vuoYx+OVnuNfjR9ZoIkPJDFU1wJiJASN3kTnxNTS98lOcLXahINiH6bx6tLcV43jlcTRQp91kNcKPfJS3nMKx6hw4rQZsZKsojMGQGceNW4/x+cNpxLIKla9CLawh3evRrPmhIEWGaRzRrAVIW+HSUghlwjDlxOEenUPU7IKttBSOcIL0NkNtPAWnfxiBrrsYnfIha8ggnUoilUySERdHKJpFJG5AvjMOLR5FgozKdMKNVGiUZu3WZgzZviJAmBJx5poFG3a5ubngmTmVvoM8O8dGnpG+k5yBw/Ly8vT448eP6wYer47Z09OD3t5e8KIqkQgZ12TY8fN4nEecEDgSBKSS20pAjLptxSnCnkdAURS9s8Kj7pBNCAgBIbBOAgYDYLWrUA3KmjlyL15GQ109qlCA4uLT+Nu/PYPm73wb7eXNuNraglMXX0F+6ev4i7dew1/93/49/tV/+I/4y6+/jTfPtqL97e/i1b/4b/DnlxrQVlRNMy6tuPJ6E9Rjf41vd+ShNs+ButNX8I2f/hDfe/syjEXv4FpHEY5du4LW8z/A145dwRsnSEcTNrw5Gi7h1MvfxQ9fuYC3rzag9u130FpSihJDBSpbXsK3fvIdXLryOo6X1+ClN97Aa9//G7z79g/wH753HKWv/AhvXTmFjuZL6Dj9Nfzwz9/CmZcuob7wDN76xjfxzl/+W3z93W/iR+f8ePS7X+P3v/kFfvObP6Iv6kDl23+L7179Af67v3kTrVUdOHX+FVx87TxyiTNkezEBhc633QCTWQFd2p5K39raqi+c8lTg4oHJZEJhYSE4zeXLl1FKxjjfltnV1YXHjx/rz93xrJ1cJyGbEBACGyRwmI26DaKQ5DtNgC9S7BRF2emiRL4QEAKHiQC1GfR5pvO8vIqqxQoTzbQZYYDBYEFOjgUmhx1mCrOaTDBbrWQU2uDgxZrycuCimRWn3Q6bheJsDtgcuXBaad9ghJHz2EyAyQW7WYVRVWAk+XaXk/JboRjssJoNMJFMk8UJu9kKmxlr6pdJ02zOGrc1KiYLLFYHnDYLbFS+kXQykRVrUAwwmqxwOB2wWm0wG4ywku42hwt2uxO5DjMMViflscBMMswWO5xOG8mywGQgWSTH7syhtAUoyKtC08UrOHfpGi5dOo+Tx+pRUZADh9WJXJcNJqMZZqqflXRQFci2TgJrsTKZTODZudXEKIoCA51fs9kMG51PvkWTV4aura2lc2UH35J59+5d8OqZbOzxc3eQTQgIASGwDgLqOtJIEiGwbQTYqNs2YdsmSAQJASGwnwnw83SpeAaatp+1XFs3RSFLid3aSXYwxgCD0Yn8iiqUV1ahsrIcRfku2Aw7WOQ+Fc12tUYGNrv9oKKiKLDSwEAuDTAUFRWBZ+3Yz8nJARtz/OzdyMiIvrBKOByGXD/3w1kTHYTA/iWg7l/VRDMhIASEwD4jIOrsCQF+Zok75OzviQJbLFQhA4r671uUItm3TiBLhhFJyS468vbLh2f32JgrLy9HfX092Ljj2bx4PA6eseOFVdjxQiv8PJ4YePvlzIkeQmD/EBCjbv+cC9FECAgBISAEViFgIKPIbFVpxmmVyH0a9JRaT4wImrF7KkIOdpOASpa10aTAQA779FQoigI25vjVCM3NzeBbM10uF3iVTJ61m5iYgMfj0Y/ZuOPn7yCbEBACQoAIqOTkIwSEgBAQAkJg3xLIZIBUkv7tWw2frxjf7sd1eH4qiT2iBJ5bbX41Qk1NDTo6OnDs2DEYjUb9ebt79+5heHgYfFumrJj5XIQSKQSODAEx6o7MqZaKCgEhIAQOJgF+pi4ZyyA0n8Kd33vw6T/O7Ev3yd+TXv9AblG/Txb3738wD89kAiOPQ8/qzWnYLebZybot6bOyDA5ntzJ8V46X1X2ndei8TudhIoHp4Sg+/9Xss+diA+fgs5/P4t6fvAh5U7vyo+KFV3jGrq6uDidPntRv0eRZus7OTjx48ABjY2Pg1yLsijJSyB4RkGKFwPMJiFH3fD4SKwSEgBAQAntMwGBUYLGpsFhUVDZZUd9u35eu5pgNdYu61dJ+TYtN17Oq0QpnrgH5pSb9+Cn9j1Nd2C3meypum8NYH9ZrZRkcXkf6rgzfleNlda9rt6GujXg8p95LfOufk2atuJIqC6w2BXaXAbWttmfPxQZlVjRYYabvZJYf+NyF34jBYKDfgAX87B2vmllVVaW/+46P+fbMoaEh9PX1YW5uDslkEvLcHWQTAkeKgLpUW/GFgBAQAkJACOxHAoqqwESdZ4tdRVUzdcZPOFC/D12DrhMZJeTzPjvWs6ppwagrKDHvqd4NJx1Y0on1WnIcvrS/l/5quj2jz/HNn/vSWgscuUbk5JtQ27Z5OaxTHRmjlY02WB0qFGV3fzVs3C2tmllWVqavmllQUAAO41UzvV6vfmsmr54ZDAbBYburoZQmBITAXhBQ96JQKfNAExDlhYAQEAK7ToA7zjxjZ7UbYHPuT+fMM8LuMur62XOMcOYv7FvIGDWYFBgtih5n2yP9df1Ir5XlczgbOyvDd/uY2fEs2vPKfVH88/Lyd4cX3DHTrK91q+fAYYCJzqdKs8g86IA93JxOJ3jVTL41s6KiArzQCq+Sye+84xUzeeZufn4evJKmzN5BNiFwaAmoh7ZmUjEhIAT2mIAULwSEgBDYPwT0RUjp33a9GiOdzCKjAdslb6uk+LUI+fn5+i2Z586dA9+iGYvF9Fk7vi2TjTw+5pk7WVwFsgmBQ0dAjLpDd0qlQkJACAiBA0ZA1BUCu0CAF9xJJTJI80qqZNxtqUgFMC2+ZoNnkbcka5szK4oCvkWztLQUx48f11fO5PfeTU1N4c6dOxgYGADflimGHWQTAoeKgHqoaiOVEQJCQAgIASEgBA4tga1UTFUVGM0qjCbq+pBRhi1uZDvpErZqH+pCduAfr5jJxp3D4UBlZSX4lQgNDQ16SWzYPXr0CJOTk3Jbpk5E/gmBg0+AWraDXwmpgRAQAkJACBxiAtRrzvJr6shfWUt+RigRjSIaiehLukdjccSTaSQSGjiO3w/Hjvc1LU3Z00jGFtJHY0kkE0lokVmMjszC5w8jQrJ4afhIJEry4khl0ojFKA/N8JBA8P12GumShYZMJotMOo54kPL3DWPGn0AivYqSVOrWPxrCgRDCoQiVvDFpmbSGyMwcIqkUmMDGch+e1GyEqdTrUchtZ622wT7cTnWekcWGHS+iwqtk8kvNyxYXV7HZbPD7/ejt7cXo6Cj4uTu+NfMZAQczQLQWAkeOwDY3bUeOn1RYCAgBISAE9pJANotUIgH/4BCmZ2bhSQQRCMzg9u0ZmoGYxWDfBKYmPQj6PBh62I9gZgZDQ1545sJIJsOU1o2eh8MIhiNIxJPkfHC7pzDQzwtLpKDFJ6jTO4HRiSAyCT/iM49wcyKFkH8cIxNkzE3MIOYfRd9oBP7hOxid8cEXXb9hl9U0ZNhRPTJkdGUyGtLpNFJkmGppsh51thmkkyFM9o9hcsyNGKVPJUg3KiareTA7PYepqQjSZGSCTD49jixPEoksWbTJUAgTt25hmgzfqC5v6V8WmVQCKSonoyUQmPdieHiGjgHOu5RK/FUIEPt0KgsebDgorBRF0RdR4efueEEVXlwlNzcXPKPHAxm8oAqvmMmrZ/Kzd6vUWoKEwCEkcHiqpB6eqkhNhIAQEAJC4FASoKkQha9W5D9TP+qoGoxGJAYH4fZ64TdGEQqN4v0/jSAa6MKD6/fx6GEvRkb6cPO9mxhLjeDu7QEM9MxiPhSELziH+zf7kTCZYTSZYDKQUeifI0MuDqNRRcbTh84HD9E5PAt/YA7+7o/wi3tuzA7dxc0H3bjTO4p41IPpVD6U8Q/RPzaLqRD1+JcpSnYV1ur4x3w++FnveJyMwkH4I9MYnSZ5k9Pwuucw7Y0iOD0Ot28a/T2jGBuaIgPUB4+b0s2EEY8MY6h/GD29PsTYuJ2bpBkXH2Zm5uGbnUXAO4uJGS8GbtzCJM3yxZ7olUU2k0LU74VvfBoe7wyGJsdx984QyF7E0zV4kulA73Cd+Dyw246KJOMaGeAklT7bIW83ZfDsncvlQlVVFdrb28EzeGkaTPB4PDRAMEUDG274aRaPjTuNBhF2UzcpSwgIgc0RUDeXTXKtl4CkEwJCQAgIgZ0joCgKbNQ5zXE44STf7rTBaqHyuOfunQO805iaHUbnxCgZOjGM0iyab+Q2bn92B3f7w9CsNtRaBnFzJASvZoTFZYPLRbIcOcjNsSDaHUOpYRoJyzweuAH3VBKBqbuY7h8nY2kC3oQPKTaBaJbMQLIsFjMZhk9fWnlxjoy2es/fff8e+u7dRbfHje7/8z+he/x9/Oqjx/ji+qfofPQB/vGDYdz7p3/Cg/FJjEdTCAV8CEw+wOOBT/C//boX026qA5WtkeUYmZ/Frd/8Er0Tvfj4kzv44jf/gvtffoCPZv3UQc/SjCBxefJJQ0v7MDk4iu73fksGaid6ImSkaMquv3ftiUo7vMOzalqaOJDbjqIUhVhth6A9lsEGHq+UyYuqtLS0wG6364YdP3M3NjZGgyQhMl7TyNB3bI9VleKFgBB4DoGnrzzPSShRQkAI7CgBES4EhMB2EmAbajoKxyknknED0gMx1H/TiKlJBY7mr+Pdv/gm3r3cgqayRpz/y3+Hvyy7jbudo3gwlljUIoFsdhSf9UzAF5qkWS83urqTCMXs+FbRFD5LVoLm5nDcNI/xeAzz02OYKv4znGisQkP+oohFz2xVoRqUxaMXe8a8QhQea0NRWS6Cw49xM9iB9opatBXYYQ1MYnagB4+9FmgZmnczm2Cx5cBhTUBLDuHWfSA0HUNxhR0pexESyXK81FqF6hIFJuOysilvOkwG450RBBIxJA1maKoDDrsVdgugKsvSHpZd+k5kNZBxwjtbrBTx4ffeGU0KlEPUk7KTQVdTU6OvmNnU1KQbcw8ePMDt27fBt2Ymk0n6XRC/LeKT7EJACGw/gUPUFG0/HJEoBISAENh/BI6eRjy7Eo9koKXW35nkiTrPtBGuqloUtdaitDofJ+pykaAZuVDfTdy98Tv88fNbuNk1gdGHj9DdPQp/QkPGYFgAnIggO3gD/oaXUHv1+ziRY4J5sgvD1ipcaHeguvQ4GvPzYDOkMJO2Ib+6FY01FSh0WWimbkHE0n9FAdhhlc2Za0Am5UbP/Ye4PwYk0kDMO4Lxx12Ymo4jv6EZLaYuPOrvQtfMPKZ9KQS8USojjLA/gCjNLqaiswh4vPBGCtFWFUMok0BUzSddVNhSo/jyQS+GPFld9hMV0glkQtPwZGwIJUKIRBLQwmQkBkbxYDKEeHrpeb4nOQ78DhtfBjLC2IHOyZYrpND3cTvkbFmR7ROgqir4fXc2mw2FhYVgA6+5uRkFBQX7Wd8QAAAQAElEQVTgZ+3u37+P4eFhBAIB3eCDbEJACOwbAuq+0UQUEQJCQAgIASGwCgE2iFSytRR17R60vbkRZcXFKIQTuTm1eOutWuSdOIuGymacOd6E9vOnUFV+CpcbmnDxagta2upQXkwzYrkOOIvLUNz8Ei62lKImr4g6sOVobS+A4mzBmdM0m9d8HG3HWnHpYjPaz51Cce1ZXGmrxrFTx1HZfBGtFe24cKIQJXlmMrbW1nGVqsFZ24SalhM4XluDjm+8gXq7DU6LA/a8WtTWtuPa+Uace+UUqsvr0HGuDR2vXEbr6Zdx7fhpvPtSE4rzalBdV43G5goUFVfj/Nsv4Xj7MbTUVaCpvRUNJ4+jqbIM7V9/E0WRSUw9uoM7t+/gXucYhmP1OHv5BMl8BadaWnCmthStJxuRazPCwNBXU/gAh3GV+HukPud7tLHqbexcb0z23qZWFAVmsxkulwslJSXgRVX4XXc5OTmIx+OYmJgA35rJhh7P3kE2ISAE9pyAuucaiAJHjgAvLX7kKi0VFgJCYNMEVIMCs34L49oibPX1KC4qRD4c1BGtwssvV6P0zAlU5BWjqawE1Q2NsOe04Hx7My6/8xKuvvEKLp48hrbaElS2d6D13Gs431CEclc+8vJL0NhWDKX8Ek5V21BoN6Ooph4dV8+SgVgPg7MNTdVOlDXXo6z+DE5U1NMMGcigw4Y3S2ktqlrO4HJHB17+3suoL2zAiZZWtJ85j2PH2nCKZherLr6CjtZTeOnKSVx4lcLPXMGZ5jN45+VWlOZVoLq+CS3ttagoyUf1mWs40dyCNpqZLG9sQlX7RVw72YKL33oFNTYDlEhIf0YqnFCQdrThwtlGqhfLb0ZHQwWaT50kHWxUl8NrsGz4JK2RQSFE9Fkj9mAFP09bo9FIvykX2LDj99zxrJ2iKAiHw/qCKnxbps/n0409ee7ueSQlTgjsLAF1Z8WLdCHwLAFFUZ4NlBAhIASEwFoEslnwIhfkrZXicIQrBiD3LC6dqEZrpXXb65TfcA6nL7+G115/DS9fPksGq1WMt22nfHgFKooCnr0rKyvDsWPHUF1drVeWjTqetXO73fqAAc/ciXGnozmM/6RO+5iAuo91E9WEgBAQAkJACEDLAMlEBmutIHmoEKlGWC0qnlrUBLIJgf1FgJ+9y8/P1427M2fOgG/L5Gfturq69Nsy+b13+0tj0UYIHH4C+8uoO/y8pYZCQAgIASGwQQIGulKZydDh2zA3mHVfJE+nswsrLu4LbUQJIbC9BHj2rqqqCufOndNn76LRKLq7u9HT04P5+XlZUGV7cYs0IbAmAbpUrhknEUJg3xIQxYSAEDhCBBQFCl2tFOVg1pkX5lCUA6r8wUQuWu8iAUVR9NsyHQ4HeDEVNvD4+Tt+fn5kZERfLdPj8SCRWHpdyC4qJ0UJgSNEQD1CdZWqCgEhcPQISI0PAQG+7TIRyyAa0jD0OIKe26Htd7eeldm9Sthzy75JMjjPklvUc6Q7ipAvDc9k8iu9Oc1i/HNlvigNy2H3onQU372kH+3rZa4nH6dht5RnC77O80WyOJ4dl7Pk8/5yx+HsloetY39iIIbQfBoBdwr998LoYRkrmaxDDrPrvR3GSFcUsXDmEPzCtq8KVqsVvJBKWVmZvmom35aZSqUwNzeHyclJLBl3bPBtX6kiSQgIASYgRh1TECcEhIAQEAL7lgAvkJJOZhGPaJgciOudae5Qb6cbeBjB8OPolmQPPiIZnc/KGO+LIxTQMD+XeiJ/mAyC7dCfyxxaWebK48WyVqZdjw6cht1WdWW2gw9X57NcNtdlaB3ngdMMr1HP5fKW78+OJfSBgZA/jbHeGLhegzRIwFyWp1vXPhnqU8NxRMMaMmLXPdN28Lvu+D13jY2NYAOPV9AMBoOYnZ3FzMyM/p47nrmTBVWeQScBQmDTBMSo2zQ6ySgEhIAQEAK7QcBgVGBzGWB1GFF7wonmc7nb687moqHDhaazOU/JbTm/sXIaTi3K4HzsFvWsbrXDmWdEYaX1ifyNyl6rznqZp11P5OrplpWtHy/q0cj6nfmqjuvRgdOwWy5nM/vMlhm3XHg+0ybSr/HMYn3WqEczhbM8dhvRpaLJDke+CblFZjQSM67XQnlfMVmXPJ1nDmrbnDBZ1aOxgM8Wfug8c9fS0oKmpiawsTc6OqrfksmrZfLzd5qmQWbutgBYsgqBRQLqoi+eENhxAqqqgkfrpPGGbEJACGyQgKIA/K66/BILGUfb7Kos4A5/cbV1S7LLG+0ornlWBsu1OQ2wuwworNxe3csb7Cipta1LLutXsop+263TavKYATNeLW55GOtXuo76cDqWuTzvi/ZdhWb9O2SxG1BQvnAeSutsKCP3orzPxFdYkVNsooEGA3jQAbK9kAA/c8czd5cuXUJubi7YuOvs7NRvy+TXILxQwAFMICoLgd0koO5mYVLW0SbAt1nwiJyiKEcbhNReCAiBDRHIZLLg2y/Z5wVTVFXBtjsDyWS3Fdlr5OfXz3Gzx25P9Wb92G2ljpvNy+Wye1F+TsNuPelelGZlPF16+BzobimOy2K3dLxOn2Xw7cDpVEZmmbC+TVEUGAwGfVGViooKtLW1obS0FPzi8vv37+tGXjweF56Q7QgS2JYqi1G3LRhFyHoJyCzdeklJOiEgBJYIUF8QqgFQFOqVQzYhsD8IGE0qfS/5O8luf+h0ELRQFAVWqxX8nruSkhLdsMvLy0M4HMbg4CAmJiYg77mDbEJgwwTEqNswsgOYQVQWAkJACBxgAoqi6J1nVa5YkG3zBHjBHY3fGahlNy9kKSfZcfzuRAPN8tHXcylU/A0QUBQFdrtdN+pqamrAhl0mk9EXUeEFVebm5sDP3Mlg8AagStIjTUAukUf69EvlhcDTBORICOxLAtQbpw/YPaMfBWaTEURplD+aSIH67JQkA2QSiIUjiCfT0Pvw2Qwy6TgiwTDiqQyFZUkeO0quf7LIaBq0dBpp8qlvuRBKx9lMFvxHGfizEM5hVLZ+sJV/WU0vN00qb0WMnpf10ZJIUYVJPT1I/n1FgM9jRgPo9IJO6FcRm9xj3LrbZH7JtkCAn7e32WyorKzUF1Ph5+1CoZA+Y8fGHa+aKStlLrCS/0LgeQTEqHseHYkTAkJACAiB1QjsahgbWOlkhoyfZ2dYspk0UjO96O/qxuCkB/MJNpISSIbGMdzVi7FZPwJJNtYiiPnHMfCwBxPeECLpJNKpNJJxlskuiVgoiKDfj3A4RoYfVzGLpM+PeCIBjcpJU54Y6cEGXjKehLYdlhgZpPFYGP7EQnlsJPDes451XB5KWuhBWWQIkKaRVZhJIRslBjENhGF5YtrPPjFI6eBIflSaVTNZFJjMCkAfbGUj9nz+aaxgy6K2osZhy8vGXXV1NXi1zOLiYv39dl1dXZientZn7fi7ftjqLPURAttFQIy67SIpcoSAEBACQmBHCKgGUEdc1W/BXFlAlgyzQOcQ4nkWTE8NY+TBpxj29OGf/3EASqEN3gefo+feB/h8sA9/+sMonA25mP70fXT1foIvR4Zw776fRNL0DXpw/94ExsaidMwfDdnMPO7/6h9wr38IM8EhjHR/iv/tNwNIpedw514fpqZ8nHBLTkvGkEjEkUhTefEoQrEkUmygrZCajocRpziaeAR4di9JaSNJpBNz6Hz4EHfvDSAW15AK+xFLJhBLZEBoyBDOUJokkIoiEk0iSbOUK0Tv8OHhFZ9OZcmgzmJtQ/zw1n2na8bP3JWXl+PkyZOoqqqCx+NBby8N0oyN6cbdTpcv8oXAQSSgHkSlRWchIASEgBA4SgQWp1UWvadrriGTIGNs4Dr6pubhnU/A4B2Cp+w08gtpxL8sjkyoFz0TcwiWdqCkoAJt5UGEo0GMzCYRj9MMl34vXhLzw3fw4MYt3OuZQlCNAcFOBF0GTE6nMT8dhjHphjrfiz/1ejE9HyWjiY3Bp7XZ6FFsZhIz4114PD2A939zB3OjkwjFEyAzbFEU6xeCb3oSQzc+xqN7H+OLoU588v5DeGaH4AkH4A3GEInEkYoE4X18B8OhSdx90IfR3ruYnb6FD7+8j4/+OISpoY/RNTiEYar3onDxNkuAvosmiwp+nYFC+5sVI/mWEVi2qyiK/goknrnjGTt+FUJRURH4Vkw27ngxFX4Ngjxvtwya7B55AmLUHfmvwO4BUBQFfO88ZBMCQkAIbIDA0rNQq8+IcI/aDldBFSpzMrCkZzBBM1JpWy6sZgfy7RmoiCKc1JCx5cBOYQUO2oeGWOppJUzOYhSWlaO0KAfmRIwMpPvwOk2YnnXDN+NGxupAblEZTDOdmI7QTJn2dP7NHBkzKZpNyyJGsmypEXR1j2KOjLT0krAs7aWmMNw3iumhQcyNPcLw9CD6tCLYHC5YrRaYTGaYjCaYDVlYMjGENQuM4Wn4RgfQP9gPv/8Rvhz3YsoTphk8rvuScPG3QkAWSdkKvfXlVRSFvuNWfaVMNu7YsGNDLxAIYHh4WL89k1+DANmOFAGp7OoExKhbnYuE7hABRVEgI2s7BFfECoFDRCDNC5QsWnEZ8tPpFKjxWKWGi0ZdXhXyzGTAqWmEzIVweR5garoP3VMakoYyVOTaYHE/xMjUALqmVBpgMiFH9cM/3Yu+/l6MeGJIqg44cswwGyPwznrR1ZOBq6gKpSY3ktFpzCg5sJa14UReivJnQBqtos/Ggqw2C6w2J5VpRWl+CtOTs/BH41/JzlIp0TGMzwQwH4siwc/gsdFqNiKVzCCdJYNOIYtQiyFKXm6uC6qhAFVlKggh3B4jakvTiKWDCMVsVJYdTodxY0pK6lUJpNNZZHgiddVYCdxuArxSZllZGXilTKfTqd+Gybdlut1ufcXMVIp+K9tdqMgTAgeIgHqAdN0lVaWYnSLAxpymaVAU7oTtVCkiVwgIgYNMgNsJvq1qfn4ePALPbUYyGUckFgFU5dmqUZDRpSAyN4SJgAkJ5xm0ldWhOXoT/YO38PmkE1nHWVysKkJl6CYe9t3E9elSuOylaLT5EBz/Eje+/BwPxtKIuPsx2nMDNx/cRqc7gHH7K3ip7WV8uyMXxQUq3CkHcnOsKO54DWdrSlBm3wbjyGSBmRfvUBPwpipQlWuGMRtFOOynjqofQZqRCAdiMOSXwJxLxl9eJXJdVaiYuY+JvscY96WQzSSRTQUxFaROrS0HTpMKV0M5bFVNyC9sR3vDGZy2a8i1qrBYDDAa1Wc5SsjGCGQBNqp5Nc0s7W8ss6TeLAFVVfXXILBh19zcDLPZDDbqxsbG4PV69TZDFlPZLF3Jd9AJSMt+0M+g6L93BKRkISAEtp0AG3T8vMzjx4/1zhrfZjU7O4fZ2elVZ+pUix2Fr/8Yb738ffzku++Sfwa1xY24/K/+I7791l/hb372Lbx68Thqazpw7a/+K3z3tR/hv/ibb+Bi2xWcu/ht/PT/8d/gX/3V3+Lbt2WWugAAEABJREFUZ17DD//d3+Jn//E/4kff+gG+c+kifvyj08jNtcLe/jWcuvwzfPvUebzSZoTBVI5LF0+gqrJo6/UvO4aqhvN4s6EZl7/5NXz9p99FTXIUgx/9Er/9zS/x3p8+x6eBV/D6Wy/hWz/7t3j3a3+F712+iu/8q+/iyhtfw+nqaly8cg3XXn8VxxurYOj4Ol4ud6DE2YzTZ87gtVdOwll8QU//8mtvoa2mHIVWyLZVAgpgtRtgNIEGKiHbLhNQFAVOmq1ramoCP29nMBjQ09OD/v5+RCIRmkGVKdRdPiVS3D4goO4DHUQFISAEhMChJiCVWx8BvpWKn5PhW6wqKyv1Z2Zu3bqF2Zk5FBaUgpePX1USjd6rigoexVeps6coChTVsHCsx9GxQm5ZmKLQsUJ5qDO4kI/2Oe2TYwWqqkDfFJU67hSv5+EQhY7Z8f4WnS5Tgcq+SmWQK2i4iLMvfxvvfv3beOfNN3G1yQWX1QhdT4rntLyv0L6isB7kVHK0D4V1BegIiqJApXBAIZ/CVXIUBtm2hYCyLVJEyFYIKMqCcVdfX48TJ07o3/Pu7m4MDQ2B33W3FdmSVwgcNALqQVNY9BUCQkAICIHDS4BvueSZOr6tKhqNwu/3g5+vs1lsh7fSX9VM3zNaXXDmFqKgoBD5+XnItRlgUPUo+ScEhMAKAgYaiOHFU/Lz88GDQbygCrcj4+PjmJycRCKRAN/WvSKbHAqBQ0dALhOH7pRKhYSAEBACB5OA3W6Hy+XSZ+h4xs7hcIDfVWWzWRGNR0CD8gezYqK1ENh2AiJwJQE27vLy8vQ2o6ioCEajEfxs7sjICHw+nz44tDKPHAuBw0RAjLrDdDalLkJACAiBA0zAYrHoiyCEw2GMUEeMn5lpaGhAYWEBorEwxKqDbEJACLyAgNVqxdIt3DxQxAbd7OysvpBKLBYDL770AhGHK1pqc2QIqEemplLRPSegKIp+v7vcBgHZhIAQWEGAV6xjY44XRuHbqGpra8EdMA7nUXeX0wlkskgnM0gl9s4l4wtlL/nr0SWdzCJDume07I7rvppeq4WtR+/labZDxnJ5y/efyF5kuzxuq/tPZNN3Rn8FgUZfo+06D6kM1nzOc8X3Ww53nwDP9HM7cvz4cfr9ZcArZPKt3dzOiGG3++dDStx5Als16nZeQynh0BBgYy6TydBguzxefmhOqlRECGwTATbmuMPFfkdHB65evYqSkhLw4imzc3PIzc1HyJ9G350gHl/3b8g9+nQeDz/xbSjPamU8/GQe9z/06nIefOQjmfP6/mppl4cN3A0i4E5hdjS+kP6zeTz6mPQhf3m6re5zPe/9yYtHy+TqOn/gXSh3g9yW9GG5XN+l4+30WTbr/Jh0fkhMHhHj7ZLPHO5R3bkMljnWFUbIm8L8bBI9Xwa2xKTrhh9DD0meLwUtLe802KZmYNvF8C2ZfEv3sWPHUFVVpT+jywupTE9Pb3tZIlAI7DUBMer2+gwcmfKlokJACAiB1QmwMcfP0PHoeV1dHfi5GL4VkzthvGR5Q3MlalqdqKi3wmJRoCK7IZdNZ5ChWZWN5uP0Ck3FqMjo5SnZLLLUgdeSNN2jZaDQsboOXSxWFWW1VhSUmnU5Sxde1ikd10g3bTE8uyVfIV1AM4IsE6wfDaKxz2Hr0XOtNFxPlpFJaVTnBRZrpV1veDatgZ1CDLOsK/ngjfz1ymB92K2ZnmSBzj2XwWmcuQaU03eotMYCg2GBtUKM2HH8hpwC2B0qqltsyKfzyqqL258EFEXRn68rLCzUX3/Ag0X8TrvOzk7dyEun0/tTcdFKCGyQgLrB9JJcCAgBIbCzBET6kSHAM/c8MzdHM3Fc6YKCArDjBQ4URYHNZkNOTg5cOQ7kFpnQfjkHTaedaOxwbMg1n3Gi5axrQ3mWymg6xWUtlNl8xoFj511oYXnnXGg+zXEvdlw+637swqIOJLOZZHF4y1kHyVmQv1TmZv1mknvsvBOtZ53EyYGmU05wGa2k82Zlcj6uJ8tkf4HHi+vM+Z7nmuk8smsihsdIP9a1ZZHJ8/Itj+P87JaHLd9nmcyc9eZw/g7weWi7lKOz4TBOs9k6NdP3gF1BqYm/vuL2OQFeUZcHjEpLS8G3dLO6/Ozu1NQUeKVdPhYnBA4yATHqDvLZE92FgBAQAgeUAM/K8bMtvOy4qqrgZch5JN1kWr2DbDQp+ixLRYMVS269flWzTZ9RWW/6p9PZnpRX2UhyWm1YklfZ9FXc03lerCPLWpBj1+VtNP+q6XX97KhutYPlVzRaddnVNJu0avr1siS5VSSjqtlOLGzkXly/F5XH7HRHsmuOkVzSdeF4/bKZH7s1yyKZzKKCynhemufGv4BRUaUFVofhgP4Kj57a3NY4HA6wYceOb89cGlji16dwuwTZhMABJSBG3QE9caK2EBACQuCgEuAZOh4Z5+dauCPFnSterY5n5g5qnUTvfU1AlBMCTxHguwF4tq6lpUV/jQobdjxjxytlynvtnkIlBweIgBh1B+hkiapCQAgIgcNAgFe1nJmZ0Vej42fmuHO11gzdYaiv1EEICIH9SYCf3eXneGtqavT32D169Ag82CSG3f48X6LV8wmIUfd8PhIrBISAEBAC20iADbrJyUn9ZcC8Ih3fcsmj5ttYhIgSAkJACGyIQG5uLvidmDzIxANOAwMD4Nm7DQmRxEeLwD6srRh1+/CkHFaVFEUB37/OrzaAbEJACBw5Ajz6zQYdG3a8Ah07NugURTlyLKTCQkAI7B8C/Kyd3W7XX6PS3Nysr5bJq/Lyu+24vdo/moomQmBtAmLUrc1mL2MObdls0CmKcmjrJxUTAkLgWQL8u4/H4+BnVvhZOn5vFD9Hx7c+KYq0B88SkxAhIAR2mwAbdlarFXz3ALdPvM/P/LJhxz4/C7zbOkl5QmAjBMSo2wgtSbslAtyxk0ZxSwhXySxBQmD/E0ilUnC73eB3Q/HKczxDx6Pi+19z0VAICIGjSCA/Px/l5eVwOp3gVXr5lsz5+XlwW3YUeUidDwYBMeoOxnkSLYWAEBACWyOwR7l5iXDuFPGtTEsGHXeU9kgdKVYICAEhsC4C3F7xAiq1tbXgWzD59Sts2PFt5DJAvS6EkmiXCYhRt8vApTghIASEwFEiwIsN8At++ZZLXmWO/aNU/4NYV9FZCAiBBQL8zC/fjnnixAnwK1cGBwcxOjqqG3kLKeS/ENg/BMSo2z/nQjQRAkJACBwqAvzOp7m5OZjNZjQ2NoKfoTtUFZTKCIGjTeBI1F5RFH3hFJ6xq66u1m/H7Ovrg8fjORL1l0oeHAJi1B2cc3UoNFUUBfxs3aGojFRCCAiBNQmEQiG905NOp1FRUaGPcvNCBGtmkAghIASEwD4loCgKeOEUfqcmP2vHA1W88BM7ec5uPSdN0uwGATHqdoOylPEUAUVRnjqWAyEgBA4XAe7k8MICvOIlv/8pLy/vcFVQaiMEhMCRJLDcsON9nq2bnZ0Fr+orA9ZH8iuxryp9KIy6fUVUlHkuAWn0notHIoXAgSfACwjwbZe8BDg/g1JcXAyZoTvwp1UqIASEwCIBk8kEXh2TF1FZMux4dV9eEIoXhlpMJp4Q2HUCYtTtOnIpcA8JSNFCQAjsIAEetOFZOl7pkmfolt71tINFimghIASEwK4TUJSF2zFbWlpQUFAAfnaYV8dkw44HtnZdISlQCBABMeoIgnyEgBAQAk8TkKPNEOClvrljw3l5hk5WumQS4oSAEDjMBCorK8Gzdny7eW9vL/guBR7gOsx1lrrtTwJi1O3P83KAtMqSrut1gKLy83TrTb+UDrIJASGw4wSWfm+b81PpFPj1BTOzM/rCKPyOJ0Xh3/uOK763BUjpQkAIHGkCBoNBn63jlTG53evv7wc/Z8d3LRxpMFL5XScgRt2uIz9MBWaRRYb+UutyFpsBObl2ZJX0utJnkSZY3MEkTz5CQAjsIIEsstDW9bvMYPXfezIVRUqLoag4D3n5LhhNxh3UV0QLgYNHQDQ+vAT4Obu8vDyUlZWB71DgVTH5lkyevTu8tZaa7TcCYtTttzNygPRhcytL3cAsGV/rcSazCofTSp3H9DqdRukyB4iIqCoEDiaBLP3Sshv4La/8vae1BBLJKBQ1g6rqcpgtRigySXcwvwyitRAQApsisGTYVVVV6e/k5AWjvF7vZl5UvqnyJZMQEKNOvgPbR4BG6ePJNOizqsxMOo1UPIFkNoNYKEANXRiReArxJJuHq2aRQCEgBPYTgVQcyWQS0YSGZIRm5rJZMgcBHo3mcO7U8IqXiiIW3X46baKLEBACu0OAb8XkmbrGxkZwe8hGHb/2gJ833h0NpJSjReDp2opR9zQPOdooAe7UZTLIaBlkQ30YnfJjep46ehyWIZ/kZfX9DKLzAbhHx+FORzFw53P0991H9/AcxmbSWEhD6ZfkUV76UG75CAEhsBsE+MF+XrUt8+Q3mIG+T8dPwt1jmJudQfd0AFOPe+HW0kjQ7zsajYGX8rbb7cjQD1eGaXbjjEkZQkAI7EcCirKwMmZTUxO4TeTbMCcnJ8Ft7H7UV3Q6PATEqDs853Lba7IegUnfFMY//yP+4R/vYGBuDJP+OKaHh9D7+Yd47w8PMJ6YR+fnf8JnX36BO0Nz8M7NA+N/xG8/S2Nm3IOUFkY4OIdJkvH3f38b/d4h3PniI3zw0T3cm4ivRwVJIwSEwFYJpCPwTfbjj7/+E74c8uDuZ5/hwz/exM2uIbg93fjoH/4Jf3zgxuyUB8HgNMaD85ig32eq9wb++Iv/E//8yUPcud+H3s8+xC8+HEYgnobcOL3VkyL5hYAQOMgEeNaOF0/hV7v4/X4MDQ1BFk85yGd0/+suRt3+P0f7WMM0fGEjRgMVuHChDqVWBQaasYMGGFJRJIITGPLFMDcZQiJuhqLyczZRZApcKCqrRWW+BebMHCY8AQz5K3DxYj1K7UYYocA/H8Tc9BxkOxAERMmDTiCTQIqssHlzM6p9t9E9OoHO7inMjs1iVskinVUwNTaFaCBIs/Im3anZENTSJpiTWZQV2FFckgslmgAmhuBNp5CEbEJACAiBo0tAURT92bqioiKwYcerA/M7PGOx2NGFIjXfUQLqjkoX4YeeAD9HEwkGkaVOYVwx6s/Keed88PsjcBrC8AQ0qGYzotEswoE4VDWNrN2F/Pw85DmMMBChaDiFSDCArBZHwjeHQAoIUw8zFQrIaD/xkY8Q2HECWQ1ZlX6NznIU2skcy1pgsjjgMmgwBeYxb8xBnH6jCcQQISMuGtRgyNBgzfwYvEkDssYMNC2NeT/gotn5SDpDhuBqWkuYEBACQuBoEbBarWDDjt/dGaT+ktvtpj5R9GhBkNruCgF1V0qRQg4pARVOu4rSwhRCwSji5lK4yFCzWVWoriJUVVfQ7J0NFU3VyM+zw2k1I6ewBDY1HxUVNthyS5CbU4Ha0lyUFaURJMV+ROEAABAASURBVBmxGHUiXXkoLS9BRZFDX4ThkMKTagmB/UPAYIHN5kBNiQGG8mYca25Gx+kmNNSVoiRrhLOsEnWV+XCUlcLucqLYbkZuaRHSngkYCgphs9thMppgLihFRX05nGQgGrL7p3qiyQEkICoLgUNEwGKxoLKyEjk5OeAZO148RWbsDtEJ3idVUfeJHqLGgSSgooAaqTNvv4rTZ1tQU3oG1y604Y2vncO5N99C+8VX8HJdEVpOnMIr147j1ZePofpYB4oMTbhypQgF9adQX9eIKxfqwDLOnGtBbfNlXD17Bl9/9QTOn2rQZ/IOJBpRWggcJALGHOQVluHKMSMZZu04f6UD1y43oq6lBQVNl/HNl9rx7usdqDl+FSdbW/G1C5VovHoVjqrLePfVi3jlFP1ez3Tg6rev4sTbL6Ehx0qDNwcJgOgqBITAQSVwUPRWVRV1dXVwOBzgZ+x4AZV0On1Q1Bc9DwABMeoOwEna3yoqpB5/jV7sNC2LVCoNBS9OCz2NAtmEgBDYTQLr+23ybznOrydJpmAyWWA0mknJ5XnpUD5CQAgIASHwFAFFUVBTU6O/oJxn6/gl5U8lkIOdJHDoZfNV+NBXUiq4MwQU3TwzkPllXpeLR9KY94TWlVaFmaSzM+yM8iJVCAiBJwQU+lWqMNH/9f2Wk/EM5mbmoWTNMCiWVfKZoFAoZBMCQkAICIGnCBiNRn3hlMLCQvBsHRt2sirmU4jkYJME1E3mk2wrCRzZY0XvvCnUgVvLaekMBvoH8fhxJ4aHR/Hll7cQDkWQzeAFeRWAUkA2ISAEdoGAQr82dV0umUhh3udHbk4ejIYFA05Z1gaA9iGbEBACQkAIrErAZrOBjbq8vDyMj4/D6/WCF56DbEJgCwTULeSVrEJgXQRGR0fBKz5x48UPCvN95QMDAwiHw+vKf9gSSX2EwEEmkE6nEY/HoWmafgsRjzof5PqI7kJACAiB3SagKIr+bF1JSQl4dcyZmRnMz8+D29fd1kXKOzwExKg7POdy39akv79f7/xduXIF165dw5kzZ2jGblg39Pat0qKYENh7AvtSAzbo2NntdpjNZiiKsi/1FKWEgBAQAvuZAA9wO51ONDQ06LN0/IwdD4BnMpn9rLboto8JiFG3j0/OYVGNl/I1GJ5+No5vPVgZdljqK/UQAoeZAC/DnUgkkJubKwbdvjnRoogQEAIHkQAbdi6XC42NjfodEDxjx4NmB7EuovPeExCjbu/PwaHXgBuolbcURKNR/fatQ195qaAQOGQE2KDjh/r5fUuKIrN0h+z0SnUOOwGp374kkJ+fj4qKCv32S37Gbl8qKUrtewJi1O37U3TwFaytrcXs7Cw++eQTfP7557rPjRffdnDwayc1EAJHiwAbdfxAP/9+FUWMuqN19qW2QkAI7AQBnrHjhVMKCgr0WzF5LQJ+bnknylqvTEl38AiIUXfwztmB07i6ulp/LwsvqBAKhVBeXo6mpib9IeEDVxlRWAgcYQI8Q8cdDb51mp+nO8IopOpCQAgIgW0lwG0qG3V8azuvhsmO29xtLUSEHWoCe2TUHWqmUrkVBPh+8bq6Ot2Y42fp2traUFxcDJPJtCKlHAoBIbCfCfAsHevHq7UpiszSMQtxQkAICIHtIsALUPGMHfeV+P11PBDOA2nbJV/kHG4CYtQd7vO7b2rHo038bN2Sy2az69NNUgkBIbBvCLBRx79dHlHeN0qJIkJACAiBQ0SAB8349U+89gCviMk+t7uHqIpSlR0iIEbdDoEVsU8T4Iapp6cHjx49wsjICNjIezqFHAmBrRGQ3DtLgDsVkUgEbNjx8x87W5pIFwJCQAgcTQJ8e7vD4dBXxPT5fODbMOU1B0fzu7DRWotRt1Fikn7DBNigc7vd4IUV+Fk6fsHm9PS0vnzvhoVJBiEgBHaVABtzPAjzwQcf4Pr167h37x6GhoZ2VYdtLkzECQEhIAT2NQE27Pg2TH5UJRwO64vN7WuFRbl9QUCMun1xGg6nEtwZ5FXyJicnwQ1UUVER+Pk6XiiF7xUPBALyWoPDeeqlVoeIAM/OsTFXU1ODS5cu4dq1aygtLcWXX34pv99DdJ6lKqsRkDAhsHcEeHE57i/x7e5+vx88IL532kjJB4GAGHUH4SwdUB35dgG+bYAf8uXVnPi9VhaL5ckiKcFgEHyv+AGtnqgtBI4EAZ6l4xfilpSUoKGhQV+5Ni8vDxzGv/EjAUEqKQSEgBB4HoEdiuOFU/gddtzW8mA4D5TzgPkOFSdiDzgBMeoO+Ancz+qn02lwI/R/sfff33ElWZ4n+HmuFbTWigBBrckgQ2ZEZERGpBaVXVnVVS2qZ6anevvMzp6ZPWfO7l+wP+2vszt7Wlb1dFV1VWWlqIzMDC0Y1BKE1hpwBdfa95oTDgIgQAIkSEK8B78we2bXrvjaE3bNnj9XAZ0aBKq3Xarv4qi3OqnfqVMBnXqzk36B2s69qNu21xHQNC230q5pD952qWka6lzWtAdl6JuOgI6AjoCOwJYjoMZQ6ikn9RhmfqJ8y5XoAncFAnpQtyu6cfs5oQI1NcOvHhdQK3QqkFNlarZJDQbVc+Jqxkk92qXKtp8HukUvAAFd5TZEQJ23arVdTcJEo9Hc6rpKVbmibWiybpKOgI6AjsCuQUA9fqm+X6e+wjIxMZF7WZV+7d013buljuhB3ZbCqQvLI6ACOjWrpN7gpB65VN+py9epVK3aqRenqAuTGiyqMp10BHQEth8C6vxtb2/n4sWLuRelfPrpp6g32XZ0dORW8F6MxbpWHQEdAR2BvYOAGkupR+DVJLh69F1NrO0d73VPN4qAHtStg1QskmZqOMrtzxfouhjYNN35YgFFT9I230bpvrNJ/UrnjU/8OXtV/u5XT2Z/3oYnTbsvhRi4EWdhopCB6/GcPeNd4B8roOvrYG5/tt/CxD0DPZfDuf0n1bVeu1uCXR6L9XiepFz1ieqbu18FuPGxH5U+iZynbXPnywX6b4YIeJLrHMV6sY7A0yOgfjOps7OT1157DRXgqdni8+fP09zcnHsE8+k16BJ0BJ4hArpoHYFdgICmaahrsXphlQrq9BfN7YJOfQYu6EHdOqAGvCkJ6mJ4ZpNEwlmikc1ROJR9onbL9URCGcKb1K1sDQczOXtVXtFymc8rH49pGHDgdJSRSppy9hgNTlzOcmKLWJoMhZiNhaST5lz9VtsWERzCgftYbKVshWkk178ZQqIjGt56HRuxN+BNMzceZ2YkRjaLvukIPBMEDAYDapa4tLQ0N6hYnn8mCnWhOgI6AjoCLwCB7a5SvQ1TXYfV9+tUUKdeNrfdbdbte74I6EHdOngnohniMli32I0UVVopqtocldTYKK62bbrdcj3FIqNkkzKUzrJaO8pmlS+uejobltuzmXxJjZ2KhgKqm4pRedW2vN5FTUsJKq+osrGAqqZCyuqcS2WqfKuoRPArrRMsNtl3j9Of6xeRrbAty8l/MRjbi8xkshqhhRToQR369mwRUAMI9ZuT6sdw9Uemny3WunQdAR0BHYHVCGiahvp+XV1dHeorLn6/P/f9utV8+v4zR2DbKjBsW8tesGGaIGO2GXGVWCitsQrZNkXl9TYUlcrg/0mposFOecPm9VY22ymtva+/rG5z7Z/U1idpp2xTpGx9kvaPa1PRaKdKYfEUfbCWDtWvql+U7Uq+Stfie9ZlRRUW7C4jRpMBNPRNR+CZIKC+9xqLxZiens69zVa90XZubg71oqNnolAXqiOgI6AjoCOwJgKapqFemqIexVSTa2rFbk1GvXBPIiCjwT3p9/Z1WrdMR0BHQEdgGyGggjcV0Kk32VZXV6Me/VErdvPz86gv7W8jU3VTdAR0BHQE9gQC6g3iylF1LdavwwoJnRQCelCnUNBJR2AHIqCbrCPwrBFQP2UQDAYZHByktrYW9ZKUmpoaSkpKGBkZyT36o1bynrUdunwdAR0BHQEdgQcIqJ+KUpRKpZidnUW/Dj/AZi/n9KBuL/e+7ruOgI7AXkDgiX1Uj/eoFTr1uI/6gr76or56A6YK6hwOB+otbGol74kV6A11BHQEdAR0BDaNgHqBVXFxMXa7PfdYvJqA27QQvcGuQ0AP6nZdlz4jhzIJ4mEv0yPjuIMJkukYEe8MsxNTzPhipDPqXR1pEsE5PO555gNx0lkpTPpwT04w514gnMjkZpPSybRihkwSdSFKZbJkRF7UPcq0O0AoEiMRjxGNRhYpTjLmw6vkeoOImGfkpC5WR0BHII+AmvlVQZ3f70d9MV99h0PVqcGEegOmWrVTM8R6UKdQ2S2k+6EjoCOwUxBQAZ16HF5dqz0eT+7lKTvFdt3OZ4OAHtQ9G1x3n9R0iGhghoExP77xWwzNjNA3PMPk8Dje+WHuDAUITfQxNTvN9PwEszOjDEwGyYQHmZjyMDM+xMTECD1jC3jGR4ikU6QXhpiZn2V42od/5B5D3gD+oAroEiQTUuafZnjISyTiYXx4RFYF5onEEqQkVtx9AOse6QhsLwTUYz3qBSlq4kWt0hmNxiUD1RvYioqKZNIlmnsEU/EsVeoZHQEdgd2PgO7hC0dAPTmhgjp1LZ6YmMhdi1WA98IN0w14YQjoQd0Lg36HKU6F5IKxwEyyBMP4b7je38XVkSh+t4+s7xq/vjLN2JXPGfEliBoTZBb6+frqGLFgP/PpQpLhGaYGbvLR14MM376KNxEnNXeZgZEeLnaNM3zjKmPWBooLHTgsRgzGIKHQJF1dAcj66bs7hMcfxmS38mBoucMw1M3dUgTUb/OlklmioTSRYDqXqvxmSLULL6SeuP1mdG2EN2dL4Ml82Yj8zfAseKM5XMwGp6yUa5LPSGogEYVYOEsqZkTVKb6gP/5E+G/EHtVHijbC+7Q8So+ip5WzFe2VHbFIhnQqu6XnjS5MR0BHYPcgoJ6gUI/Hq8fkQ6EQqVRq2zmnG/T8EDA8P1W6pt2AgCZOmCxmLBYT2ZgP/9QoU5NzOCoNDMwXUl5cRnvHISrKGiibv4Uvkwari5L2CzRVN1Dn6SYoMh4stvnwyuh8QjvGe03F1JS5sDmd2B1OCgpcOB2lFBS20WSbZNYzQ687hdEkAvTPnkcgLYNd73Scvmsh7n0d4N6lzVPX1wtc/cjH3YsLT9T+SXQ+qs31j/3c/sK/9bY8AT69V8NMdGfxjNhz9tz6zM/sgJXpPiN3vlzg1qdBAuMFMkmTovtyMMfzKN+etO7uVws5fU/aflPt5HjYFP8THHMbli99NnQ7RMCb3PPnug6AjoCOwNoIGI1G1OPw6gVW6jdEw+Hw2ox66Z5AYIcHdXuij7aNk+l4BP/sBLNlP+GlzjoON5ditlThTDrYf6SRYluMNElSJEhnU8SSdsxo8icuZANEyRAyVVAguw8OPCMG4TBKKzV0eXhOWhNuE61v/DFvHXZSGrrJp936RUtA2fOfRCxD/40QnrkkcTl4MnIpuMl4AAAQAElEQVQkbZ6MZDHKkanIIOmLp/QT+bH1dpusdlxFJRQUl3LfJiOl5ZW5fYWzZjRTLPuuwmIMZtszw+6+7q33T/mwmtK5Y+H56Fqte/V+NJpldiLByL0IMu+15893HQAdAR2BtREwm83U19fj9/sJBoPoP3GwNk57odSwF5zUfdwaBIwWO4VVrXLxaKSyyJabHSpuaKB2fwML1/qpbtSYGh3i8gcf09vfR7z9ME6DAW/Pp1z6/acMToco76ylhFEuXb7CJ7dkMJ4u50idgTpbL//w4dd8/eFn9E3O4svkbc5KJo5vaoLJ4SHm3D5imlHKNvnR2XclAul0FkehibJaO5VNjk1TVYuDhk4X1ZI+SfutbqNsqd3n3LQfj7WjefPYVDc7qW0tyFGVYFvX4aShoyi3X9Mm+QMF1O0rpKbVRfUTyH+szaJT8dS0OqkWUvlnTep4qHqGvmzG/pIaGzaHCXWMo286AjoCOgLrIKBpGi6Xi4KCgtz3nFVgtw6rXrzLETDscv9097YKAVMhrtJGjnRWSkBnwWyUtLqKloNNVLYeoq3UTk3HUeqraigvrKCiqomDhxqxFUldUyV1NbXU1dXT2VlPZccxqoqKKK4/QlNdK4caKmls30dJgROnkNVskvnyAlzOatpkgKseLzDb7DjKO6it30d7hWWrvNLl7HAEDCZNBr5GnEUmXCXmTVOBtCmutFBQ+qDtk8jZqjZFcmwXllk27cdW6X+UnKJyyxJOCq9iwe1R/FtVp3QVlj2f/lHHw1bZ/bRynAUmLHYDBoOGvukI6AjoCKyHgKZpqHGSeiNxPB5nYWEBfdubCBj2ptu615tGwFwsA+d6DtSByahaV1JdXUl9Y7mslDRz5lwbhbUnOHLkOGfPv8bRE+c5IasnxsKjnLrwGq+99SanDu+nubKE4oPv8sqJE5y7cIb9zbUSJFZR1vEab549wtGzp2iqLKPQUIiroJb9nQVysbJS1tRB6/HXOHzgCB1lBmWATjoCOgI6Ai8SAV23joCOgI7AtkFA/X6opmmon6JRwd22MUw35LkhoI+OnxvUuiIdAR0BHQEdAR0BHYG9h4DusY7As0fAZrNRWFiY+06demnKs9eoa9huCOhB3XbrEd0eHQEdAR0BHQEdAR0BHQEdgb2HwFN6rH6zTj2K6fF4nlKS3nwnIqAHdTux13SbdQR0BHQEtgSBFDHvONPjI4zMhUlm0iTd/Qx1dzM8OU8gESMZnWfi1nUGJ3z4Y2ky2QxpKY8EFwgKReILuMcGGO4ZZGQ2TCqTJZvyMjU4yNS0h3B6SwzVhegI6AjoCOgIPAYB9cIUu91OIpGQ63MQ/cfIHwPYDq5ey3Q9qFsLFb1MR0BHQEdgDyAQG77G4PQck4F5grN3+OKWD1/3AP5MjNmxfka7vmYgPEPvYIqU+wY3b3bR3dOFTwK/e2MpGTikSGfnmJ4L4J6ZIey+w28vTdD31RW80QBJk9xilt5kuwcA1V3UEdAR0BF4gQioVTqHw4HVasXtdqP/vMEL7IwXoFruuC9A6w5QmUpkCXmTzA5HGLoVZOhmYEM0eCPAEi22UfvrtV+rLl+m0jyp9iqv0kfRoOhUlOdRbfK0okz48vsPp/d9XS4nz6NkLeVFhtpXfAOLfqs6ta/KVT5Pal9Rfl+lal/xqvxqUuW5epG7uu5R+6pNvn5JhtiZL1Op4smRlOd4FlNVtxHKtRG7lmSovMjIt1XlKq/SPKn91ZSXky/P8S6Tky9fL53oCeOdjhNTSyHqlx92wHmlm7i9EJgbmiAQ17AWFWAnxNidfnzTE/gSQWamp3IreL5MRAK0YgocNhJTI8xP3GVsvo/bt3voGfUSTvjwB8MszM0Qmu+neypCYPweUwthQmkNk/7yxu3V6bo1OgI6ArsaARXUOZ1O5ubmSKVSu9pX3bmVCBhW7up7eQRikTTzkzGGbge5+aGbG7/fIP1O+BQJ/02hDbdbzrvY/oZKFS2ve0w+r/O6tFO0noybUr9p21Sb34p/izYoGTl9Un5dynN5qVPlq2WrOkWry3P2SZvV5XnenA9r1K/mX9oXW/L5tezI1+XkKt7ltEE9Obmr2uXK1mqv+JaVK72KlB1rtlnFr/jWo55LfqYGIgR9SbLylz92n2uqK9vRCMz5zTjtLurq6ygsrsblGyIqQVwwMI0nBnFjCSUWA0arC1f1SZrsWZxZP964HHfzY4zPhUlkMmRTUcJevxyLUUobyqhpKSUdj+LzBAlHk+ibjoCOgI6AjsDzQUC9MEUFduotmNFolHRafwb++SD/4rUYXrwJ29OCRCyLjFswWzQsNsOGyeowkCO74UGb5flVsqxr1Kn2OZ2r6tbizfGtkmmRQVg2q6HIaBb7Rc6G2y6TZV2WX9IjslbkZV/xKVpe/pA+4VO/ubTEsyh7RbvFsjyPqlOU399IuoSdkrWoc7UMtZ+jxfqNyF3BI+3y/qlU0QrfpH4Fv7JFyGw1kM3I8Z4FoyxfrGgj9Wu1eVSZWfoZ6edYWGTqHx2BJ0DAYQyTzkSJJCIkklGi2UJMFFNVmsZZU4G1uIEK9R25dIJk3MOC5kIzFlFbUse+l37Ed18/QE2BHauzDIulkgLNTmt7MaVnfsY3T9lxxCbp6fOjNp10BHQEdAR0BJ49AgaDAbvdjvqJA/UWTPX9umevVdewHRAwbAcjtqMNZqtGdbOF898p48f/tp6f/E9PTn/whG3/4P9azx/8z0KSbkb/t/9VDQ0dVur2WXn9JxUoOcvb5/Y3KTPXXtooe3L55T5J+U//b/X8RNKH6pbzrco/1g6Rt6a+VXIepXNN7JfJVfXKDkWPkvNQ3TIZq+uUTFWmZCr7Var2f/jnddS22Wg+7OS1H1fkjql8napXeUUqvxH65j+tZP8ZFzanth1PId2mHYBA+5ECZob7+fAv/57rV64QP/ESDrMDR9l5DpcmqUjf5ctxL/NX/xN/95/+HfeyDgy1rRg9I9z7/f/OX/7F/86HXTPMJxxU7m+h7mA9o7/8mpGvfsGli5cZ8QbIOK07AAndxG2EgG6KjoCOwFMiYLFYKC0txev1ogd1TwnmDmquB3XrdFZWVlQyaVlSkXpnsRFXsWnHkLPQiMlsENKwu4zsJNt3s63OItUvGmZZ/bVvQb8oGWq1TtPQNx2BJ0LAXHeWk6cv8MYb3+TMy9/im8dKqH75FVrKamlpPU7boTc403ySb/2zn/DWd37Mm6cO0NZ4gPqOt/nBj9/jrTff43jjCc4caaD9UDMV9cf4xmud1B88x/7j3+Ol48c52OBA33QEdAR0BLYeAV3iegiYzeZcUBeLxVCPYOrfrVsPqd1Vbthd7mydN2qgbDBoucfk0DcdAR0BHYHdiICtkqrqWpqaW6mpb6VRJq8c1TUUWq04C8opLGuktqiS5sMHaOk4QGNlMUXOIpyljbTvb6e1tZ3qYpFR5qKw2IXVUUpDUzmFFfWUV++jtqKSUqdpNyKn+6QjoCOgI7BtEVCPYFrlOq4ew1RBXTwe37a2PhfD9ogSwx7xc9NuaoKMSVZUzFbJbLq13kBH4NkjoCYe0Ffpnj3QugYdAR0BHQEdAR2BHYaACuzKysrIvzBlh5mvm/sECOgRyxOAppqoxzPvpxmyspPNZiVVJZBVb4OT/YyidJpMIko4EieZyiBF95l21P8sGfEjlUxx/4HUJzA+kyYrlMk3zSRzeIjYfMkeT7Ok4jFi0ThxdZwoNNQLKlSqDhpFKq+TjoCOgI6AjoCOgI6AjsBjEFBBnfpenVqlU6t1GRmbPqaJXr3DEdCDuk13YFaCkyxJWclW4+y0LGknZScp0UlKypS4VDRKMi2D82SSqN9HePwe124PM+2Tsh35Ztk0oYUF5qbmUS8nf6LALhwiHgoRUlGdBMHEZ5ibD7EQ2pGAqG5+AnpUkwTzA/30dw0xMh8npQ6ueJKUBHbpZIKsHGOSfZQAvU5HQEdAR0BHQEdAR0BHIIeApmkUFhaiaVrue3UquMtV6P92LQJ6ULde10rkosbVagVuJUscr9fDx5+4icczjPzuA7ru/p4r04Nc/Nony3RZBv7+7+ga/ozf3u7iH//2HgvdIyTqjPT+9i+5dOUGgy/4FfSpWIxYKJxbFUqlxNFYklQsQjSRkmBVVtAkKA1G86tyKRJRL+M9A9y52Ic7EiEhwCRFRjKZJJ1OkY5GWAgnJL3NlYtd3Loj2KyI1URGOEpYeKLZNNlEkMDMTb68O8nATGwlvHt2L8zovBn/zDj+oQ/5//3NABO//ZA+z21+f/UeV65MkV31qKX62Y2oBMWppPThnsVtlzquu6UjoCOgI6AjoCOwBQiowE6t0oVkYn0LxOkitjECelC3XucsDqAXk2VcGdRbhAIBCXpk6SQhK1iR6AKhZIxgKJXji/m8RGIBFiQA8ntjpONZLCUVNHc4yWRSeOdfZCCTpPvzr+m6eYXr3d18+MGXjF/6P/ltzxSTM31037vHF5/fZubO7/ldX5g7n33Jvb4e+twLjA5MMPTBPzIoAd3gpa8ZvPMR1wfv8MmlSXyTU4TiPjwLYYLBFAJNDov7/+LMDYwx3tfF6FwvH39wl7npUTzBEBE9ILkPEWniSYOsAqfRsgm8oSyJBS8DX15hXi0B15ez+mQ1mjXMVg2jkT25pWVCwjOTYOh2kFsfe7jy6/lN0hyXfzW32Cafri/j8q/nHsmvZOVI8Qk9yh4la3m9aqf2VZqjXPu5DduWa5trk7dftVWU31+ZKh2qzX1SfIpW8jyoy5ev5FE+rJQz/0h87subX/TpCdLH9dVS/aNkr/Thvk35snyq2qv8HMrH+zyqTGhDOoRv8Vh80H5u037f/VxNpoUIepMyWbj+Ka7X6AjoCOgIPAqBoqIi9KDuUQjtnrrV48Td49lTeqKeEFSDxmTiaVdBNDSMMvh2UlVpw2Y1SVCo8WI25UuG2TEPAQlAk5EQ/u67jI5Ps2CSyCA0zLx3nvGEEZPZy8jAEDfv+iRYBYfVDJEwvt5ePKkUnrFRZu7dZHx6nFmjHafDitFiwmiyYjaZMa04skR2LErKO4p3boCuUAEmi0V4VjC9GEi2kdZMPEQ4bsPkaubsQRdm4zx+fxB/KEsibZTjaKWxRiPSTwY0g7ayYo/sqZ8cCXrTuCdiTPaFGbsX3BSNdoUYU5RrJ/lc+ggZileR8Km2o5Ku1CkyVH2eHqpfJlt4Ru4GGbkjJOkKO6RO7Y/eE3kiQ+kak/SxpNot8qk2itZs0yV2LOMdy+m5r2s5/6jwrZSxikfJULSkc5ncZeXLZW42P7ooe2yFLavsWOQZFZ3K5kfpUDyr6x+U3ZerZIzeDZErF5l5/lx5Divxc1Fnvi6fqj4dlf5UvLmyxfY5Weu0yfGtUTc1GMEzFSfsT++RM1p38xkjoIvfowgUFBSgaVruhSkpGb/tURj2hNuGPeHlEzipHrvMyHJTevG3z4UUXQAAEABJREFU6h6IEMjSSbKBESZmx5jJWMkaC3EkE6T8I4zOjDGrFcjqiRVbrlGKdMrP9NAgA0MR0pqZgiJrruaF/cuayHA/qHIZNZJaAw2NZZQ4kIAsi8Fpw2B3YSdIOGmWlSMjNi2LxQhWOzJzPIvHHycUSJAVv00uExhMZE0OTKTJphIkZBXlgX82CgrsuGxpMokICYeTLGYh7QGLnoNMmrSxnKLKdl494pK+iOJqaZNjK0lWVkLjmZUgCbscW1myKlZfWbVn9tQRVFxpobbVRkOHfcNUn+fdb0fl8/RYGcL/SJ416teTXVhikvPJQFGZmYbl7Zbn83ZuNl0lQ9mwZPfqunY79UJL9Xldq/ny5cvTVTx5P1boE/7V+w/pEp71ynJtlR5Fwpfbl3Q5f65M1StaVbecL29fvizXbpF/Ka9kKFosz/OubrtUvshXt8+e60+b00h5nYXV9Zvdr26y4io2ywz7njmddUd1BHQEngECVqsVi0ykp9PpXGD3eBU6x05FwLBTDX/Wdhsk2LFYDdgcxlWqTJhSMWyej/n61ifcMVdjdB2gMSEBzuzHfHL9U+4VteOyV1NnteAsyJJimtu/+w2/vOUgZSxC4ide6BaZZ2b0Dr1eP+7Kw+xz2HFqBgy1nRSZDVh77zBwM4jr0AmO1Hjxuvu5O+sjXlhAZXMB7oG7DM6lSFQ0Yi+w4r92na4rXUyGTKQS8xLsTTHtjRINhwnnKEZSM2Isr8dRWkPJwOcMDswSS6UxmrQXCsX2UW6koLqR5vYW2moLMEnwb7AfoePgBV5r1djnnCKQXGmt+i5dIpohsyKAXsmzm/cMco46Co0cvlDIN35ayXv/ombD9L7wvv8va8iRyi/So2TkeKWN4snlpY3K5ylXJvX5dKlc+JS+/L5KFU/H6QKqm20ceqkgZ0e+XNXlSNrly1T6OFJt8jxK3+r9fJ1K3/+zB1gpPkWqfDk9Vsair/k2SoYitZ9PVV6RkqXSzZJqp0i1y8vM76uyPKkyVa/SfNla6ep6ta/aKV6Vz6eqLE+qTJGqV2Uqvxa980+rqJH+rNtn48w7pblj8X3BSPHmU5XfKL36wwr2HXNisWu7+TTWfdMR0BF4Dgg4HA7MZjOBQOA5aNNVvCgEDM9b8c7XZ6K0oZVv/U//V376/h/xP/z4Zc4caKXh4Dne//N/yx9+85/w53/wEgeaTnDu1Al+9C/fpvWH/zP/93/1r/lf//X7vHy4joIXjXpBPS0HX+U777zNH/7kHHXffp8jLifFlmYOn32N7//zH/HaD3/CtxtsnPvBT/nW+z/jz376Hf7Z/+VHHH7vv+OfvPY+/+P/9i/5zvf/kLdPvcuf/snbvPzey7SXHOSNt9/k9VfqcPpv8uHf/j1/n6PP6XdVUnziG7zcfIE//jc/4/Uf/k/89987wUvtjp1/SGyJByUcP1nBgYPOnDSjzUb5t97hYFmp9NVLVB29QJklV7X0T32fzu4yYDRrS2V6RkdAR2D3IKBpGoY9+ng1+qYjoCOwZQiooM5kMqEHdVsG6bYUZNiWVm0Do9Sjl4l4hngk/ZA1msEos6d2rBYrNqsZk9GIwWjCYs+XmTAaTKgTyGqzYLTYccgg3S55s8nAixuCK81mjr91mkOHWimV5Xir1YRBUpMMHjSMGE1mLDYrZqss18tgwmSRVMhmtWCzWzFZbFjNknfYZDlf6kySlzqzxYxRM6JSs6OMssZDvPTNt3hb6K1vnuJQswR1JjNmoxmryDFb7dgsJtnXWGfbY8WaHC8GjLL6lHNc+kP1i9GgyswYBDvDKqiEBXL/0DcdAR0BHQEdAR0BHQEdgTURUEGdeXGlTn29aE0mvXDHI2DY8R48Iwc0TcsNsI27bhXEQGltKYXFTkw8o81gxuIoory6miqh6mrR57BifkbqdLF7HQHdfx2B3YeAehGQesQ6u+q7tLvPU90jHQEdgWeNgMlkkol4i8wDa6ifNshk9AvLs8b8RcjXg7p1UJeYTlatNEzm3QeRQa0Wrl72WQcHvVhHYDsjoGYcM5m1XhaTRb1IRg2Is3LzyqSSZNSfLLyrF8tk02kyqRRpqUumIB324fN48S5ESQjPdvZ5ybZ4kEg0QXTVdy2X6h/KpEgmksRj4vBiXSIYIhFPsFNcXjT7yZMX1jJNxCvH17wPfyQlR6IYksqQkYMxqw5UOR7Xe9/ReuUiQf/oCOgI6AhsCAFN07Bardjtdvx+P+qlKRtqqDPtKAQMO8ra52ysfjN9zoDr6nQENoGAjIdR52hWvaFW7Sy1VaVxfN44kXCaRDCIf3IMf9bP3FxMgpoMMZ8MrqdG8UbmGZqJExgdYmJ8jKHxSeampglI3JNdkvciMlmyEpGmU2kZ+ENWBa7pjKRCyjAJBDLuAcZn/cwEhVf2UwoHMfUhXinLfTJxwSNKIChRoMjIimxP/wA+wSKeY9D/PTsEEsyMTDHSN8LEzAyjM2Fi03MEJTCf9/pZ8IZYcQiLIQajJpOKGgb9Ls2L2HSdOgK7DQGLxYJ6DHNhYYGMTGjuNv90f0C/Xax3FKhBj6xOZ2SglEllSe8wysoIQT4o+3ea7bvWXjmWVJ/IWH1r+kWWV9QAfr1DeLeXy8QjBvlnlNV0zaAtc1dOXHzcuOlhfCKGf3CA7t/8LfcyPXx6aZa5+QTuu3fo/v3fcGPqS/7yk3lGr44Qlb/5ubvcEd6bviwJJWaZ1OeZzaZTJCMRQgshIokU0UiUWEgCgWiMZDJBIhQiPPQ5N4bGuTcfIxYOsxCUVcZkhnieN5ZALlsPzE5GZWUvTjCWIZ2MEw2GGfziSyYnJog84NJzzwSBCOMeC4G5CQLDn/Gf/2GY6Y8+pm/+Nh/f6OX67Vkyyw9hsUFuQWTlT7L6R0dAR2D7IrBjLFMrdSqo8+srdTumzzZrqB7UrYOYTHwT9KYYuBni6u99XPmd97nTV790c/FX7jX1Xv7Aw9f/6FmqU/kc/6893PzMz/xkAvdUgp4rgSWe1T5ckvaqzeryrdq//FsvX/7CzaXfeLgieSX38gdevvqFR8oEz8UyVb5RUu0v/aO03aL+uPgrD1/8g5uLgttqG5Sui7/05HxYXZfbF/u/VrZImtt/jE3XP/Lhn0vgnozTezWIaqMw+kp0qFTtb4a6vlpgZjgmA3Q1/FvnQNaLN4iACaujlNajbRw+24BvKEA29aKiuhSTPX18+Xd/T/fsJf7yr6/z2X/+//DFF59yQ1YS58c+5j/8YpiByRli0S4G7t3i099eZ3b4l/zXz+f5+m/+HV9+9RV3PGmSy67wqWAPIyMD3Lrcx9hHf8Xfjc4wNp8koS/TbfAYeXo2o8mC2e7EZLWBlqL/g0vE7UaKTrZgZOWmYjwNbWWhvqcjoCOgI/CECKgXpaigTv3UVDKZRE3+P6EovdkTIfDsGy275T97ZTtKg5aV5eksiURWBk5Z4tHnT6kkMiuvrak7JlPrscgDm1ReDc5kEp9ELEs2TY7U/nq2JxKQSq4tf702my2PhhZtFJtybSVNpRCfMk+Gq7RPxBdlbkGf5PGJRTJi0yq5oiumaBnOOR8W9ao6ZYtKl5c/Kp+WflGk2uX4RH5K+jkuaW5/UfZG8kqGwjKzR2M6dUNKy8pUNJSW4/hpQdDQNCMW0lg1OTHsDpBVQF7IlsATMzAeqaet5hB1mluCMzuOkjLKzUliI5MY9jdSXlGKPTLBjHuIO4EUvmAhVWVWDLYKisvKqJa8dZn9xgIXFotGxBdiYMpCZ0MVNWVmbJZlTHr2mSGQCnnxhuwYiw7x/ZcLsZjGSDhtuOfT+MfDaM9Msy5YR0BHQEcANE1DvTDF6XQSjUZlfCmDD/RtNyGgB3Xr9KamaTJzb6S02kpNm4Oafc7nTnUdLura19ZbK+V1HQ/q6iVfv9+Z469qduAoNOEoMFJWa1vX7lrxabmMrfZRyW884ETZmpetypROVaby+fKNpqqNartR/sfxKVsaOp3U73c9hJPSozBt6Hy4TsmtbXPm8Fap2n8cVbc6sTmN2AtMlNXd7xfVVtmg0se1X11f0WDHVWLCYGSPbhqaQcNgUinLNk3yVgzebsYGv+bmnIcZewt12SKs7lsM9H/NbX8Un62GauFU3OBhvO8mX10a5c6kk8YaM0s/LyE8z/cjx4gxg8PgZXxmlJC5AM1WToHLRXGRRQIzCE1PMusOEslYZYVHwxgLEU1aKC6xYnaW4JIArtBhkjqWNk1Wh8xmm8gFm7bA9OQ0nmCSuEyyLDHpmWeGgNHmwlVSR21NHftq7BgMBVTtP0arM0FRcITgqn7IyjxFRs3YSPrMjNIF6wjoCOwpBIxGI4WFheRX6/aU83vAWcMe8PGJXNRkpGexGSiptFLdbH8x1CJ6Fa2hv6bVTq0Em3nbcoFnq4Nq4a9osGFzGXNUWvMI+4VX8edlbHkq8lXAUqPsyvsgZUpnrkzl8+UbTVUbRRvlfxyfyFKB83Isl+OgyuvaBde15Ehb5UuO1qpfVVbVJP0iQZ1D+qa0arFfNiljuW1ldVacRWYMRjlYN36U7xpOdY4q361ynhpXYKDwcMpKVQaLOSSrIS4KOk7Kilc1TZUZ8T9IWla9ivcdp7GgnsNNdoqbKyTQyZCMO0g6W2krB5NBWF/Ix0JluZPOVjOhWBBnfTM1La2UFhfjLCymqKWDmnSItLORmsaTnNnfwcmmMioryigtMMuEQTUFhQVo0SD+6WGGh+7T+BwYbKW0tlfQ2lFBKhLF1tCCq7gE6wvxcy8ptUgf1tO2v5bqUjsmkwV74xn2tx3hbHsZzZUa6z3tq8d0e+k40X3VEXi2CBiNRgoKCohEIvpK3bOF+oVIN7wQrbpSHQEdAR2BZ4aAJpKtHHz7m7zx7vf57qsXeOelVizGMk587we8+dZ3+d7r53jl7FGKa87yk1dlUP3ad3jr/Z/yz3/0Tb712n4KRYR8RM6L+GgU1zdz+M3v8tqJd/nOhQZOvXqC+sYGnJZyChte4ac/OM+57/wZ3zr/Db7/2ineeP9Vjh49xj5Zue04eYS6ujpMIQ+zgze4cf0+3Rux4Cyr4dirndS9/EN+8NIJvvPPv8+hA60UrOmmXrh1CBSwv7OYZpnEQTaD1UrxhfO0FhVR23KEsvZjlFikYtknN2khK9EqXVasZ3UEdAR0BJ4YAYPBkFupU49fptT3N55Ykt5wOyJg2I5G6TbpCOgI6AjoCDwdAs6KJjpe/gE/+NF9eudMC83l5qcTqrfWEVgLAb1MR0BHYEcgkF+p04O6HdFdmzZSD+o2DZneQEdAR2A7IJB/UUosnN6CF6VsB4+22gYNTTOgZmYVaZrsb7UKXZ6OgI6AjsAmENBZXywCmqZhMplQP2+QSCRQ9GIt0rVvJQJ6ULdZNLNZMpkM6uUC6rsO6VSaTDolg8oUURlcKnFp/wSTw0OMzXgIJNNSJJypMN7JEWbnvQSkcTYjA8Frho8AABAASURBVNHFL8anhSeT+0JFSmRHCAeRFOL+SWbGhxid8hJJ8gJ/sSiT+x0sv9fPosnik/55UgTkaFijaYZkPCbHUIhwRI4BOUZSiVTulcOZVJK0ev3wGq32cpEKUQxGuUFZDBiMexkJ3fftgIA6rzPprNwL5B4h6dPalEpmSajfFNwCWU9ri95eR0BHYPcgoGkaTqcT9fhlPL5tf9Nm9wD+HD3Rg7p1wJa4jVQiQzyaXhlMZeOEQgHujERJpnyMDk0xPzXCzPQwN+7MoLgjY8O4A16mJkaZ7LnLWGieriv3mPeHiErwlo56iS6MMjCbFRkRJvtUew/xuJfQzG1+f89LMJZmYWYSz9w4854ZBq51yQmoAsR1DN5EcSaVEt8SpJIpCR5lKKICUwkckukM6XQ6F0DEk+qFEkqolCVDuKcmGekZIyTBRUoC27TISEtgmhGgMtI2JoFpNjXN5PgMM7PhNb70n8kFv0kJVnJjlHRSZohSpGQnG/ETnezjnjtBJJUluxgkJwSrXCib440Rk7ZJGehkxcZkLEFa7MiKzVmxJZlMCH5JwV9aKJsyWeSjHLhPqkzsTIjPyk+JliAtbRLirzBmhdJSl06IDPErKeUZsU2kkc2kSMZUeXblsXBf8hb9j8rx4mN6MkBcbIhFE8wO9BHw9TM8Ocv4bGyL9OwiMRpoBg2TWcMgKfqmI/CiEdDkoBQbFhPJPfknJ0n+yefJhegtdQR0BHQE1kBA/V6dCur0lbo1wNnBRXszqNtAh6lBfkoCCEUr2LMpWUkL0NU1RjTQS+/wLBMjo8wN3eVOzwBzCQhNThNKR5mfnWTs1mVGvf1cvuMjaS+hoMCFPeMhOHeHy9cHGZR2V76+Rf/oHIGgD3ffbS539eCJxfB5PKJrlkBohruXukhK0CEh2ApzNr+TwTM+ztzUONPz84yPThGa6mbU7WUh6MEjZVPj0/jmRhj3J/FOTzDvnmB0bJKBO0PMDPXhlaDLJ+1986PMLcwxOSltfQvEY0MM9I8Lb3BVUJcl6p/HMzvFXCBEIJwkHpI27lGm59zMT88SGrrFtem4BMzzuD1e5mam8bonmQ7EmB8bxzM3wNjsHCMTHtzjo3j805L34Z8cYk5wnp53C6bjTEayBEXPQihEZCkulfVF/1AuOBobn8Tjnscnq2CJoBvv3BCT0nZibJrZkUHmveP09E3jmRpkVlYmZzwLeGfHRZ+HifF5ohJsPW0frD1IizDaN0bv3XHmPSFi2SRTvdcY7L5CnwR1s+LX6nYS00rAKdbIZ/PHwc5vofxPS+AdDaYJeJL45zdHPjlZvTOJXDvfnLRVtGkZco4oGYttlRwlU9Hj7ImF0rmVmIjYr9qty78oe936NWz2zSZQtGYbkfeoOmW7T7BZ3Xa98jyfkql48vtPlYqNStZaduTkSr1f0Tq+q7Y5vjXq1yv3KXmKFtuofc+0HB/LytZrq8oX3DLxI5NhajJI9akqexpSMpQsVp/4O//U1T3QEdAReMEI6EHdC+6AZ6ReD+rWAVaTmX/1kwbOQtPKe6rRjtVgpMZ7Dc/gTRIlRcSiToxuD2VlU1z2ZIimwyx4JpnyRZGYhKLwEOlDb1BeXkeZy4bNaiQhQc341V/w4e8+4NqYG4+sQi2EDLLSZeFE+irzKWmbiBD2TjLrduN21IFmWGkLm93U6D/Jvc++ovvOVe703uXjX/+e4a//Ex8OzjI7e4fue3f4/Ou7eHo/4ANZMbz64Wf0DAwwKStjnpk5Rv7x5wxKwDl48TMGrv+Sa/3X+Pj6LJH5GcKpOLK4STa7ehQSY+LuTbpuXmcoGGDKE8E3ITIHPuDi7ZtcGwiLIynSgnlm6hLXu/q4cesm4z2f88Wwh8sffMloz++42n+bD7+8zbWPPmYi0MOHH92m97Ofc6PrKjdGx4mNXeSL0Sh9X3/J8PQkXuWuSCYtq1xDP+eXl3q49NVlRnpvckv6xjfWzUT/P/DpjRv87jdfcu2jX3Bn+jL/6T9eYuT233N9oIdPr/Ry5+InDEmQ++Wn1/FIkJcXq0RvJcXdgwx33eZO7wxRqwHSbu5enSVrlOOt+eH3E2YloEnLymZGVhm30o6dIkt9py4ZzzA9FKPvWoiui4FN0d0vA9z81J9rc/eLAHe/CuTym5Fz98sFbn26sNQut//Zgsh9ULaevNnROAsSQEwNxlC2rMf3JOW3Pw+gaK22ys874u+adYLhzU/8a9qjytdrp2Spulviu8pvBd0QO5TMtWQpvJQfa9XdkX5d3idr8axVpo6B5eV3v1rgxseChaTLy9fL91wOLk0ujN6LLB0T6/E/rnzgVoj5iTgPTSzulBNUt1NHQEdgWyKgaRp6ULctu+apjZKR41PL2JUCDIKMwbg6OFGuGnGZM3QWTvPLT9MYizx4M5P0Tk5CcoY7NxdyQV55cQJXbSmmik6aLBYMSfWluAfhgK2omo5v/vf84R//CW911lFrHsfj66drLEpRcoSuoQTuaCFFVo3q4gyWjkMYjCZlwNOTpYzCyoO0lpXRmplnRjvE/oMNVGnzGGwGzEdPUHesFefsdfr9tZQU7uNIRRFlZlZssUk3mUiMyrMHadzfQUlREU5HIQ6bHesKU4cZiTiJGw/wUlMt+6oMzElgNRaQwDVuQEtqWGwu7IVOwqPDLPjG8RodZF2tdBaBUUuQThiwm8OkRPCc6QRHml7lSFEAs6mC8po29p9qpaCzCXPfpwyGKik0FFO3woYkpXVNtDY3UVHkJOBfYOz2FUbjGuKC+FWAvayJ+oZaioorqatvpMIZICDBak9fmvRCnNqOFhwFzqcMrEXVOp+C1pc5960f8N23j1GXSWOYn6a0Ps5MOMHAqCwBr2qnSRBskGNUHaurqvbEriZeGoSSsqIej2WJRzdPiThyvmaJxTLSXlFW0k1SPKtk5NolpJvUqZ6QssfZo1YZ1cGUkRXleE5/NidjdbuY+BbbrG9KnqK12qlyRWvUJURXBgPKj9V2KKziUr+uLVKn6le3e5J9pSOHoZK5hp0xCeZj6/iQlD5Iy8TSpvWKPKV3ebv7xxZr9styvnw+lSYXhMU30P/5Nuum4ntSJm3kENc/OgI6AjoCW4qAHtRtKZzbRpgaE20bY7aTIVkZaKVlsJiQwUN2lWHmAhslJ1vI2PfT5B6moLAC57mfcerweZr7PyIgI6Js6TE6yq3U22e5luqkcvAvuXLlN/yDrPbc6pklbTBistix21UAZCQ1OUsmmqb6/Xc59d03MY9PkPJFMFccobqqnc7Zj8hmklvzna7wLJNDV2VVaoYpRzv1mLGZjBiq27BnE2RuXqL38hzGtqO0FEwwPSmraSNTeGUEKvEOo3e/4la/F5+1BCTAnf5a9r+6znhQIxwYwzM/xrRfRjfktzpq7SEIX+MzCaQu904z5tYwRpIkoyECsrKZMkSYv9NLtLwSsgY0CaLImDG7NMxWD2OjMWKRYuqLjFRrN/jy9m8YyNaAVoxdVrKMlhIshlrq535DtLqaVGEpRpZvWdQbAI3Ca9CSJFJhpn1mHNE44Ug4911BTTNiMBrRNAP3+aqoKCymoSLKXDJFzOgiq5nQeDabZhR/LVasFhNGgwlK99Ny7B0OWGKUeroIZ1bqlck2NAnseGYWsb03TcMkK5pVLXbaThSw/2zRpqjzfDGHXi7OtTnwkqSKnlTGuQe6Dy6T+yibyhtsuErNVDbb6HwC3Y+SffBCMYrW5DlXzAGxcc068b9zmS/LeQ69Iu0eYaeSmcdzebsnyosNh18pIdcvYtNqGZ3ig6LV5bl9abueD7n6NeR1SJk6HvZL2zyP6hNlw/KyfN1a6b7ThRSUmSmqtNDQ6cwdV2vx7T9btKG6lqMFlNfZMJkN2/s81K3TEdAR2HEImEwmFGVkVjGpZiJ3nAe6wWshoN8t1kJFlcnIXRN0jLISIllVskSapQB77Wm+8fphGpuO0tG2nyOdbbK6c4ALFzpoPHWKpsoW9jW00XpAeCR/7PRh9jU10VIrK0vVTXLz7+Rok4bFVEDr8QMyeD9LS/NhTuxvpLT+DGcP13H4xCFqWw9TJytRh460YzYalmx4qozZiauompb2Do5eOEX9CbHXasPhbKOp5QAnRFdNywlONFdx/KUTtHcc5vDhg7z0zQu0nn2Ho7XNnPrGaxw+9xaHW49zqqOWitoqCiz1dOwXn5tsZBeG6LryNVdzNE5a9DUeOSQBUjW1FaXsf+lVDh9/m5ePH+LYkWYcDce50FZCdetZThw/yRnBpKmxnnIJesuqW6hvqcGkWXA4Sjl05gQNVW0cO9pKw8mj1FaL/myWbFqTILGU2sYiDIlxhrsW9d+8Q5fhAgdk5bSppYGy2n0cq6ngwCti/5G3eePkYV597RAdx45R6Wjlm2+1UlQnOmqbOHGsg2OviK2C1f7GEpw2E89mc9HUXEStDOKUfKPFRsPp12io28/+tjaaGqswa6pmGcm+JrRXYzqJ/slKvxvkHLUXmuScMm+KCsvMFFVYUGlhuTmXqkH5Zki1zctQ7dS+kqXK1P6jyOowYrIYsDqNj9Sdkym2PkrW6rrCcguKVper/Zw8qVf5tShXv4Y+5ZPyTdWv2U4wVDxr1W22TOlQspS+tdqqekWbrVuLX5UpWXlS+4rUfs6GNbBQ9Q+RBOhm6U+zTDQ4nuB4XC3PWWTCajOSO8eXnfZ6dg8hoLuqI/CMENA0DYvFkpMe19+AmcNhN/wz7AYnnoUPcryjBotGk/aweE1mT62NHDtcTVG9BF5VVTQWG7E4img9LUFG5wGqCwopKamlrKGTfSWFNBw7z4H2gxxpb6CurhFnUSNtVRomo4Pa9ibqDh6huraFJocJtCr2H6ij5eA+ysqrKCwopuLAEdSsyhrWsPFNtTZS1SE2dR7jUOs+Dh6op2BfB5VyctuMJRKcNUtwc4jGzsO0y8Ckdv8R2vYd5fjBTo6eOUTlvtMcbNzPqZdP0d5xlJaado4e2UfDviZKbZU0tbTSJMFgoQ3S6XSO1CNJrqpmGtuP0VHfQlttOe1Hj9DUcZqj+/exv7Uee+V+Tu6voryslfa2dvZ3tlBVXUmp1UFd2zH2HTxMc10ltbXV1HWepL3xGEfbyqhsb6aktIxiWVo1mCwU7H+bzppCSiwZMpk0KWWDrPyly0/RUV2Uk1lY3kB7WRntJ47TuO8MJzvbOXGsVXxoo8Raw6mTNTjL91FVViK+1FC//zj7GxpoqXJgl0Ebz2SzU13tpFwG20q80WSiUnAotLsoramjpLYOi6ZqdFoTgdXL6Wsy6YU6AjsLAf2w3ln9pVurI/CiEHgSvRYZ96l2elCnUNgdpAd1u6MfN+GFifaTB2hsrMa+iVabYpXVx4IqCfZeeplzQi+9dJjWqmKcmxKimDUJrK1UNDZQWNrJ4Y42DrSWsPZmkhWPUjrffJn6AhcVor/tyMu8JPrPnT3H0UYbZDdGAAAQAElEQVQXLplBX7vtTi6VYZ98drIHT2q7pmkYjQYsNgOGtSZf0DcdgZ2LgBze91fp9uj5vXN7TrdcR2BnIGC1WnOG6kFdDoZd8W8DQd2u8HPTTuTuo/JPPptuu90bGK1GGQQbtruZ9+1TIxurHadLrZKZMN4vffi/wYhmtmM3g0F7uHq3lmTlAE2nV33Zbrc6u4ZfWQSANco3XSQrveq7BRkBdIskbtqEbdtgBSaCuNrXQXqC7spjJ+kGW2czWXI/a7BBfp1NR0BHQEdgowjoQd1Gkdo5fDtkZP/8Ac2kskRDaUK+JDKGef4G7ESNus3PHQFN03KrVezBTZ2X6TTrnJ8ZUomsDIghk0qRjEVIqr/4/bJ0MiFlURLpVO7tp4n5IUb6Bxgc9xJO7EEw13M5HiMd8BEQnOUDScEn6McfzO2t10ovfwiBDPFIhNDCAgvBEMFIkkRM7i0StKUTcTlW42tOT2gyQ6WvQj8Epl6gI6AjsAUI5B+/TCT0m94WwLktROhB3TrdYDBquce6bE4j7KGVH/Rt5yGwA4/PrQLZYACJa1m5qZVLP909PqZnYgTHRxj8/NcMZga4ctuN15fA19fN4MVf0jN7mV9e8TBxe4hgws/M9F26P/01fSGQeZ2VYp/rXoZMOkksFEW9mSwuAWoqlcl9R1XlSUWJRJMSmI4xMdLLzVuzxFOQzaRIRGIkkilSmQypeIJULEgsmRFeyUu5CseysjKZigSJJ9M5mbnAVwTEYilUsHzf1QzpRIxoIEJYCrKpODH/IGOTYwzNxqRE/2wcgRADfR5GR4JkpF8SsRgj175mbuZrbvSPcm8kyurTWP0+XSImfZDWl0U3jrPOqSOgI7BRBFRQp2kaelC3UcS2P58Miba/kS/KQvXDzuGFFHNjMWZHoxumqcEIM8Mb58/LVm0mByIr9KiyaZGX51k3lUHBrCKxc34iRiycJhZJ45uN5+TNSN3UKtnLZS23WelU+8vrH5Vfki061uJTspRMxTcztDFccryPwVDJzPus8krPWvpVmapTMlV+TVK2KxL81qxX5VI/2R9hemhlH+X4pS5vS25f8a+iufH7/RKRFWDPdPyBHNV2Fe96MpaXe6biqONTxvEv6hR58XplvKtW5NQPsT8wRgqJ4/XGCMt5kAgusDA5jD/rY3Y+cv836XxeFqaG8ERmGJyJEvJEwGLFWWrEavQxPh2VYEfJ4QVsWcLuGca7rjModk5P3ZGB/zTjEky5Zwf4+s40fRcvMzk+ji86y5zfLcGoBGjxAENXrgrfPe72DXPr0nVGbnzA7ZlJLn12if7+axI8jHLn3iTzfdfo9frov3GPybFbdI/0cLlrmpAEjtmlNaMkYa+HqZ5+fKkx7tzqZ3J0AI/o88u15TkBs0vUJJkb7uPe9S76huYJGzMszMr+tW7cwTCa0/KQnzLWYu1Ji4dY9QIdAR0BHYFNI2A2m9E0LTdxmM2+qPvdps3WGzwCAcMj6vZ0VSaTJR5N45uJMyOD+M3QZF+YqYHwptupNpO9K9tNixwV1D1Ov+LJ05z6TTcZzMbCGbwy8FdtVd2UBHUqVfsrSILG5XXTg2GUD2vyroWFtJ9Udq5VJ2VTi3goeVMie0m3tJtRJDxLZYv5aSlXdqwuX76f41nknxK5yua15E0rWeL7WnV5eSpQU3z5/bVSVa90TElgt7pe1SlaXb58f1aC1Lj0SzSYwjMZk2MkgmozLbapdDnvRvJuCd5D/qSs6Ozhi7G4rm5Gkjzl9cqAyeykrLKYmroCYsH0shUrnvOWwj3roadrkoQhQzLUR+/oHJPTE3jnhyXA8+Ib62eot5dpf4AoJrkxZ8mkZrhxRYLXYID56WmGrl9ntOsSo+kIvdfuMuseYGxuhu5bQwxeu8TAvJuJ4UmR2c/E/CRDM0k0o0F8fbBmlFK/4Tg1QtB7nVujQXxy/GoS9D093qJmj32ysvKalJXThKyaGk3ifGyOmSkvUVlYNhfcf2GBlC59jCYNk8Uggd2D/liq1DNrIKAX6QjoCGwGAaPRKNcXg9zrsqRSqc001Xm3KQKGbWrXtjBL07IYjVnMcgPeDFmsGhaLtvl20sZmX9nOatOwripb0xYzmGWy16JSIYOMAxSZFm23Sp3dqZGrXyxbkiP8doeGehFSrsys8travKvbyr4lJ9uwLn8eD2WD8ienQ9rJJBE5UvlVpHhVuyXeVfWq3CLjoLw/FrHZIrivJc8i/tnEP2WnarcWKR6F31p1S2Uix+4wsMKHvF2CwaPk52WomXc1bla2qr7O6V3mR55vI6nqWyUPOU63xQnznI3QNDAY5XyxGnLpA/WaZA1INCSr1T6CiSRxowOrCn4SASIRKUulSRqsUgaKGxKyuh3A714gFEjgKHWhqROIF7ElCKQsuJM1tBW5qCqwY9OSpGMRWWVMYbTa2HewlPmxcWY9URKaFYsxJaHWAu5sJS5XK3UFNorlmMRYSU1TJeWFZZTXVlFeJLzREPMzAZJeL6bqOgoLiqgpKaOhuZUyu2nZi4as2O0uyooFoblhYqU1WIorsVusCLro2+YQcNYf58jLb/DauQ4qZdJQC4SoaLYTjsWZHg+SWSUuIwVqclGfQF8FjL6rI/C0COjtlxBQP5WlKBaL5YK7pQo9syMR0O/N63SbUWZJi8otdJwu4Oy3Sjn73sbp5e+V8dK3N86fl63aXJC2+f18em4Dus+9X0qe78Q3iimtNVNababzrNi/2D5fn5e7PF1et54dy/lX519a1LG6XO0rn5RMlV+uR+0/ih7Hu7xeyVe4rydvOe+T8iiMz3+3dM2+3Yj80++UUFxlobzByoFzhUv9tZG2a9l85JUiattsEswb1jmK92qxBCG4ME19TNe1/8JvhkcZKDhDZ7Ya59ivuXLpv/B7CWqmXQdoFYgUN4zRdfEf+Kuf3+HDwWoONYDZKJUv5OOg0haizvgVv7r0Eb8fNhGdHmD+3mXu9gwxm4wxKit3pZaoBHRmfIF5FmaHGZlv5HhhN319f8fluSAeY6OgsNoBO8USxHW2mZkLQzALKnY1r2Zbvm91QNtpbD2fMCwrfMNTHpLL6/X85hEwCuKVR2g78T2O22JU+W4TkCBuuaBELI1a1VffrVterud1BHQEdAS2CgH1CKbRaET/WYO1Ed1ppYadZvDztFfTQNM0NEHJICOfnUKaBql4lmRCRglq0LaDbN8pGD+JnapflmhLjqn7xyd7dFOPXaaSGVlhS5NOyoG+hIOcANg59p0f8e73/4Q/ePubfO+Nw1iN1Zz7w3/Ge+//MT99503efu08ZQ1v8s/erqT9nT/m2z/87/nzP/4xP3jnOKVGkC5akvh8MxplTQc49d4/5d0zb/LGyVf47vfe5a0/+DPe/84f8uffbKPzjR/z8g9/xqsHzvPmiXO88d7L7G8o48h3fsqrr/4h33vtLO987wKHv/uHHDFW8uaP32Rf00scaWvj7NtHaXr9T/kD4fnGqX3UNl+gpfkgJ6r9LPR+wocf/IJf//of+PUX1+lNOqm58E2OOE7w3R9/h9e/99/x1mtvcL7D+Xwh2fHaijh8pJz29vu4mW12Dr75LnWl1ew7eorW4ycoWHXAWWxG7C4TJrO2473XHdAR0BHYngioVTo9qNueffMkVq26jTyJCL3NkyHwbFsZTBpqtRF9PMBu3ZKJLPFIhvSLfU3jC4f3/iNqy4M6ZZIBV1kFpeXVVJSUUl7swKBZKKysprSsisrSYkqKCjFbi6kusWAvqaKsopa6qgrKS2WVT4l4gWSyOSgoraK0sAS1slZWXkpJRQ1lZZXUlthxFFdQVF5JkaOQYlchxaVFOKwmnFJfXFRFeVGB+F6Y23eK38UVxdhtsm+3UVDiwlpcRUWxtCuwY5Fym81BYaENW0UrbR0H2L9fqLmW2qoiLGKD0+ASfMopLq8R3IoptEvUi75tHAHpG6cZ+yJumsGAo7gEi8mMzVWQo9WICgsGo4ambVyLzqkjoCOgI7AZBIyySqdIvQFTTZRupq3Ou/0QMGw/k3SLnhoBGQRoBk0GA/fpqeXpAl4sAuto16Q8N+BTGcnvvY+GOs7NFgMGGfzuOP9VHKq+MKXSbWC8ZrJhLW2kuWUfbW3ttNVXUymB3jYwbWeYIP2Y+x6cTLJkMzvDZN1KHQEdgb2NgFqpM8gMkv745e44DvSg7gn6Uc1mpNNy15Y7d35MpsoyUpZJJVG/K6UolUqjVhGeQMXTN1HmySDj6QUpCVlSySTxWPyhL/Or2hdJqURCVqpSbMbV3G9yRWO57wVtpt2L9HMt3SaLhsVuwLgTA5q1HNpkmSb8ci9CrUgbZBJDdnfURx176vqxqYP3MR7q1S8WgWwmm7vmq/vBi7VE164joCOgI/B4BIxGo4whjPpv1T0eqh3BYdgRVm4rIzO5oM3jiZJJhAlF4sQTaQl6UkQCEVLRAKGFeTxeH/5glHhSoqvnbH9usGtEVi9EsSa0+iMjSTXoUJSrkn2E5CNJdpFyNbl/2WySoM/HzNgcCWG6Pxi9z7fIQEbKEb5EIin4ZB4ep0ojpS9HuUYs6pEKtS/tc3XLU1WuKF+m8qso5HYTCiyQexmv8OXsUDwiNi9P7SrK7cugK+ZfwDs6hleC8tzv+kqqgtZEIiU2Kc6dQeKu2CuO7gxzt9zKrBxlaenAZDyDSrdcwTMWqMm5qalgVL8KP2Okn5N46U81wWDaGSvHzwkUXY2OgI7AdkZArdSpwC4hE+RqjLSdbdVtezwC+nDi8Rit4ogzMzPDX/zFbSLjv+O//foWV7rGmZoa46uvB4RXBtnuL7nVN4N8ZH/7fVKxGLFQmFg0QSol9saSJGMRohLUJFVQFo0SiCZlyKxsT5GIeBnvHuD21724IxHiEk2kREYqlZLBtFA0wkI4STp6mysXu7h5x008F2Wp9vcpLauWKQmAU+EYkiWbThIPRYnFk6QyGYkHE6RiYQKRBEnRnxI7cjJEF/GIBM8J1O873Zf24P/c4BDT07OEM2JHQuwIJsWmLOlkmlQ4TioSIykDfykgJkF2IBBmbmCAoS8+oS+8wILiS3np6eriqy+7ESgeCN/mOfV9urA/jQpqtrmpz8Q8DQ01iLbYjTLTqKFvOgI6AjoCOgJbjYAubzcjYJSVOvX4pQrqdrOfe8U3w15xdLN+ZtIQj2aIhiQjcc+D9hIwpKU8kpLAJE5JfJih8XEujYZISoBkshdS4DRjtTqwWOxYzdsJYuVIklu/+5SbV77k69s3+cXf/p7hz/4Pfn5nnLGpu9y+eYvf/+4qU9d/wd/fDXH1g99z895devwhJoanGPi7v6VXgq6ezz6l5+ov+arnKr/+bAzf+BiBeCAXlMVimcWAMI/aAn1ffMTnv/8lnw3f4+cfDBGcGGRq4hIff32TLz66gvv2P/D/+niUW3//n/jwylf84oubXP3th0yNfsk/XJ5l+MpvwF2N+AAAEABJREFUuNHdx113Xub9VAWLmfgE02N3+fS33XjH/5HfXu3hg7/+NV98/Cs+Hejm57/qo/dXP+fe8Kf89no3F6+PEgmO0Ds4wu9+eZmhiRkW4nHCUYlEFUT3RW/7/2abAbvLgGmPvh1PzSqqgNY3G2d6MMJ4T/iZ0YicC/3XAw/JH+sOMSp1T6Jb2R3yJfFOxpfkDtwIMHgzyGhXaKlMyR65+3CZKn8SGrsXYvh2kCEhZX9ehipXZePd4RW68/VrpcvbL6/Pyb913+ZRpe9OcMMyl8tZL6/0DovMnL2b6Pcx8U21GZN+Wy57TMr7rwVQOG/G/+UyJvsiRAJpIgsp5sdj5PwWjFf35fI2j8rPDEcJuBOkXsDTHmyjze9O4pmOb3uaG5fr0FDshds5L9eTmdG17XBPiY0jURTPdsV0WjBUWD5P+/zzSdR4bxsd9s/NFBXUKdqSoO65Wa0rWg+B7RRxrGfjCylXj0YZjdr9AfMjFgGclY0UZWMk3SMMJzUMJrO0MWIymoSMGNTjVWynLYPPHSORtmHJpMmM9TE2H4ciB9bomKy4LeC2F+EqSeEe7uV2f5JUykG504olEZNgbJxAOk1gbhZ3Xw/z87NESkopKS3CaheZFhXIWlgZyyYJ+mOyMpjFbDVK2zmCQzcYmJikd9LH3Ow0qeAUs+kyDBEPsYyRaDJLYm6Eud6b9M7OMB1MiR0aa8Yv/gnco/e4Mh1g3pMiqyUJBuKyCggmq4HA/DyhqRF8C3N4ghFCMQNGk4vSsgosETepdIKsyYrFbMZsYsdsRiMYBWht2x1jzw9COYQJeWXQNxXDLQPpZ0Xz41GRr2gNPZOqXNEadY+wKRpIySprmrCk7jzfhMiYiD6sK1cudXm+p0hVwDG/lj+iwzspOnL6JX2sDrFT2rhzspbzRyWoUXX3U4/weJTcx8pbLuPR+XklS8ndsK2L8oQ/Z4u0dSsZeZJy92LZvMrnyzeRKj8T0TSxcFquOQnpw1gOB2Xr/EMYLdrzCPne6ZgcG0kyz/8J/ud3Aj9Ck/o+ugqS+2+EGLgVZqQ7uq1ptCeCohdt56jgNNqzNlaqPEfC86LtXE//6HPGsf9mmMHbYbyziUccjbu3Sq3SKdI0jVRKxk/q6ajd6+6u98ywQzx8/mZqYDRpEoQ8GiJDSRN1VeXUF0L6+Vv5ZBpTMvCIJUhIajLbMWrV1NQU515pbjFmMGRTxJJmbLYs2WxGBp5xUnG54EnwYHeBb2aMqfkowYjUp5OkM1Ei4ThxrAJClGQsTCS+aiQiQZTdVU55cSF2QxTv2ASehTDBWIxEPELGaKCwqIqiAicFBaUUFhTgskNGfU8v7CGcKcLhcFIsZcudNmXDxESGP5wkFg8TiLooLbHhKBB+pa+oAKc5idGSZmEugBog2QoKMZtLqKqpocqVlbwE4FoaQzKEP5Yku1yBnt++CGjkzlFnkZHSSjNlNc+OKuosVDVaH9JRXmuhQqisxvJQ3ePscRYasTmMuIqNS22rRUdVg5Vy0be8fWW96FlVtrx+M/nyWjOV9dYclS+zW/lSKXo27ouF8mrltyLzkg+qfeWifIVbTu4W2Z73s1z6ulJkVgpW+bKNpMrfKvFRpcv51X51k5WcvcswWc7zuHxptRmLTcMqVFBiIo+zSpX8x7VfXV9cbsbhMu7ZR4vl1kM0nJaVr4RMCIJmNG5vMpkwWk0v3kaTHDNmIxiMD9miyowWsVF4tiueJpsJg2D5POxTeMQioFbqIsE0e3UzGAyYBHO1WpfVgzp28mbYycY/S9vVW8zSqQwZ9X2sFYoMWK1WampdGGxlFDrNlDe3se/gEU5XO+5zmotxycqWw3J/d9v9TwTlIjbKTCJJsvEoraWlFBmNmKr2U+ZyUDw3wdwoVBw4zLGWFMm4m+lYCmttBTUdNSRmJ1jIODA3tMsKXTHZkSHG+sfxxqTMFCGT8uL2BfDNu3HnKEzWZsOhAjqThdIyJ0lLNeWlhdSWWHC6CqCgkvoCDXtpFYUOO8UuG0V1dWLDERpsdkptLmwmZYvIVjLdIjsQxWIFypuwVnRwrNiAy2XD6ZT2FcUUFBVgN1spKXNhL3GRWEiQleDUVuTEXlmJS9NwlRRjs7ooMmexm6LMh4QnKzKf0UddL1VgqQYsT6tCrVJlUlkJvJ9W0s5sr2labtKlrs3O/tMFHL5Q+Mzo6CtFHH+9eG35LxetXf4YeyobbBQUm6hpsi21P/pqEYqOPCTzyXSshYmSrXQoOvxy4ZLuHO9DelfVr/ZpdfvFeiVbkdL1RHIX5eTarpFXco9In6h0PZ51y9fx8dhrRSiZ67Zbw47lvAfPFVBYZqKowkzzQQfKNoWBOnaW8200337CJYG3DZNZ25kn6BZZbXcZqW510HS4YFtTy9ECWo8XvnAbm48U0HKsEJWuxkyVta5Tt5r3Re3nbBcsn4f+Zjmm1LHlLDLt2ckTdZrmg7pkMikT36sm5BWDTjsGAcOOsfR5GyoD+3QKYhGZvZH8A/U2amtr+Bf/4gTOpnc4fbCClupC6upaeflCh7BpUPYqxztr6KiV3W34MRTV03LwFd57+01+8sPT1L73LoedTglsmjh46hW+8yff5+Xv/5Bv1ds4/Z0f8813/4B/9uP3+Kf/4w849M6/4CevvMu/+l/+lPe+8we8eeJt/vhnb3L+3fO0FXfy2ptv8OqFWpyBu3z2y1/xa6Ff/bKHdEMT+145RUtpPe9++ywnf/YnfPPNn/GvfvQeP/zpd6k78U/41ydg3zt/wNmDHbx6rJX9r3yLhqa3+dM/fJs33n2JNnsI7/WP+FVO5j/yq8ujaPvf4OTZb/POmfP84E++zYWXX+dIbQOvvnuGk+dP0lZez9vvHKO47ThnX3mFZqeRwlIXbT/6MccMBo69/hoN1a0cOHKaC+98gwNVTmRB8pn1mpokSMYypCUYe1oliWgm9x2eVGIvX4RXnJybg/QFc6tjIJnIougFm6Kr3yIENDQM6gKioW86AjoCOgI7AgEV1JnNZvSVuh3RXY80Ug/q1oHHYNSw2AzYJQiQ+/Q6XDutWI00LJx+9yyHDzVT+KzMt5RS1nqKt370A36Qo1c40VpJMU+3Wara2X/+3fsyf/h9fnChlZoS22OFqkc5ylo7KS3fx9nzpzj/UicFj231bBhyx5XdgHELZt8tDgOOIiPqFerPxtrtLTW36ilzLjv1eVmjScNsNWC2aOjb9kZgI9ap4zElkzWJLZq02YhOnUdHQEdAR+BpEVBBnXr8Uq3U6Y9fPi2aL7a94cWq38baZZylCTqamnXdxmZu3jSNgrICCVatiHubb76RFpoRk8WOq6iIQqGiIid2iwnjRto+gkczWbE6CijKySykyGHBbNyAF5oBk6MIV2ERJSUFFDifoe88etM0yBNPuRnEdYNMPih5TylqRzYXKJGuBZVhB25it7ZIO9B63eRVCKi+NMr5aJQJG8Ouu2+sclbfXQ8BvVxHYMchoGkaJpMJPajbcV33kMEyLHyoTC8QBNR3ntTjUbvx0TZNBh7aXht0GEz3X4giQaBcv6SHX8xHfZ8ulcyiHsN8MRbsIq25gEj+reVSNo36fUL1lVj1/dhMSi3ppYlF07lHX7OxIMG5KcbGZvHFU6TVMksmQSzgxTMzi1f4Msk0GSnPysUgk86QTC0qisZyLxlKkiQR8TE/Msb4fJhoIvN8v98Y9RMKxwknFu3SkxeOgLq2qMBO28I7qxyCL9wv3YAXhUCWZNjPwvwM88G03DfSpOIx4rEo8UScpFyX1NdE7j+tkEG9MVR91/q+tXINzPPGk7k2Ec8Ik1PzBCLJ3O/DpqIBAnOTzAZE7l5+iv8+YM/5//ZRZzAYMBqN+tsvt0+XPLElW3jreWIbtmVDdSNVF0d1kdyWBj7CKPUto4yMZhU931HmI4zSq3IIqONKYgS9W3JoPP2/rACqgrYVkhTAySDjczF8wQiBBT/jI7OkYlN03ZOAbSFOwuvGNzbE4Nw843d7mA16GZ+YYmJkEu9CkGA4SXRsAp8EcNGkH593joGpOKrjQoO3GJvz4ElECC3MMnh3Au/sEL2jEhAGkytMefKdLFmZAUglUqjAUl2HVGCaSadz+xKZkp7rYXjaw2QgI4O9FIlkJje2y2ayPOBdboGUS/u0BLjpZILI6BjucIyo8GflYpdO3R/okfYwO+PH54+Tzl1H7o/2MjKAzKbTUpaWm7+6yiyXred1BHQEthqBrEzceOXaMzK/wIKcq9noOLPuBTz+CLF4gHDUy+REbPF8DBBckDq3muVRk1geZiY9eD1B4U0QDYaYH+pixjfH2NAY8+ODzM6PMTznxyfXu4xcB7bafl3ezkBABXX5lbqM3Hd2htV7yMpNuKoHdeuBJQsAarbVKKtayXiWZDyzpaS+d5GjRbm5fGyljrXKHmdHQuTl2kmaFLsT0QxxIVWWzJWt1LGZMiVjiRZl5fc3JUfa5tupVLVdbrfKq7KtICU/57/o3Kw8ZYci1U6ly0mVKcqVSb+pVO0/khJZcjP5Jo2sDJaVbY/kf5zNIi8jcnIj+fWO491cnhXnhDIyGFGBjOwtfiQISXm43jXH6MQYExODXLo0QGz2Kh9+covB6QUCcz6Cbg9BZ4aRX/yKnsk7fH61TwKzCLaqKgpJEbj2JT3jowxP3ebevev8/vYC2WyUkWu/4urdQUY9PkJRH0OTUBK9xKfXRhmciiza8DRJlmQsRsjjxu/3Mu+Pykz9PAGvl2AoIjPuIXwysAsMX+SuBGbdMyGp87Ow4MMfSolfbtn3iW0JUoJP3pJsbEEGfRJ4LoQkGA0y++FH3J2VfVmCTMYiBMUf97yPWKyLa1cHGBz2EwrFCMwHBI0UgbkFoTn8wheQFUJBOS9aT58hAuqa8QzF66K3MQLZhXEm3X4GEkW4LDG04GW6+qcYmY4QTcg5Hhnh+nU5Z+MqiJuRVbgpBodC4pEK7Aa5e2NEJrS8RGWlLiLXlLnRcUwFEfqvXaPv0u8ZkGtjV6yEQnsag7bsYiES9sJHeZyVG6hK94K/6/moaRom/fHL9eDZUeV6ULded8mIJR7OMDceZ7Q7zMhW070w/TdDjEqqZA/dCTF4O7RCj9pX5ap+wyTyxvsixCIZkhLUTY/EGBA9A7dWyl6Ut0LfY8tEtrJ5uCu0ZPdwV5jNylZ45tsN3b2PrcJh+F6IEdGh8o+1ZYP9ofT03wgt2bspueLbiCLRpWxWtuX2xca8HFU+rHxY5MuXr5WO9YRltjRNyJ9iaijG0Kr+XqvNo8qmh6Iy2E+iHudc7zDe1eX5iReTAW3548SaERy1lAeHMY5fIhxfIFHWTvRmmLbyMaYIMyYDnEhwluGBMYZjhVjmezDV1OHcf4b6IheFLk0C8GEu/eNf85f/8ed8cKmPoAR0ZO4xUnSI4HgKJjxkZLUuMjPMQPcEWbsFk8O6BZCnmerp5RaNVzoAABAASURBVMu/+zk9c5f5y7+5wWd/8f/lyy8+5ebEJO7Rj/kPvxCdE7PEovcYuHeLT397nZnhX/LXn8/z9d/8O768eJHbnjQpwwNz4l0fcfv6x3w0Ose4J8vSm86SPvzuMW5dvcWH//7v6A4HWZBoMJ0OMTXYw+f/8DlzmTk++/sP+eW//zlff/IVU+5ZIiJ6rw+GBIJn+lEr0bmJm2eqRRe+XREwuOwk/B68Xd2EDHYJPzTm7n3MV19+zY1BN2nToy0Pj3zB5U++5ErPJAFjknRkhomhbiYTNiirxpyK4r15m4DmJKMtu1g8WuyuqlVfs1G0cmJwV7n4WGc0TUN//JJdse3Ns3gDXadm/6PhFLOjMYa7IgzfiW4t3Y0w1h1hSFIle6Q7ymjPSh2jUjZyb2WZ4n0kibzxvhiRQIZwIM3sWIKx3miOHtluI/4JDmM9EYbFpiW770WeTLa0y/knMpVdOXld4qvYP3xX0o3YswGeEdEz3h9dwlnp2jAp2xTl9Si71L6yMV+m0rXKVPkqGhHcVJ8EvUnplzgjq/p7w3Ytyp3oj6F+NDUtK1UbOKSfkmX7Nc9KRJFJg/qJiJUDX02MtdJZ5GFsOEjXVJjS5mk+ujUFmSnGhz1MS9ZhM1FTEydSd4o6VyGFcmPTBEtN0ySgM6LRxMm3vsePf/otvnGqFWc0TOLaRUbCZvzTw8x6Rpk02TEX1WHymmltLaCkzCK6n/YTx5uyMc0hDje9xCGXD2NhNaX1TTQ4MiRG5ig+t5+6hiqckUlmfcN0xY34o3W0NzixV7RLXT2t1Q5sy0yxtHRSggDW20VPUMNmd+BwWTAlZ5gaH6K73yuDvDQRq/hkL8RhtWKW2fuMeuySLGmJEOv2FZHKhOi5NURucWCZfD27tQioJwzC6ntUEmBvrWRd2o5BwNHA4ZNneONQKVO/+m+MxOMUHXmX1998i/MH63A8xpHC9rd45d13eOV4K+UGMwZrMbUmL87GBhyNr3D0+Ju8f6GRmb/7C5lwXCDzGHm7sVo9jaVIWz4xuBsdfYRPhsXv1KXTcn94BJ9etf0R0IO6dfrIYAR7gYmKRgdNhwpoOuzaUlI/Apr7kc3D92W3qB8MFVquR/E0536Ec+O61Y9pNnS6cJWYcBYZqWm103KsACV/uewnySvZLUcLUakiJUOlTyK7RfxWP9aqfMzLUbIUqf2tIiWvVTBU6WZlqjaK8u2a5RhoFrsV5ctUutwPtb8eNR504Sg0St9YqG51PHWf1OxzUFRhwWTS1jmKd3ex8lozgEH81x66IRsoay8hW1yHOZilOTnOzL5v0nn2TRoiPrLz00TtlVTW7ed88QDT5mbSnjH83b/jd5dv8smlcSIJCwVlFVRVV1BWaCERjXHzrpkDBw/yjTNW7JYo/TNmHDLjve/CAYkXvSTdAZ5+M1NoTlFiGOXe4E1mDWVgKcVps1FQZMVWaMLT3c3IuFtWDwuxG604owvEkxpOsdNkd0nAZpegzIBhuTGxBIlsghAJgr4YFmeUuVE38+NTLAQDBCR4i0SDLMgsfjI0hd8fJBxLY8tOcbfrJn3uKN5wAuIhjMkwMuclod5yBYt5PdkSBExmDYtV+lBWordEoC5k5yEQDxMMzDAq16uR2SRqNSk00ycTq1/S1deLepTc1/s7Pv/kV3x5d4yhwV6Gb37Ah59+xKXhMJ6pfkb6L3FbVv6HpL3BUkZx8wVatHmyvj5G3eOMzU8yMJ0kmdp58GypxWqWcEsF7hxhmqbpK3Xsjs2wO9zYei8MBg2rw0hptTUXGNW0OdhqqpVB+aNkqvraJ9Bb1WTD7jJicxopq7PxJDLWs+tJbVpLXk7WMgy20s619L3osuoWe65PHAXSLzVyXD1B3y73oaLBhqvEjApqtv4M2P4SZaGO3H14KbPSZnPNPtqPH+NoRxv1RbUce+kELR1nOdFRy77OOlm9O0BLaSsnDldSWN5GY20FDRVWLGYTVpsZZ8c+Kp0uXNZKKqoaOb6/AmvLGY51NHPs9CHamvfTVFJN59Eqqo6epKmskAIJMHnqzUxlVQmHDldhsVhp6Gih5eB+KsvLcRaUUtRyhIOlFpx1J2jf/xKvHjvM+cON1NfXUVVkoqa1iZLSErSwD/dIF11371PfbAatbB/7D3VysMaOq7OTGpcDl6OGmsYOTp7ppOPsUeotdbQ3lVJe7qK4sorWo+0UmYrYf2Ifta3ttO0/QOeBZhwG0NC3Z4WAUY4liwrqjM9Kw4uXq1vwGAQ0AwajmYLSCppPnKC06CAtNUWUy+SOyVSI01Et14ASHA4bZlM5FZWV1DcUYjbbMRtqaWouo7TUKfsm7K4CqtqPyJjmKB31FVSKDKPRgrOolNbTJ7DZrHvzfNYvYmiapgd17I5Nbsu7wxHdCx2BvYaAesljOp3NvXRlr/me9zeHQSpLRgV2+cJ8amrkYGcrR88cprDxDG+0gkMGOy0nDnPg9Zdo3ddGk9VB0Ym3OVxTxZETpzj5yjd4XepfPttM5ZmTNBQVUmSvp67xIN98qYHjb56i3CkDqLLDtLae5huHGjhyrASjrZkTp/dRW1eU1/4UqUZBdR3tL73J6YOv8saJag6dPkh1bY3YX4Kr5hTvvX2cY9/4Ca8dP8fbZw5x9vXTdO7vpKnIRPPBDqqqqrDEwgTmxhgbu0+zWjnlzWd59ehRzh0upeDwqyK/iZZ9x+g4eIa3XzvBhe+9w9GiJk6fPsaBAw00tTXS/srbvHTgFX7wg3O89NoFDr/0KgeOHqbcDBr6thwBNcmQe3ncWsfjckY9ryOwEQRsJVTV7ufcqVO89o0TlJad4qVX3uTNb77DuaMvcaTlEK/86Lu8/ua7nO08ybmXXubV73yb1y68ycmmg1z41ju89u57XDh+mCNtMml1+DhFJhu1B0/QvF+uGU1HOHP8lMg7hkuua9v4fN4IWpvmUf5qchWTmAZy/9iTW/7xy1QqJROl+sVrJx8EelC3k3vvUbbL6EI+wqGfoALCrvwkExnikTTJxN7sY3UPNqrVDLtBZhm1XdnHT+OUvaye1rPv8d779+n14400lJqfRqTe9hEIqLMwI5Ms6WQWlT6CVa/SEdAR0BHYNghomib3UCPqO3Xq5Uzs6G1vG68Hdbuw/1Uwl4hnScYzMrjYhQ7qLuUQUI9m2V1GLDb9NGYnbhIFqBcy5VZ2dqL9us0rEFDTCmqSwWTR9uwj0eibjoCOwI5DQNM01GqdHtSx4zd9NLhOF6qZVvVWvZishMjYK8d1/5/MwsooLBaTZep0CvXmQfXoV0bKUvEEqWiAUChAMBggHImSSGbuN3uO/+X8xCwDCzW40Lakh9NEQkG8816e7rvUGQk0o8xPzpJIp5/gJQtJ4rEogYX4o9EMLRCLx5G49tF8y2oz4RDxBT/hZWWPzWYFjfgMc54YUQmgH8uvGORgks8T+K4aryIZRWqa+reqfI/sqsmLdCqbW61U6U50W9M0tuYc3Yne706bNW13+qV7pSOgI7B7EdA0DRXYqZU6RejbjkRgS4b8O9LzxxitGTQMRg0188qKLYnf7+OLL4ZJeG5y9dYIw5Me/D43ff1TsjKWJOW7w9D4PJOeNBkV8a1o/3x2NGW/kKY9PMLIJJMkY3GSiVQuKCWZJp2Mk0hlSKekLJkgmsi/2jZNKhFkbmycwa5hAok4SRlNp0WGmtXJZNJkhD8ST0k6yvDgOGMTQR6OZZXsCAvz03Rf7cUfF5zSSbEhmdObzUp9LJLLK8gyKamXwCxnhtindCTjEQmUYwTDSdKqTvbjqbTY7MHnHubu3TniYn98IURE5MclcEyLbcoXMZmM8k/K08pvFVkt64qE+qHnyXHmpCxLWvBJkFR6xZisyEwJPlHVTvYzKakTW+MhH7FAN9f7Z5lxx8QOabfgwX37JgORBFHhFXH65xkioA5vg0lD24lXMo3c1zgkQd90BHQEdAR0BHQEXiQCRqNRxqwZ/Xt1L7ITnlL3ThwKPaXLm2guoy1NaGWLFEFZtbp9e4bkQj9j/T10D4/TNzXP+IQXg8mCJTWJNxhnIWbGKIHhyvYvei/NzMAAk2MDjE1N0Nc9hH/4Mr3THrwL00xPTTHYP4p3spu++QTTQwNMz4wyMjXD0L0RJrtuMycB1/zwgKy4dTPunmBgaJ4Fr5dYbJzRUZExHZZgcbmfGUJzk8yMDzI6P8tg7yQh/6jol8B3fIS58dsMjPdza9THnDdKaHqUOaERbwCvO0h45CoDon/WO4PPO8fouI+5O18y4pljqH+YqelBpr0T9Pd5JKiL4R6ZxOsZZUJ0DvSN4Zu4S//8ggSl9xgb7WVodobh8ZWvnk+plVWfB18yxuxwN3PuKUbHppgZ7sM91c2lvjnB7R7T7iEGp6cZ6htmtu82owuTdPWNMz50l4mZCUan/Ph6uhmPJlnzq25yPMkHRcsRepJ8LlBVgeOqAPVJZO3MNllZ8cwi8wrEwhnCC6lnSiGRH/SlUGlel8qH/KlH6lVtAt4kKs23U2kiliGVzMjq88ZsD4nu1TKUnKchJW+1/crW5WUqH/SmVvi9UZ15m5WM1XI3KuNRfMp+31wCJX8tvpzdj+mffDvVlyqft1nlN0WBNKlklpSc+NFQeqm/17PtcbKVDHWMqKdGdub5uTVWKwwC7gTeqdiGyDMZwyO8uXTi0W1yPMKvZKu8W/jzpPZVeZ7c4zFU3epytb+6fDVvzp5F2Yo/LzOfqjJF+f18qsoU5fdVmpO16J/Sq8gjshXl8ov+KN48KRm5OuHLl6lUlSvK5aUux7NG+1y9lOd51b4ita9I5RWpvJKR91+VKVLlilR+OamyPOXb5NqLLap8Oe/j8opfyVB8Kq9I5R9FCsuAJ0E4kCKZeP5PVW3NGbI1UjRNQ63UZTIZPahj5256ULdO32VlxKwe6XrciV5ujRDwzdM/5SWSNWCyuXA47dhtDmxWK+Zt9RtDavSfov/KTYYHehkcG+LaJ58xcvNXXJnxyWrXPQYHe7naNUpw4iKf985x44vrDI9NSrCTIuD2MPnp7xiTVbLRG5cZvv177gzf4crAAsngAvFMipRgAAbk+sCDLcxkbzf9Pf3MywpfTFbAkmMXudEzRHfPXSb6v+RG3w0+7xqjb8zN2K3rEliKfcEEAc8CC7c/4NbkLNPBGVkRnWKgZ5rRj/+WXp+fvhs3GBwaZCajyYXIiFFL4R0cwTNxle4RCcbujhOe/JKLfZNc+fALuvtu0iUrcjdvTz8wbymXIhad4+YnHzM8MSC2DTJy9xITA1/w9zc9+O58IfZd4aveQa5d6RM7r9AXg5CsDIZnrjE4Lm3mlR0ZDM8hmJfFTQlosjKzll3yYE9lxO2kDKB9swmmhqKM9z1j6o0w2h1mXNIlXZIf64k8Uvdot7S7F2E134IMVCMy+PfNJVe0H+uNomhJx6Jfo6JHyVpd/jT7o/fCLLdrTPwkLoP7AAAQAElEQVQZ6VpZpvwdET6VblaXsnlM/B/vizAqGKh0fNGfrUhVfwzcDK3sk0X5Y5KqeuXTRnQpPkXK5ifBeaI/SiSUyg0Q58bi5PyWvhzPk9izETvyPNMjMRY8SVL5xx721MmNXM9B3YNVkD12L0Tv5YUNU9+lBfqEv+eS/9FtvpZ64VWyFX+v2s/TYrmqU9Qj5T0XH/CrshxJea7dMv5u4VvOq+zJ2aJ4l/Hl2oudvV+Lb2uVqzJFimeRlJ2KelW5yMvpknyPUK/s9ypZi7xL8qUuZ7/CQ/Kry9V+j6pT7ZfXL5ejylX96jJVvlimdPQKj/JdkZKbIyV7kSe3n89LW4VNr9is/OhVbRcp51+ebyOpyMrJkDRnh6QrdK0hQ+Gojq15CdijwfzTSXvsRFvmrtFolPMuK2OKvR3gLoNkx2UNO87i52SwwaChXkBhd5rQHqHT2HieVpeBslAv92SA/wjW7VNlLsNV3klzSQktGTez2iE6DjRQpXkw2AxYDh+l9kgLztmbDCzUUFzYyqHyItSL81SwlpVoQmJeYlNuspEY5ac6adjXRnFREU5HIXarDYtxubsjjMedpMztnKwuo8KUJiwrgP6ABIvGIozl5znSdIITgV/TMz3M1THBXKvmVHstrU0lGA2dtLc30tjRQElpGUWo+goqahs41JDFZsvgSbqw24uwmYuoqXbhjM+T0TKYDh2l7vgBnJ4YBkMVlVXtNFeVUmR9uLOy2QDx+AC37mVZmI5RXFZKRU0ZBXYrNa0H6GiswmQyk4qn5aJnImMrodimUdjURlP7PmqKy7CnLNidDuwOM4ZnHNipvlA6DIblWO+dvMR0ZOU+PDMSp/9mmHtXgs+Uuq+E6L0epvtqaEmPyvdce7C/lg19N0L03wrTK+ny+rmJBGolaXY0viRP1XdfDYqO4IoyVa7a90kAo/JbRX03wiy3X/nTfztCz/UHPnWLf8p+VbdZvb0iR9mt2j6pjEfpVPaP9cZQNq7m65bjoU+Oi+X+reZZvt8j/ars7BV/+8Tu5XUbyfdeD+b60+9JyURQ9H5/5/tS0o3IWM4zdDssK05xmbjZO+f0ck/VCmVYVllDQnOjUcZ7whuiiV7hW6TJ/sgj20xI/USf8CvZ0mZyIEKelspVndDUYARFq8uVDNVmefn0kPCKrPGeECpoGFeyRddqvnGRq2iiP8zy9qpMkSpTpPKrSZUredNi16S0z5HoVLLW4p2SukmxQdmSr8/JUGVih6pT8lRZvn55qsonFnnz5bmyPH7LZEwp/8WuB3wRcv0iPPkylar249J+QuxXmCn9yk5FubpV/KrNWPd9THO4LqtX/EqG8m9S7FT7iv+RJP0yPxYj5E/L5Im6oyw/Avde3ihBnb5St7P7fY8OBx/faeqptnQyS1KW5B93qhc2H2DfoeMccT5e7rbgCE4w2vMZV8bHGXYdolWMMgtRdwBHOk7q4kfc+ngcw8FzHCgeYmzkIp/1jTIvq2El1TB081OudrvxOivAmmHsw99z6fdfMuTPEvQNMj8zxIQ3pSQuUiuNZi8pz0V+e7ub4agR58EO7FkNg1+Cq+gCydQI00X1JMNWmov9kt7jt59e5ZPrE0RTGVb2QUKCqnF6r3/MZ4MQzVTQbAkSmb1G73SCmPQbNe3YDdLq0ofc+G0/7CvE4DKz3maU9tF0gsmpZk63R4mZE/gyZlJYJIRc1spoxhybJRiYpjdeQFEWjEJ5DoMpCSYvfVdGCAVjPMv5Ls0ABpl84JHTDuzaTdM0rHYDrccKOPVOGee/W/ls6XuVXPj+Gjqk/JG6Vb2iVfY1HnBRVivH+xHXs7V7ld4Vtip/Vtl2YdV+jn+tskfJzdepdorUfj5V+a0ikXnhB2v0SV6+1Ofsz+9vJFWYKNoI7zKes+9VUFJtpazGSudLxZzP686ny3g3YtPxN8uo3+/CYjfu2nN4I46V11l446cV/OH/2rCj6Hv/uoaDLxXSdMCxo+ze7ji/8ZMKaltttB118oM/r306bP+Xet76WQUN++1ynhk2cjjuNp4lf7IyUx+LxQgGgySTMo5ZqtEzOwmBvX0UP6KnZLyIQVZa1ItStBV8VirKK/jOdzqx1bzMgZYSGmrKqW/o4NyxZuEU7sJTtDdV0Fguuy/oo05QRawKh3Lm2Epk4NHBsWMnefkbp6k7/zJtdjsueyttnSe48OpZOk6+zvnGUo6//jonTr7K6xfO8faP3qL95R/ycvtx3v7xtzn76rc5tf8833jpIK0H26lwtHDk+FEOdRZhXOjj2mcf84XQ55/1Eilppu38Nzh/7Azf+cmr1LV9g1dfOs/L50/Qtv8gjXVHeOncO7x/oYMjL7/KgZMvc25/Mwfaq6l46QIthUUUoVbamjh8pARNK6W6qZOTr53nUMdx2ms7Ofv6UWqKTZSePElD4zlOtZ/gldfOsO/UN3ipqYbzb52irW0fzZWldLRodIttXwl9/tlFesMuHG0XeLmhhuPvfI9zp85yqqOeun1Hqez4Bt/pMGPrOMeB2hbp833sa62kvTTOePoVXj9eQ33zUerqmjl8oJKy42/w8r4qim1mtBzgD/6p738lJehMp5dFgg+qN5XLSMSoHk+638+barormHPnqAS1FrsBe4EJZ9HOIousihvNhtxgYqfZrttreuh4cxSaMJo1TEI2h/Gh+s1iZi8wYpZjRB3nu+KEfUInTIJnQYmJkkrzjqKicjM2pwF1nu8027ezvS65x5utgqtc94sF46extbjSQkGJOXfOauztTdM0rFZrjtR36/Y2GjvXe8MzM32HC1YnuCbo3F8JWe6MEYfDSUdHBSZXIxXFdgrsFhzOQqqqiu8z2mopK3ZS5Li/u33+K6+MNBw+RPv+w+yrq6eluRJHfSMlJjMWQwHF5TU0trdS1dRKg9NIRWMbdfX7aG9pYt+BVkrqD9BS3Ujn0U4JnPZRW9bAvrZ6KuurKbSUUFNbR3VtJUUFDlwSiBUIFRa6KKttor5xP20NTRw43ISroIHG+gYaJNgqLa+iuLCWJgmY2hvLKKtvprK2lbaaCuqqi3A2NFJstWHDictVRH1bFTWn36KzrpWO1gYqyyopLqigobWeErHZUVMj+qupKa0RX1qoam6n3uWkoaUm9/hmsbNI7KzELrbdt6+AwvI6yqoaaSm1UyYrr/U19dSVS3lpFY6yFjrKDJjK6qW/m2htkP1D4sv+Q9SXNbG/zkVhcRWFhcVUVjhxVLfRUlWI3Wx8KKhDNrl2okiyT/XRpLWSo6FJTv/oCOgIvGgENE1DM2hsxSmpJmxSiQwZ9dgIe3NLyQSYmrySRYS9CYDu9TNHIBZOk4rv7fNMgaxpGmazGaPRiKbJNUwV6rTjEJCwZcfZ/FwNfvr1lOdq7pIyTdMWT0xtqex+xkTT4TZqa8slSLpfsuX/TU6c5c3sP36SYznqoKFcgpx1FG222FJQSN3516iz2bFvtnGO34LFUU2z2HZE6Njxw7TWl1NkzlU++p+xkJKiYqrrmyhrOcWxCrCZHt1kea3BCCaTxsOTBWx60wxgkNVkJN10Y73Bi0dAXVzy9OKt0S14WgQ05JorJOejXH552k0FMiqgQR0jTytsB7ZX/ifjWbJ7OKjdgd2240xWkyfqWNtxhj8Dg/UVumcA6nMWKbef56xxx6nbfXdUo8WIwWTYcT2RN1gzGDBJQGeSkZOMo3jem8Fixepw4LBKhPa8le9tfZvwPisrHGr2Nb2YZsguvuBHMjk598/s7P0xs9zVszKCzuRIymQ/nYiRSKZIpTMiI71IkpeGijcrPJmcJESkFC7mVZIVXelkjHgiSUoGpStrFYe0kSQrMu4bIDub/WRSpMU2+Wy25eb4lY1p8SOdRVzZXNtHcgsqmXTu508k90jOvVipHuW02Az3J272IgByUKTlmFPXeEUPQaCOS+HJlUs+d2xK+qDo/vGaO1fJkE4kSMQTJEVmnifXdrv9Ex8yqZRcU9JyfmeRS9ImLMxKu0yuXb5RJp1GUX5/V6cKu2SUeFxdrzKChXgrZbn+lmuy7D30UY9FWx1GWaFa8yh7iH+3Fmiahgrq1D1JEfq2IxEw7Eirn6PRGtpz1Kar0hHQEXh6BOQWLoOicCjIwsKCUIBgMEIyLiQRUCalBktCcpPPplMyyJMAKxElGgrkeEPhCIl0FM/gdQYn5pjxBAnl5CxIvZ9IVNoGIsSjMSJirLoBpkSfSmU0haJ0LIhv+Aq3eseY98ckMBTGVR+5h6I9zaN6gSk8vhC+6CrBW72bTpD1jTDlSxJJbKFwkZuOevBEM7k+2ELJwC6QJodxVkUqku4CbzbtgiajE2ehEYNJ7sHyeUhAMi2nWoaUnMdpOY8jch5koqlcWTordXKeR9WxFYnI8bXA3FAP/XcHGZqT81GEbVdY03It8U9NEk968fijcs1Ji7Ub/SSJxyJ45yP3AxppFp1zE3V7n3juSETsmI+aSPMPXeVW9zAT7giJRJqMUEoFdrFoLrjdrv2+HUDWNE2Om2yOtoM9ug2bR8Cw+SZ6Cx0BHQEdge2OgLp1jzLQP0pPd4BUwI37i7/g6+kAw7d+y53bV7kxNEqw62/4P++mGPzqCiMzk8xKs0xwnsidX3MxWkXSZMZmTBOfnmL2ytf0yuAgLq7P3f4lN69/wV13glhogi/+8pf0z3npv/wldy5/RVcoxmTfMDaHh5uffULf3V7WfZ+YJgJXf2SgmkkmiKpgVAb2SRnAJmMxCUzjEiDK+qAEqLHRz7g1Mkm/N0kqHiUYTsnNGNJLvAlSwrokOh2X9hHCEoyGYqlccSqeIiNMitJRsVDNcCvZIiMlKxtKZzjoJTv+j1wcnmfYF5fBZoasrNwlo0Gi8ez9lYRUgoTYFxZ5EiKDBMmRaIK4yM4pWvqXwn/rmgyuu+gVjJKhBSKprAy+UiQjMZS+RCpJVPkifos3JOMxYpH4fb+TYr9Elsm4l+HBHi5d6iYmHZKVQX08HCWeSMkAPkNSCpPRANFkRkyJk5QV06SsWCSjYaLRBaJqoLccmyX7tlFGjgvtaYL+beTKk5oiY8x1my7cuMHwxDjTsUk8Yxf5i4/mGP3ocwbn55kPDzE2eJW/+u0oXf/5L+j23OG2O4VnapqFwY/4P/7qnkzO3D8HWFfDM6xQK9SJGIFQSs4fuejIuRmLxonE0nLsxhi5fksmOwYZGJljalKiVQlSM3LsB0JJOQ+ypCVgTQp/Us45OcQfBGyL52FAzgllfUrOqYnr15nuvidrlapkd1NKrl+jd4cwmefp+vorPvmrX3Lnxpfcifbz81/eY2Yu9ACrRSgS8QwpATF3uVks26tJfqVur/q/G/zWg7p1elE98pBKZGUwkZZZ+hRhf/KJKCTtQjLDrdL1ZAS9CYKKRyjoSTxSj+JV8pQsJTMg/CpV+3mKBFK5i1QqmSUSSBKUQZ9qs5xXlQVFb77Nk6RBdxRLigAAEABJREFUkRsUGUq/kq1I6VktK8cjvq0uf9S+wkPJU6TkP4p3vTolI6db+iAnZ5kNSmZQ7Fepap/nVfm1SPEpGYoU71o8qkzxrYWBqgsvpFDHlLqJhHP98ui+zrUR29dL1Y+lJmIZMjIWX+cw3t3FMhaSD1l1N1aZJW9lNGw0oX6/MJs1yKDJis2skfbJgE6CjjnPGCOjQwwNjjA5dpeBwRlC830MdF3i+r0+RqRvjMYI492jhCIZNJsDi8mIUYKctNOJ2TTNvAQIk9NxQqOTEkRNMtvbw+DkqMgcYnhojjFPhrgMqIxWA7FglHh4cZTFRrYM3slxui9+IXLu8elX/XR98iu6795kSAasC3O3+PjyJJOTQ3gXehkYHuTujV7c0xf58p6f3i9/Q/e9u+JHipRAsaRx7jr3em/x2a0+5m7/nq+mvFz74g4TU2OMjY1w99PPGb3593wyNI97tpu+vj5udk2xMD9NODLP8Pg4Y9cvMTjYTb/fz9zwEIOf/I6u2X4u3e6l6/oAgbkJArM3uNg9J/hdFNuGGPAvWSCZLAm/j+CCn4WAF2//XUYjXu58/hk9XZ9z5e51fv+bS7iHJKgeCXLn1m1GBu/QNzLI159e5tpHnzE6MoIn4scjK7Feb5i09EV6YZK52VtcudPD159dZvDi33JF/Pr0Hz/m3r0vudE/yKWvexj6/Ofcmvdy/fPLTE1Ms5ULj+Lcln4y6awcW5n7x/eWSt4ZwmT+RO6/GcEgKxg8bHMqGCAqQU08E5fA3c+03ItiXr8E7AmSstIejSzIKnuUkEzIhJIhIlkLJlc9lQWllE3dICkXzszDYp9LiW9qlt5LN5mQiSRfrI/bt4YZuHuL4eE7fHUvJJM5wZwPkVhCriNu/HP9XP5iGM/El1y+N8PNLy/SffVLuuaTJJed45nYLL65Ibr6fPiu/paro+P0jXkIesIPBTPPxdHnrCQjk2GxcAzNYshdcyNzXnwjw9z94jKRunJw2B569iot4ySJsdkIQM/ZneeuTtM01BMnip67cl3hliBg2BIpu1BIJpMlKrNo8xMxJnpCjD0hjat23SFyqcqvQeO5H9AMLeoIL6b5/ZXpePeD+nElV9EqmVODYQnm0kSCKebGYjnd48KTJ+XL/fwDWapss5SXcT8N5fSsJWN8mc1r1a9VNq78ypPYvhbP48ruywjn7MrbmG+j9lV+KVW6pB9U2Vqk+JbTWjyqTPGodC1SP4aqjqnwQpL5cdUv4Uf29VoylpfNDEcIyEpR6qHVkF14Qm7WJc2A2WLCYrEukon7F7sovlQhqaCfpH+cvmglZQtjICs9BqsNm92OvaAYW+1hDlTZSU+N4/ctkLQoORbMVitG7z1mU1bc/hSxkS48sXkSlUX4BwYIJmOETA7CM1GyyTAL/ixlTU2UVlcs6mcDWwK3J0jfUACzxYxvfJTpkSH84SDxWIDQ+D2GE2YyRgOG6JAEdz3ckEDM553HKytc7ulpCUbDZFQgumzAR2CEOY+byUACLTrCHWkzKIGrx+fGI23He4bwysqHV7CLzvYxL7zerBlr7i2uGprRgiXqJih4DcxOMtA1xGz/bUZ9EXz+OTmmh+i718/8wCVuj00xOTuHPxgmtmLSwYBmMGASmWYtDREfXlmBGB+cxBuYYTbgYah/BlNymPH5Ke7c7Gewb1Tw8OL1BUkEpxnq7WXKFyCGGZME70aSRMZvMzw5yN3hKQbuDeEZ6sFjSjMpbQORGTwSAEz0zeHp78VvtpKY7SMsuqIvalSPvm0YAW3DnI9kNBjNWFzlFBZVUkFYBvcrZoIe2XarK7OpKEH3JPdu3mNu5CrX+0e4NzaH27uAPyp2yWdJZ2ga7+gdvuiZY3Z2FncghnvGw4LPR0quccbl+BgTJFJB5mXCpu/GICFZ0dNMBlbwLAnehRk1E5AKE/SnKa6ro7axCFN8nrnpEBGsZDWj9PtKv40mTa5Jqmw56Gp/75FBrs0qoFO097zfUo9fmDDDC9O8AxSrmdJEJJUL7mISID0xyUDrUW3jUh+XAFKR0vdIXrFH8eV4pE0impaVgNRKkvJ0KkMmlSUVT8uMldRLWSKSXuLL6RS9OTlP6NtyGUq2oiXblsmML7d5WfmjdCvZyrf4Mpsfxb9WnZIRF92qTtkWEwxUPk+qfnl++X6+fHmqZChay8flfKv1LNWFkrk+Uf2SzPfLBvFYkrGMX9mbSsioVNsBJ9OzMlFu4vLZoHS5aWfnCdJCicVKrSvOrOtVDmUnSEnw4qxsorayjCKjgZSziSPHayVo62d6fFLaKBVZmcVM4OmdIJG243IkMYQH6Z0NkT11FpvHj6u6CFt9Odk5H1kJFONREw1H9lPVXINRidgQZSRMMZEwFOMwl1DqyGAsrKG4opqqApESCmMqtWO2WNEkIIrG/HiSKcLxMuqrHNhLmiivrKK6xIp5lT6TBGxmCV5xFZCVwaNFi0ugKANJkRlJ2jAYG2huLseWTWA0ZbAU2iUAEz1yjBVV1lNXW0GBNY5PBqSD4wsktZisjLgoFbtM+BkcmpYVOB+RqJugVorTUUy5g2WbEYvViIwdZGbcgKu4ADQRbi2hoLickpJSCmQlpaKyApdBBmILMRa8cRmMmSlvbqCp2cWCrLzM++IkZRXWpCWIxCMyG9/HtC9KQFY20kkwmMqoqCujxFVMSaXIdTlxCb+mWTCZNQpdSECYlVVctu2maRqaQSOHD3tv08R1m8Mgx6GGZnjYf6MlSTi4wNykj0AgjrPYgkXOyYDXx+yUX1aXUzgKLOTxS8kEgm9miHG3G0/JPoxrDPB5TpvDZaKgECa6B5mfnmM+EpDJIRMYi2motmDMRnLfX01E46gJKPUI9LwEgt5ICRVlLooqaoTqaJaJJ6vYrAmpj8HuxFpQgD2TwB0y4zIL2QyCoardC5QFuQDEo0bqDrTRcqCaQqeRgn2dZPuGiS+EkGHRCiAsOXwEQfmsqNhjO5qmyamiyT1OMNxjvu8mdw27yZmt9EXd+MtqLBx+uYjXfljO6z+ueGJ64ynaPqR3A7LOv19GZb2V8joLR18rfmK7n0T3Vrd54ydPjvvjbHljA1g+TsZa9evJfeV75ZTVWqhusXFsC/rl9DdLaDzgwCo3pa089neKLHXrUQGyegQ1vfpOnXPChFECNJPMxCKjQoPFhllzY7QXU13VTmfzfurr26g3BIiaZ+m+8xkf/8Nv+PiTK0xM3+DLm1foj1hJGgpxGIwYzDI4yobonqmmrf0o33+nmQOtFgb7LNgaj1Hbuo+W/Q1UlpoxxsJYS9vZf3g/tSUu7IacQRv8Z6dSBqcN1rtcvPsBI8YmjNZS7EYTtiIHBfUleC5epGdwjrCthZqiGloyQdBSGG3is9Uifhshk5bxTZxEfJHSaYLuaUa7eunujcqx00R9dQL/fB99ErjOpSwS8AihUdTaiCarglOXLnHvtgRM2EWmAaPJjFEGjEaSJArLSYnejMyEu4MShCbsVJdasB46SIFMWljjSJssWWPigQ3JNAZ7kkjAz/SIBH8mC2aDQQI9c062yWTCajWBQfrKtI/OJhelFRA0GIlL4O2WALrSBWIoqUSYTHCCrukA8wELDmta5uJjpMXvrPS1CQMWmxmj0YzJZBRKkIxP0H/7K67OFRHNFuI0iaxt+lETNurYVsf4NjXxhZrlqooxNdzHl7++S19/iM6TpZS1xhm808VXH/QwNROj7UgpZocdk8FMcuYudz/9JR9f7iJx6hxGs0WO9BfjQiQq50AwRnOVhVDTaWptFqokkDOYsphtUGB0M+W3Enb7iFuloL6Dg+kFxAu5FhgwCb9RjmnkWE/K+R3PkRzfKUCzU+go4GSjW87zLu6MBfHGzS/MV57jpkk/m4r30SHX3cbKIpzmcgrLTnHq9Dner+rBkA0gc9krLFKrUpoGmib/2NubQa7FCg9FexuJneu9YeearluuI6Aj8CgEdn9dVmYVIZtRqQrxVnvcRueBVg4dLsBUVEnlO/+GN5pf4/2X99Fx/ixV7ed4s7OAtj/4GWe//W/505/+G/7NP/snfP97b9Da+ArfeuV9/vSfvceFE80yQVJH7YVvcNRQwuvffZN9TbU4y47RcOZP+JPvvs9360yceP0CbY1nOLPvEN/58TkOvfUuVTY7ltVmPXZfo6ylk1Pf/ed868If8YdvtfHyu6/S0raPAmstxa3f5l/96bu88bP/Bz/5xg/5p++9zvs//Q5nz7zMwXIzhy+8RFNTC0bPKAOX/o5f/vI+fdw1jtdRT4f49eYPfsabNTZOvv8j3nhLfPjRj/jn/+Y7dLz1DoetVlzFpzj98rv88EdvcurNb9J86t/wR8dLaTt2krbD3+F7597ln/7sLd76F/8b3z1xkjdfPsMbP/o2b373e3TUvcvPfiT2vfMyra4ogZsfLNnwy8v9+CpOcvzlN3jz7BEqDr/DW9U1vPvD1zl48BXOdJ7gez86h6nqPV47VMiZd97j1bd/yLunjnLhaBMH3vopr/74j3n94GFePX6Kl997j7Pt9Rz90b/g7df/mH/5o/f54//ux5z6/h9x1FTFW3/wNu3NFzgq2B0/USVBXiuHz73DD3/2Lgfa62SQ/NjOeGEMRllRNFk0NOMLM2FbKza1vct73/kR//rPfsq7P/4pb9eYKDz8Y376o+/zL//sj3j3/fd5a18xJ//HP+dE5at870c/41/9P/9n/uxP/wk/2O/AZtJemH/Ftc0cffeHvPtHf8SbzWf54ffFlx/JsXz0IIfqS+n40b/hlX2n+Pb3znH2jQt0tl3gJ3/2fV79xlscbyjh6KmDdBzbh9nXy6W//Tt+IfR3f/tbmYiKkS3u5K3vtlH1/p/z03e+yb/4tz+T69urGF+Yt89PsdXl4ti336e+uBibqHW0tVIv18OjMslT/Y0/pL6ujoJVEznxaEYmiLK5+4g02dOffFC3p0HY4c7rQd06HZiRgWIykUE9ArgOi16sI/BCEYiG0gQ8SVkFybxQO16Ucg0NowzMLHZjLuWhzYzZbMJiMaAZjBjthTKQs8mKjhmzBC5GsxWbrL6ZnU6sjkJczkIKXU4cDhsmkw27zYHLZcdqMWE0ClltEqAZsEm92WQUmRZMVhcuWQlwKDtsNmlnxWo243BasdjtGDVlJZveDCaz2OTCbnXitJux2ZVsMwbNiMHkoMBlx+Ysxmlz4JI6u9OBVewzGzUs4pvJZMJeWEXdgVd46fx9OnH+B7xx4jgvN0tbhxOb4rVLanfhcjpxFTow2+xYxGaDwYpV8g6n7EtqshbiFBxNFgsmi0MwtEsbO3ZXMQ4ps4lOm9hgc4gMox2ntLMpu0obqN9/ZsmGlzrrqCgtEhtt2KwWjBaRYTRiV5iabVjNlhx2iAyb6LPa7eK7A7vVgtViwmxzYnO6pN8s2JReqbeqPpYyu81Fgeh3FQgWDhcWjNjFDrPJijbbVloAABAASURBVEV4Spua2PfN73JA6kpVuZRpbN/NYNAwSB+x1nwFe2NLJrNqMYo1H7E22bFLfxcUOLHL8SuXAQwWpxx7DlwFLuxyXtrl/LYUFGAx2nDIMV9QXCTnjhOHBMxymL8wEA1Gk1wfHNglCLHJ8elQtgpZ5Zg2mwyY5Xp0v9yK1WZFHcPOAgc2ucZYpN5itWC2FOAsaODAq69wQeiVV09zeF8dlQ6z+G7CKDKccn64Cl1Y5fxiD2yapmERHI0Gg9wdQDOZMFmtqGuaUa4dJrnWGDRWbAZ1jqmSPXyeKfcVadp9cPSVOoXGziTDzjT72VutySVBk7N/6YR/9ip1DToCm0LAKIGE2WrAIMfpphruFmYNNPFd4aBSdtim3rCrHq3LqkemnoHtRgkIXWX11Nbep8radhoqK6hxPQNl64g0WF04S6qXbKgtK8BuMa7D/WyLza4CSpraKNE0XowFbGoTMyWI19C21V16Uy48NbPyXdOeWswuFSABiwR2ZfVyfgvV11dTXuxEBbe71OFn4pZRAnyD3Es1uZc8EwU7RKimaRgMBplA0aNbdvC2h28Xj+41TZBRg0WTzBav5lSzGKmUrI5kM2RkClE+uRMhk0qTScZl5SSOesY9kUyRTu+GEyRLMp4gEo5u0W/dCCbxIJFYivgzGtCu7rPduG+xGbC7jJjkprQb/XucT+q8U+dfRp1jcjo+jn871suZQFb+nottBhNGmamWif7nom67KdFkwGI0m3MBnbbdjFvDnlzQn5GjI7sTrF3DgS0oMskqiroXy3hzC6TpIp4rAjtEmVGCOaM6zvbuabbUU5qm5cayaoy7VKhndhQCErrsKHufn7Ey2pKYjdyAcYXWNLFYnPHxAKmIm3lPmEBEgrhYDJ8nQCoWIuyfYnbei2chRkIFfyvav/idrIwWMukMGUnVwBg1cJC8GiBnF/NpSe9bKoOKTBy/283U8AwxxScVWUnViZ8jyaeEP5uJEApGCEeSSqRwPfgoviWdwo+nn7G5AHOhDBlpm+OUcqVX8aajUWKBICEZsIsF0g/3+aRbchcdJStne67hyn8520RWNpMgkQjj88VI5fxF2t7nVTru5/T/OxeBbO7YSackXe9g2MbOSYyBmjgyyCzxNjZTN20zCOQuUJtpsD5vVq6L6dzjh0ro+nx6jY6AjoCOwFYgYJCbkhobKdoKeRuVofNtHQJ6ULcOlmqFLR5No37rbeVEepyZmRn+y1/eITrxIX/3m1tc7Zpganqci18PiTS5AXu+4nb/DP2zsrsNPykJQGOhEFEJRpMSdGajCZKxCFFZNkskEiQiUQlU7wdm2WyKeMTLeM8Ady724g6HicsAOikyksmErESmSEcjLIQTZKK3ufp1F7fueIinVzqeVm/nEp2RcIxEMkl2/EOuDIxydyZGWPRmM2my0TDBcFwC4STB/l4GPvuSq+EkKQnOYqGIBNNJ0Zcmk4pL4BwWPgn0BO4VmsS2lKwoJpSc6CTTE9f5x18N4Q/ECMcyJFUAIAFfWoK8Fe30nR2HgKZpmIwGzOoRVJlpZaduq4/hnerHXrdb9aOa7Ve0BVioYN8sq/F7dSV+BYQK2xUF+o6OgEzS6iBsKQKGxaBuS4Xqwp4rArs8qHt6LDW0RwqpZ5SRyXG+HA6jHu8xO4spLHJR4CrEZXdgfUHfH1nbaHVnTHD1F7/lylcf8/n1a/z1X/yK/t//v/k/b4wwMnGDa1eu8qtfXmTy0l/xX24G+Ornv+Lq7Vv0BKJMjk3T+1/+gq5IhLu/+4C7X/03Prl7kb/93TD+EaFEhIgEielVAR34uPfZJ3z1299wtecG/+kvPmNagq6Z6SnGvvqQu5/+LR90f8H//td9jHz2X/noWi9XxxOkUklSEkQO/Nd/z6V+Cc4+/orP/vqvuffV3/D3Q6P0zKSQuHTJ1XR4gfnf/gc+6BvgV3/1j3z10RcMSbCYSKbJGqa5+vkthrovMz/fS99IaKndTs0k4lli4TRqNn+n+vA0dqvZRLUCm4hniEXSqBfHPCkFvUnCC6lNyVATPopW6wwHUoQWkjlZKh8JrS03JXZnZJIhmcjmeFfLUbKDviTrtV/Nv9F9JTfkTy7pjITSoiO9tP8omx+lQ7XL+70eX0SwiQbXxmO9NqvLle1Kl7J7dZ3aV/7l9Ihfav9xFJH+UfJW8yk5oUfgr3Qonny7/LmYTmRQE4L58idN43JMJ0XWw9fTpzlrdl5buYQTi2ZkgjW9YVLncsiXIuRPbbhNJJBGtVFp0JsiKO0jwfSG2uf0yfVDtVUyFEWDmdxbFVNyjkc2ICcnY5m9ynZVtlZbVR5S+lbJzZUvk6HaKj5lj5Kn9p+UVstW8lTZevLUOaV4FCZr8ag6xaPqVKr2VV6lj5Krzou0YJpKkLtmqTZPTinikRRJuQbLwvjOOzmegcXqvqroGYjWRT4HBPSgbh2QDTLzb5EVAKvTCI+I62y1nVSZkpi8g/QmNAnsjBiNBowGIwaDAYPGNtuyhMNil6WCUouJAvcIE0EnRbWlFCSmiCZjhKvrKG10EBvtomvMgtFYRmOxA2c2SczrJSorXdFAAP/QMAGfF625jsq6apxOJzarC5vZyspYNi03ZchoxRQXFFPu7mYmncRYUklNWSEFaS+zU4NMFzdSsK8CQxyygQw2maU2WkIMTRpxOipptGmSaiwUuDDevkjvfJiFpApUFcQJYokFbvWnKSsqptScgEyMlNUucgqxm8tpNPqJTA0zOushU2BXjR7QDsypR/fMFg051NiTm3R9JgXTAxH6Li/Q9aXviannkp/ui5trf0/0KVqtt/srH91f+XO2qPxaPKrN7GiUgDvBzGAkx6vKltM9kdFzaYF7X/rXrF/Ou5l8Xm6+jbJPUX7/UTbnedZKlc89Fxceaes9waZLkWC3loyNlCkdStdym5e3UzoULS97VF7hq3xezZPHSdWvrlP7SsdyG7q/9hPwJFiYTzLWFXokDqr942jgeoD5sSiZtBzoe/AEz4rb0XAmN3AfuBniyu98G6arv/dz9UM/1z7ceJsrv/dx7SM/Kr3+kQ9FG9Wp9F0TnYr/quhUdOuLBaaGYnimExuyOydDbFYyFClblA8qv5quiq1X18BjtQzV7priFZs2hcWasgUfkaNkKlLylB0qvxYp+5Ruheda9bn2i3qu/k71lWAv+7lysXmtNqqs70YIv5xj8xMxbn56v40qfxJSNt67HGTBnZTzbA+eZMtc1jQNg+H+i1L0oI4duxl2rOXP2HA5vlGD5sc9+mIoqKampoamCic24zM2aqvES+AWXPDijUZJWopxaGWUl7lwlhSJDzJKDnjxeTNYipVPUSJBL95AmJSA4ixCBhr9jEyFCSSNZCXQi3rnmJ/xEEyZSUtgFQ37WYisenOFTKtFgn7cgQXi1iLRacApq5nFJYW4Cp1kjA7skVkW5mJkDCasherQjOOdCWN2aQRDHryxLElDATbNQDrlY94bIZ5IL6KiYZDo226MSKDpwRuME0mbyG2RGTxBKxU1GbwLaSYmjJQVW3JVO/mf0QhGs3i9/WYOng+scjwaBANXkZHSShPlNeYnpsp6CxW1lg21X9Kj+BWt1itlFXWLsiRfXrOYX8XnLDCiXnaj7F+SuYynQvKVdWY5bs2bs0varSUvX6bkVtQ+QuYjbM7LWCtVMhWtVbdU9oSyl9qLbxUKk0fZr/DO6XmEjyJnuczyNfjzOKl0BW++rWqjaHG/rNqMVSairA4DhaVPdzwqfSUVJhxyjMg4i726Kd8VWRyCRaEZx0apyIyz2IyjyMKG2yjZqk0ulXabaSv6HIvkLLaIbgs2lwmTTAyrMcSGbFhsv8Sr9pUta5Bd2SZ6lnjzPKqNovy+SoVX2bRpLFTb5SRyVshYvb+cV+VV/Vo2qjpFql5RLi99tUHszXYTuXcHGcBWIO1U+yckhaNV9ZNZQ24n7OVNBXIZmbBPp9MyrpMZlb0Mxg72XU6LHWz9szRdjmn1ohQkXanGiMPhoL29FJOrjvJiG5VNTbR1HuJsQ+F9VmsVpbKyVWi/v/u8/yuTM5kscn4iZ+fD6lNxomEfUbMV+/5jtNTVUmEyYS5vp7K0lNpUmGjARcP+/RzvdGAxp0lYbJTvb6L+UDu2SBBjcRVF+45QU1VDYciL371AJFVEkQRjNkuYBZ+HmbFxxnPkxr8QJBJZIJxOYeo8TW3FAdolkCwtK8Je3UFT4yGOWtwkfUYKy5xUdJRiE1scESvth8vRiBCxFmAuqKHGUkjZ4YM02OPE3dNM5nTM45ZAtOlQKcl4VILABPGUHaulgMoy8TeZQSvKENKKJRAso8z6MCw7rUSuvRLcZlAvVNhptm+FveombJKgtm6fnQNnCzn6StET05GXizjyFO2fRHdVs42icjO1rbY17Vb2PAu78nKfxOZHtcnJfQ4YPm89St+j/M7XHT5fmOvPkkozLYedqk+fijpOFlDVYEMFBVtxvuw0Ger8NtsMWOxG6tod7D9b9OzpzNbpaDteQFmtVe5nliez+xG2dAoWip4LJqLruejJ+5tP19Fb3+GQQN2Uw3XfiYInwzYvW3Q1HSzAJQGlmjxgj28qsFO0x2HY0e4bdrT1z9B49ejH/cBIhUjLFVmpqqrkD356CHvdaxyV4K6hQm6+1Y2cPtUqjBqUnOVgWyWtVbL7Ij5icjoJ6rtWucBuhQ0atsomWg+e561XLvD+u0epeuN1OhwOCs31tB85w1s/eofT3/wWb9RYOfrWe7z6+rf5yXtv8MN/+g4dr/0B7595nT/8H37MN976NhcOvcIPvneBk6+dpKmwjbMXXuLsqRpcsWFufXWRr4UufjXAXEIw2n+G186/xo/fPUzhsZ/y5qE6Dh9qpar9Jd6UAPH9n7zBue99n5cPNnKgfR/NZ9/gvTMttLzyfd48+01++PYpzr1+grpDb/D+hff53rEs8akuruV0XOdmr5fMK3/EO6+8zGvH6mmsrKK66iBv/uA1OusdmGQRsryhmoaOeiwrMNmZOykJVOPRjAR20uE70wXdah0BHQEdgXURUPfgvXF1WxcCvWIVAppBw2wxYJZVUE2T8RZPv+nHGGiahkkm941GYy6Pvu1IBPSgbp1uk+MbbYeio8l1zmTV5KKnYZALIEubVEg4c/rdsxJMNVGwVL7FGWsp5a2neOvHP+QHQj/88bf48R+/w8vnD1LMFm2adI6zhSOvvs17izree+co9eKvCtjqX3mVQ2fO0syDzVTxKmePH+WlTvuDwh2cs1gNONTv1MkNbge7oZuuI6AjoCOwJgJGo4a2Zs32L8wFpJntb6du4f0HmtRE/o7AQjdSR+ARCMjI+BG1e7lK7iSaprEyKGLHbGL+fVuXMvd31X+ry4rJanqGN0sNzWDEZDZjzpEJm9OKxW7eWp2aAaPMLOV1mExGDNzfTLLyaLPbMd/fzf032a2YbSbh3CvoAAAQAElEQVRMEvjlCnb4P02Tm5H4sFdfpJB7NHonT7HKgE/13cOr6dKp+kdHQEdga+8XzxlPNXaQW9Rz1qqrexIE1L1U0ZO01dvoCGwnBPJjYGWTTssQUAOtVDJLPJZ/Eceyyh2e1SSo0TSJCJ6jHzmdovd5qdQMBnK0TGHOBu35+r1M/TPJKnc0wzMRvf2FPqorM2li0SjhcFgoQiQSI5WIk8pkyaYzZOQEz8jUbFb4ZJdsMkE8GsnxRmOKL0FgYoDJOT/ehSjRnBwlK0wsniEdjpOMJ4gtorT05XKRK8JJJ6IEp/sYGJvDF0qI3kXG5YnYn+s/SZcXbzgf9rAQFD3xDbd47oyJYIiwf4Hoc9esK9z1CKQSZNJpObeyqPMv56/sZxKJxXP5/vkaDsfklJQZlBzD8/uXO7efQJ3yKez1kEwHCYYTcu16CtsTIaLqOpV6AkNWN8nESMb8uH1pwXN15ZPvpyJeFjwzTKmflfGHpU+f3N9sVq7N8TDRSFiu5XLdjiVIpmQMJ9f6tFz/M3J9Xj0PqH4eQX0vfXX5k3ukt9QReHEI7NXh4ItDfFdo1p3YPghoaJq2fcx53pYo1x+6G0uBBGuJxCwT4zOMjQaIBhYI9F1myBfDPd7L5OQ4Y24v8albXJ7M4O4fYc49z7wMAuLBBaITd+maDeMOxSSIixGZk7q+fsZikk9lCQzfZmR4gLFwGjXQ6b/cxXwwwvzIMFMjI0zKoGKm9x6ewAx9Xf3MTM0jQ4uV6Ijtmkx0rNl9MgjJygA1GUuSlnxaIs90MkU6lZIBlfinfsNx5g4Dk27GFjJkZD+eyCCsZJZ400gMu0JnNp0inUySVOMmGQClVD4hZeJTVhqnE1IXF53prMgSEhzTMihKqt96FB1JsSEldqnBkWRzsjOiLyt8GZGdFFl5nRlh8A2PMDEwiDvH+eBfVnjTEkgLixRmiAhms/MevCllmBTtwI/0CjJmlD5SuO1AB3aYyfGpHqbn5Pyemmam5zpj0SypuWGmfX7mwj683kkGB3zE5JzO5A/K7eKjnHvqfMmfs2RSpOTcTsrxn5agdG6wj2B8kqlZP25PAoQ/m06i3vasfFFBSFr4Fa1wTZ2Hcl7F5Dql/E5E/IRlkioi14Z07lxPkpYG6lh9CAqRn5TzPKXOfTmQ08m4BESiWjGL3HR0Hs/8MDeHwyREd0rkpeTaIOJWihJfMnKtSEh9XPxRlRm5RqSlTVquHWklOxEjKXoyaQ9z6vdqR73ERZ/PH2Ap+BI+OZlU8w2Twm52oEuuu+K3BLMLbjfz4/0EwqN0DS0QjKwd3cqlTxzdsBqdUUdg2yKgB3XrdI0s9GC2aFhtxtzJrk76HUV5v+SCvKPs3s32LvbJVvbHosjtmzxLy9SxIiOKjApIVsQCuWgJo8nN9LSXiYkkWjxE4OaH3HGHGem5yN07t7nRN8L8vQ/41Z0QEzdv0D/Ux4B3gYUFP8mx61ybM8lKnBGrxUhGgsKFvj4mzWYyhggzIze4e7eHgakF4pEJrv/DJ/RMzdJz9Rp3r93hnj/J/MQcNmeEwVt3mRicZO3hBGtsWWKhIJ7JCTy+WcZEx/zYCO6ZGXyBkKwausUnL76Rq/ROjNAz6WN+eh6fd5ppbxzP+Cju2Vn8Mssv0DyQn0kSCwfwzMwxPTZNKDrDyISH2ckp3O5ZJmd8zA4Oic45xqfcIm8Ov2+ekXEvwcA8k8I7PzXJvHuOSXeQmSm/DMA8zHsios+Nb35G5HhzfKG5Sea8XkZ6BxntH2RlUJcmEQuxMDvH/PgUHgki52/fYXh0imkZfD4weOflVGCckcGqGnTvPOu3n8XqWrmeVeHh64zI5EzP6BhD1z7mxvAsgbHbDHkDzMsqVzg0R39fFKPR+EImvpTtcola0/yETPr45Xz2SBATS/nxeXx452bx+jxMuyPMDQ9JUDfN9LzUybmWiPrlHHez4JtizhfBPTONd2YS9dM9SVEin5yebDJGLDDH7OwYA8PzeKcm8IUWcMvK3/zYKN4FNxNTXgn0kixdMrMpsvF55mZ9eDwLRIJuQgszjM948U+OycSWVya83LinR5iZHuDGSADP7CR+r5v5eS8+X4hUTvviv8isyJliZNqDf2aM2XAG3/QYnrk5vF4/AVmVm5drrLo+Bvw9DIzNyDUmht3oZ3g+QDw8JzI9zMx6xd+F3FP2i5Ifm6TiESZufMrwxDDzMiHnkevgeNclBgev0zUdJZLIIneHFXKMJg013kPfdAR2AQKGXeDDs3EhCzI5RTKekaX8rJBKN0hyEcv9aGpkg/x5vrXarS5bvb9G21g0gxropmVEF489xoa15OXL8mlex5OmeTn5dLWc9cpX8+X31+LPl6k0z7fRVLVRtJpflSlaXq72Fa1XpuoULa9fzMci2dzEo0xkyqB22TGV51epokX+6GPShMxMp+Um9WxOgO0vNSu3ezVrHYulSctM8AqLjSacThsuV0GOClw2TMKgSRtvTIIymR2eGhxjYNpNWAKmdGKC4buXuHy1i76wCVtNGdE7XTJwiZEyO3GInCKnC0dhAQ7jIHPOKjx+J9m+AZKpKcIBN8Oycjc6NcfETJzZaRkyyagubbDhsBdis9jY+MU2xXT/EF//6rcMee/w97+8xVd/8xdcufK1DEym8Ix9zn/9aJLRWbcElN0M9tzms4/vMDv6O35x2cu1X/0VV69dp0dW8FLLlSZkYDY3ys2vb/LFX/2c/tmP+Nvf9XDzykfcuPUJf/PBLT79y58LJt188LtL3Lj2CTe6LvLXH9wmMP8Zf/vhAN0Xf8/NO1/xiysDXP79ZYKzX/DFnUk+/fASt658wR0JjD/4+8/p/u1f87kEwT3umAShrNrCBGVgN3T1Orf+4ed8ISsRvniKrKxGsOay5arm23RXE7uMRg2z1YBBBoqyq3+eBwJ2J2mTFe/Fj5haCBEzWLA6HLgKXDicRRQUOCSwW34iPA+jZPygJpzUZWANdR6ZzOj6/CtGxwcl+LjKxcv3uHvjEv2Dl/m0K4xcOh60Sk3jnrzB73/by/zYB3x+Z5zLH/6OOxd/y21vGnWOy3Alx5+JBwjO9dB37zN+/lEPI9evy3VimJt3b3Hltx8wONfLL3/xOcNzPpae2k4GSU9/yG8vDjHYP0lw9Gv6uz/h59dmmfjkL/m670t+8+UtblwfIiLBZTwZ4s4n/0jf8B2u3rjDjZv9RHLaF/9Nf8nN21/zyys9eK78N34zEOPWh3/Fjds3uNnTS++VD/h61sPN33xM39AAc6EAoYgPt2eQL++4CS/0yITZVX736S1udk0tCt1gkpFVzWCvXOM+4tbIHO54Sq5ds1z+xE37sXJcxdY1BWmatpMvPWv6pBfuTQSe/5Vuh+CcTGaYm4hx9fd+PvgP0/zm322cPviPM9JmZlNtlPwP/sMMqq3KL5HSrSivX+UV5fcX01xbaa/affxXc0yPxJgZjXP5A++j7fj34peiRTmq/W9Ezgf/aYbfKD2r65bzbTD/wX8UHUqWyFWyczqWt83VCc/yskfllU2qzTKenP95m5eVP6RrrTolS9HqOlWmaFl5To/yY1lZDqc8n7JN0fL6xfzv/vMMs2MxxvvDXP6N50G/5NuqVNEi/+Ns//zv3QzcDhGLpnbIWbW1Zmqalhs8211GjGYDj9/U0MeLN3uA4mySMuMEt6zf5Jw2gUYVB177Lt/73jd49UAj9qZ3+B/+u2/g6rnCcNddZvLCZbSVunOdqfkIcx43Plmx6wv6yXzjHNztx1hqx9haD5M+MpF5xgdCNL96iubjbbmgMi/m0Wkcb8bBrPE4x1tf4UTxAtayBiqb22hxQmLYTcUrB2lsrMUVmWLWP8y9lAl/rIlDLS4Kag7R2NJMR60D+3JFkXHGh0foHxZ5Uq4GYlpZBZWHD1NcXEpqegGDo4Hq5tMcswWxZr0kS8vpbG+n1tMLLa2UnT9BZWkz9QGNo44xfvVxCGvTDJ5kmKH+FKZUmvrD5Qy5K2itbOBIcxGlhazcEvNMjQ3TOzBLVgyMxM2YLQ4cLitWm3El7x7ey2aQyQqZupBjbs/CoK3p+apCGwUlVbz6Xg3j92ZYcIdX1b+YXYNBy60AreVCaaWdqjorNz6/gefmFfplUmgkUYjRVEtHgx25tLG0yQp8cLybLjkg5kKNNFSWUF7XRnl9JwebXDiE0SCkPkZXpZxHjdTKmf/Kj15i//4GChx2MDqxFLZS13CM49o40WyEAPe3VCSG59YAhQeaqD3aSYHJiVkmDJuPNtF5vgrzVD9hWymm9hNUlznRUgPc6UnhnYxRWFRMdUMNtvuilv6rYLq6qYWag3WEZKU/bWunsbmMEmuE6QEfmqxI2ts6KW9sp66+jYb6fdRW1tPkBEvxGZpTE1TY3YTrOtGWpG4gY7RD6QXe/v6f8u7ZTlotcn1Kuiltz3LlXgR/4KGH4DcgVGfREdg5COSvBTvH4udkqdFooKDUQvNhF4dfLeXI65ugV0s4/FrJ5tqI/FwbabtC12uiV5HU58pVXlF+P5+Kvlx72T9wrpiiCgtF5WZajxZs2o4jIuvIK2L/WnpEfs6OTaQ5/JQsJVfR6ra5OvFzdfmj9lWbZfWHldwntVnJUrRMXs5HVaZoebnoyelaUSa2r+ZbXr+YP/RyCYXSJ6VVtpX9km+rUkWL/DkbHpFvP11IZaNNBsTG53RWbD81mtzyNU3934htWchOkjCWUlXayMHGBkpqDtKUmCaQmeDuna/5+Jcf8/HH1xib6eaarIDdnUkQiJkW36Kalhn0IDf7nTQ0HeA7b1bRURPl5q00hn2nqayqpml/DaVy7qU9PgmQamntaKWxpgSXzSyWbsRGxWOlzBKn0tDFxTsfM0Q1WXMJdpMJR7Gs/FVYmb54hXt9k/i0cgqthZRHvCSSaSxOMwaLFbPZjFlWizQlbpHSCz7i8SgRQ4Zg2M9CLEtwpp/hG13M+yLYawtJ+Ua5d/dLCRILwFxGldGIxVWEqeUIRTP3mPm6h/mFBM7DFZQcrWZ2QXy0NXOsxkZxYQxPykjWWkN7iYexkR5uD8zJTDwrt6iXSCyGN20iEnETCmYxWKN4Z9wy6eEns5J7z+6lktnckyLqiZE9C0IW5PMY9zUMJhfO8iMcOFRHRZFcE3nxm1yW1j3n4/Ek0VCQElMUT1k7Bdk0jmiAtHhrtYFdgpopv4EFOSciAkCytIYamSRKJRIYrUaMco4bTWY5xw0rdGR89xjt+ZS/vzLJwOe3mJGALWaQq0AiRHiun7u9V+i3NlNgdFK4CJHRaqGwtYZA/z2GrtxgMhwlYrfivdnN5esxrDUNFMZnCHRfZ2hsgaShhn01SZLGOEG5MmZMdvm/KGwxifrmGO/u5W73AmWNhVgksDSZCigvdlFTocnqZJqoxYJFrlM2kxmTIqMJuWSRnrjIhKWRiFZB+fQ9wYRNbBoY7LJCW4DdlIV1uAAAEABJREFUZsbsKMFZe5wDx1+jbeYyablOymVvhbxYKE0inkE99bGiQt/REdiBCBh2oM3PxWSDIGO1GyiWAVpVk42qJvuGqXITvKvlPmnb5e3K623YHMYclVRZN2z3cluWy1tevp3zz8Pmp9FRKQGY6he7rCw9ab8sx7+s1oqzyIzBqD2Xc2K7KcnKCkZKVtQjwTSpxFqhQDX19RU0yvlrcBRSdOKbHKpo5OTBBtqOHaO54wTnOippO3+c5tMXONJxkEMy61xTXYbTUUpleQ1HLxyjrVkCtbJSSjo7adIsVB84Qce+FjoPHGDfiZc52naMs00VHDp3kvb2wxxurufU6UaaRGZTdYUEXebcYIUNbyYqais5euYAVWV1HD7aSufJw9TUVONyllPcepoLHRXUHH6LU8dekxnp47z2ktiyr5X6EjONB9qpqKzAEHQz3XeVq1fu0113IQV1h3j19RMcf+Ms7RYDTnsBrrJ97Gtt5ej+IgwWF0XFlew/cYjmfSdprGxif5MDreI0Z2TWvaV1P61N9bS3lONqOsqF8500FFex/9ARTpw/zYG2Zjqaqmg7d5Z9TQ0cOHmE9s5GnGN3l+y4OphEK2nhpTfOcOj8a5yuNFG5X7BtrKPOYV4xSN0wZLuQ0WAEo4xyNcMudG6DLqVSWZlIWZvZ0XKKpvpG9teWUdt+kAJzKTVHz9JRV0aFtZiiohr273dhUEHN2iJeWKnFWULlvqOcfuUCLQ1nOHf8KCePHaCprpbacie1xy5QU9jK/o466js6qGo8yRsvHWRfewf1ZU7qWhqoqq/CFJ6WSZmr3LpxlRs37jA4l8RQ1Snn4nkON5dT3HSIpvJSap1mTLZCysqrOXCmGc09zlCuzU26BmcJVL/MoZY66mtKKa7roK7lKMdaKsXGM+xrOc2pA20ckHO0oeUMbx1v4dTrwn/4MO1Ncm20RJkfVPrvU9eEWyZsrDjLxEbpo5Ny/Wg9tJ+yshrKq5ppO/0qJ9rb5BpSSbGjnrrqShol8LNaizlytBlHWR01rYc5eKCTlrriTV0PTBIRNxw5JnIdWKR3C6obaDh6nqbKVo4ebKTEZUNOK6l58FHnmEEKNU17UKjn9h4Cu8Rjwy7xQ3djFQKZdBb1vTo18F1Vpe/uEgTUDH46lSGbkancXeLTZt2QuA51rKv04bblVNeUUVcnN3IJXgoOvcp+CWCO7Cunqq2JwqomOmtsVJ4+RcvR1zgvg403L0jAc2wf5aWtHJKB4vkLB2hrLMVVXEzRvnbqNTsdxzqoLCvC4qqjVAY5548d5FiJgcb9LVSUNtJSWc2xU03UyaCkUGaiTQ8b9pgSDWd5FU3HznG47RRnD5Sz71Ab5RUV2MyFOCoO8aoEU/vPvsOpzqO8dHgfR04fpqW5lVqZMKhra5YBVBmWdIpkNMz9n3UIE3OKTa2HeOnMIY6/dp724maOHzpA57EzHOjYz5EW0XnyFAf3HePskRbqG/dRWlZHW7UZzVzPweMH2H/mFB2tDTS67Nicjbx0uoYCl42Shn20HTrO4ZZ62upcFHW+xJHOg5x7+QSHjrVTLiuEeTvCVFLR0M6Zc4c5cO51Toj8spZOWttaaK5wbmoQxy7e1GDTLIH3dgxKngvs6rImpAmtpc/WeIT66lo5PkuokmPfpRmwVrVTU1JIiUUmMAqq5JhysB3H6rbCUmraj9J+/BRtJU0cOthJh5yLDTXVVBY5KJdrVbMERZ0HmmhobZHrSguHzxyhpbWDmmI7NXXVlNfUYMskiYfDRIUi4QgJSw3V+1/l/W++yrmzwtt8kObSKtrq62k6fIoDLYc5c7gWpymTaxeRdtGERsrVyZHDnew/tE9kt1Nf08HJE/s4cPo0DWUtdO4/wIFTL7H/wGlePVBK45GzdOw7wP76cioKNFlRDqNkKYqaq6mo7+CEBKkdx07TUWTK+VBaItfRIqlrP82pfY20N5TjstVQWVFOrVwzrNYiOjvrcNQfp7WujgPttVS0NmFg1SbHg7rm3x/frKwzWSzUyHWnyGbHJFXO0jIqG1soMFmpPniEosICzJpULPuYbQZMJsO2PE7QNx2BTSJg2CS/zr55BJ57CzXATcsKRm6WM/Pc1esKnxMC6saWTkrwvke/JqBpGmrQ6yo2YbbuwEuZDE7UuSrJMzlibMXVNB57ndffeD1H5w7WUiMDrJwyow1KzvL68RqaKi1SZKWovI4z3zpNhc2Cma3bjM5SStvP5Gx4Xdlych+tlc6tU6BL2p0IaGC2aEistjv9e2qvbNgKGul85XVeEnr5lXMcaquh1LpasCMX9B46e4AiCZEMlNFw+DQnc21e5szJA9TZQeKa1Q03tG8trKLu4Ou8nJP3OqfPf5tXjhzidNWGmm+aSU1ipmUFNy0TmqgL6KYl7LUG6g6zMdI0DYNB4/62sTb3efX/2wUBw3YxRLdj6xCQ8xKzzYhFZqAMxvwJir5tewQ2Z6BJBjwWuxHj6qnHzYnRuV8QAmo8ogJzteL6/E2Q64LBjM2qYTLe167JtcLskHBOu7+v/9cR0BHYHQgYJGIzWU3PxxmjFbPZwrNSl7tOySSeGuNoSwHI83FtJ2rJkmYjhJbBJGMJi3ScwZTdUBslF+HcibjsVpsNu9WxZ+dXlkwmQzSaJJtOksrIvkxoZNIZkrE4yYifYMCf+62rUChCfM3v+jw7656N5DThwALuGTdJUSDuyv9n8wl5g4Jj4oFw9f5//xizvhjBpXcwP6jeaTk1gE+p1TU5bnaa7dvNXvVosTrvEtEM6fSzPCqfjedq8sUggZRhMajalBadWUdglyOQzSD3nTS5J0523um9y3tn97inVv7UvWT3eLTSE3XqZEmRkdHboyirpbDIYoDdacZo4rH8SlY2FzBmVyrU914oAnpQt2n4E3g8bn7/u37ic5f54nIfvSOzUjZL171xsjJqT/uu0z86x5gnw3a8WKQTCRLRGIl48v5gOJEinYjl3p6XSqZIJeJE4vln+tIk4wvMjIzSd3uQhXiMpCwxpERGKpWSADdNRtqGY5JPDNDbPcTgsJ9kvrnCNysyUpkHZXKzJpXO6c6IjPv6JFxMxVgIh4lLWSaVICn52EKA2NSn3BibZdibkCA5TNA/ycWv7rIQTIh+pWAlpWMREhJQJ2PJbTeHlB/Ia5q+HLKy1za/pyF/MlOrViofPDKyeTkvrIUG6jCQBH3TEXhWCOxUuercsKinTWSUovI71Q/d7m2OgLoA7+oDLCvjIBV4PZ7UfXRhZlbGVkHi0ioZieDuH8SXSkpIuF77bd6/e8w8uVzuMY836K5aSEmnsqSSGTm0lzdKE4lG6B/wkAqN4Rnrp290gu5JD3NzAYxmGza8hGJpokkLJuN2gzjNeFcXo4P3GBgb5taNLty9H3FjfI553zjjYyPcuzuAe+QaN6dijN67y9jEEMMz84z0jjJ+7Wumkwmme7uYHrnB4MwQd3rm8M/PE4lNMzXlxu2OsXLhJMDU5CyT/b0sTHdxdSzBXM9tpqfu0jsxQf/gKO7hK3RNjXF7xI1vqo/Z6SFu9U8ydOUqc/4hescnGO6+x8RIH4N+H0OD08RUIKmuM/nuScdg/ob0xSz3bvYwOzImF6J85XZKldGKns6mlKz4JeQ4U8fp00naoa3lZqxpGkb1hkDJo286AjoCuwcBOafNFg010ETfngcCe1KHpmlou9ZzmUFPBhntH2V4co7puTlGe3q5M+AmlEgjtUSDQRY8s4RTfqano8z13aXnzm3uyfhpwudnYtBDNOJmYqifvqFpxqbdeEdFxp1x/NGkrNXtWvB2pGPbLeLYPiDKalRGIpPHDZhLnRAPehmXoMefMWC0OrDZrdisdiwWCepkwLmNnBJTUoze6WNyYpKZ2Sn6vv6a0e6L9AYihH29jI2P0DXmJu7v4nr/FDcv9zI96yUmoW1UTvDZy18xJat0U/duM373c3rHerg3G0dLSiCnZclqJjTNiCygiK7Fjyzr+yVgG7l3na6+a1zt7ePunW6m+y7RPdDN7cEx3JPdDIv84akA4eluJif7udY/w9CtLryyqhdNJEnODOOZHmU4Jpdg0WM0asj1eFGJJKkozF7i9vgsd+8OMjc+te0uOHJYyeqt2LoFH3V8qsBOvQVsC8TtOBEKy4zMvvjnk8yMxpgcjO4oCniSRENp/O7kjrJ7p+H8vOydGooRDadRP7HhmUo8dZ/OjccJ+lKoY3zHnZxbZLC6vqVkYnVhPsHcaHRraWyL5eXtG4vl7HRPxAgHUsTkmNgK22fz8jeaPiv/HqF/wzY+hW3+uTjxSJpoKMW8YPxU2IodvhmRJ5Oj6n6yRYft9hGjnIr76O0aZrBvgCEZb138+hZXLw0yE02gvugSdHuYmxjEn5yhry+Ad3Ia98wYIzJ+Ghz34feGSUwMMzE1xYQ3KPs+fCMybrt+j+lgnLiKDLePx3veEsOeR2AdADRNy60AmCwGNNbfjLUnaS6yUpEcZ0SdIeuzbp8aYwG2gnoqXS5qCOHXOmjdV0u5KYTRCqbmFkqbanAsDDAVLsVhq6KpwE6BGYxGSMajxGWWJzq/QDYWp6ijntKaahxOkWu1YRGmFUEdFdTbIsTTEb6eNVAT+hV3Mw0YfTGsgWkCWY24o5P99fU0uMzYJVjLJuOkUnHSrjIc0hdlNc00t9RTXlpEMmvHYTHKDG4GTQJJljYNNAPpaICk+f/P3n+Fx5FlCZrgb+ZaQWtNEAQBahEMxRAMrTJSV1ZnVWVW9XRN9+zW9PbOt9/sPOw877cP+zAP+zKzX29PTXdXdVVXVVZmRsrIyAwdZJAMahIgtNYOwLX2PcdBMEAQICEoANINfvyaXTv63mt2zz3mBjtZpxeTrbWZ4j+L2GcYousmVbM7TVxeC5qp2iSr7UmezZJKZOm7HOarD+b44pf+dcFJwT/5q/XRLJexwGN2XXKVx8lfyELQ9Qj+iQT9VyNsVg/luRRO/mpWeK5fr6U8lu+f/LXy3Jy/lvO80/FJaRv1751w1nJurXzWireazC9/O8vMeEImmnGufhlYd59Yzvf8x/MMd0dyfXx7DtDNaZ3JgAbJ8UiGwSshLn/iv7fw8eym+V1ZSaePF/Ts+HKeSQnw5iYTm5Qzy6VP1q/rirrd1Ff5Kfg3qdsi/de8Lt2UsXhuhXJF33/N405tPXA5SNCfQIOxjpMr0Nzw/514LJ5TH/WcDxDyJ9Hf1m2ux25F6ixk0sQNG+acZNZGe7gwkSYzPM5MShYcROVEMERoeoJAWO5JI2GiRhk79tRRVVLAvCyUOtITzF0eIF2zg/q9TTSXObGaVgotUh8WHklhkv9sGQ+YW0aTLaaIzrlNmXwr3E21gqZ2WvYcYr/nbphb5HxohIHOjzk9NESfdy/NopbEa1DbhictgdQXf+DCh8NY9jxFW1EvQwMn+fj6ANOSiSyugt7zH3GmYxq/pwzsGUtq8BcAABAASURBVAZ+9z5fvv85vXNZArOSIRvvZdifEq5ff0pqHNTsbKGp+mle3emjeMd+Svbvw+fxYJ0JgwbEXsG3CFglsgxOEpnsZtBVijdrYmVxMzHTSRySSbw4OIM/suSKoo1mlUYYucRkPIbf5sEi17RFykexNAyDtfRRHsVNbNff07UcKeDJb5Tz/B9Vrgue+34lx79bwfNSrpd2EX+Bh8heJ4/j36+gcZ+PsjoHzYd8m9ZjUZ/F8vj3KhZ4rtMni/Qrlc98u1x4rs/HK/FZU534U9tG/bsm/DvYefy70s7C74585Pxx6Qubkffsdypy7VnZ5GL/C8Xr6osr6Xb0jVLq2jwYj+ld2pB1L5vdxF1g4fBLRbzxo8p7Bq8Lr9f+pJzX/2xzPF/9k4pbeCi/127wPfG9MnbKpKCm2bEpvV//M5HxpxW8KTqv1Qdq36s/FLpV7HtN+CnftfK7E97rIkP5KY7qqKD7q0EOX320xJ5cnei0Gs3S+qOvFFNe76B2l5uX/qj8Ft+q3aqL8ltKs9q+4j31Zgml1Q4Mme89erdJGUSGhypPP35Lmgnq2FlaTe2TbbS4HPjEYLsZI+Yf5dKpDsYsshieDTHadZ3hyVmoqESvP8WNScauXefsl1f54uoAHV2TFDuTpJNZjRmFS/6zVTzwmN4u1u5+4zZUJ1WVVfzxHx/AVfcqB3eV0VhZTG1dC08f2yXYQlF8nL0tVTRXyuFW/LgrqdlxjOeffZ633jpGzUuv0ub2UOBoZteBZ3jlW29w+OVv8FKdjyOvv8tzz7/Lt998lW//+Bu0vfQj3jpygh/85Z9w4rXvcXzfy3z77Wc58OwR6n2tPPXssxw7UiEZuMt8/ptf8L7Ab39zkqvhKsp3H+bFg/W4d32HN/b7qG44wsEnX+Htt46z99B+6uxlHH+qjar6FkobD7K/fRd7rX566v+U59qqaNvbRk3zIU7saODpd7/JoZ0Gs9dO8VlOxm/58NOL9GXrqT1wnCMVFqqyfqKy2rsVm+Be6JQV29LpLFvxZTz3wr678TAEwZSUsE78HC4Tp8u6PnBbcHmExi2wXtpF/A3yULlWmyxQWExUfz12bkaPRX1ulK6cXpb1+eMG7Wp+dIuvXJ57y3M1WeqLBZ9sXp7qrP5YVZbaLb5fi7w78XA4LRjyhywkadveCXct55Sf9g2L1eRx3AwDrHYDfbJBn0pweq3cK3AJL3eBFX3SYTM8l/NQfot1DhmD+op4U9pvMzJyPH0yDkTntfLRPr+ox0o0buGnfFc6t9465aP81kqXw1ff67Xkhk25OtFpLTy0L1glALPZDJzi46U0d7N7Ke7CvgW7w8S0oiOXR27TiMxdTPsTr3Hi+Ku8feJJ3n33ME8dbaDQacMiBhc3t7H3xHd46em3+Rcvl3P0tZd44tl3OHF4Py8eq2Dvay9TtecNXnn6KC8fbOGo1B97+232n3iHA/U+4SNM8p8t4wFzy2iybRQxcTic1NYWYnGVU+i143JYcTjdFBd5FqywlUgGyonHsXC4db4NUcVK89EDtLbtpqG0jMrKIhxl5XgtFqyGC29BCeU1VRRXVFHmNCksr6a0rIbaygpq6qvwltVTWVxO3Y46ystrKCkoo7q6jKKyYtw2L8UlpRQLv6KSCmqammkUaGqqpqykkiJPAaUFDgxPNRU+Cw5XAYXFZaJDKQWFBbgMOyXFPtGnXlbOmmnftYvWw0dpqNxBfaFTdPPh9BRS5nFRUl1DkadY8Oqpzcloor6xnsLKFlrqG2nbv5+ahgYcBo/uJrZJTINhyM6ja+Wqlkk4KyuFmdwjWmlJDKsb1gdGznfro0FolsJGeSgdC5uB8DQEtLxXoPwU7hU/MKWzGYZxj/W8k34qS+FOOGs5pzwU7oarOAp3w7vTeaGXCaeR89Wd8O5+Tn/PrY8XP5qPhbGmzaK+NLg/fU7bSGEz/JVeYZGH7i9ATme0HpBhs3FYwm/NfBZptFQdloPWKyyv38ix8lFYK63iLsIizfLjxfoVSvEm+mhuRt+wLQ6Rz9e+XeSj5Qq0t+DmzhsYpnA0AAUetU2MstjwFlVQVlpBVVmRzLcKKS5wYRUfqbU2t5cCmcuVl1ZRX+6gqKKc4rIqyosKKCuy45Njh6+CitJiKoq8lBQVUlJVRYHgFLis2MR/5Lct44F8c2yZpnhQilio2VVPeUUx9vsl0uLCVVRD0+52WnPQSGWRB+da5TkK8PpKqKqqpKJ1Dw1uC87beqpcrJALTG3TDTmt7NzZSElxJVVy0alo2klhVQ322+jWqsT9wdObkWbXMllZzt+kCENcYOiFWcpNstre5OpKhe1tRV777e4BGYeGXG9yIPvb3ZytoL9e43KT7W3oT32SQrO2W8GPj5wO9/B6bxgGhiHw0Jx0fwUbwt7A5G6A4OjcJJVMo333bvh6XmnIb1vKA+aW0iavzAPxgMVmwbSYD0TWxoSYWGwOyeQ5sduQixFr3AzBs2B3uXFI9tRqYctterHUC6eWW065baaQYRhYZZnQJVlfi13bfokBEjSnJX2XSqVYgLTcqAR0MiDn9JFV3SW3L3QSbS/ip9NpMtJAyUiASCxBPJkifZOP7GckR5hKk0ln0MVioRY2OW7ITg6ymRTJ6DzBcIxEKpOrVrx7Cqk4SbkBy2d9bGWJO5uMEUsidi4hFR9kEnFS6hOxNyN+WLRvCdb6dtNJyaaKDyWTuj7CFbBFL5IJ0uL/zAqn71gl7ZEW2vi90OOOgu7dSX10z+Yw5Vq9rG/fOxHbmpNmMHUco5GT9A0ZsqBjNdc/ZGxKH4/MBwhGkqT0MXWxNiv9MRkNEwjHpR/JuJSOJKQyPrNkpf8vjOIsacHPCKD9JhZifj5ENJEircjCZy0fRVVYC+5SHLUpFY/J2EySTGZIpRa0Woqz9n2lT5OWa9DaabY2plz2c2PClClMfmSspa0MmUNZBKx3hqyFZDxNTP9NgVwnDe6CnztvCk9jLUrkce6FB9bAw1wDTh4l74G8B+6RByxWsEv60GLJXwjvkUtXYCOTIJm8RcIB5uZmmZ0NEAqGSYTniUoEpBOmZDJJQoK+TDJCWIKbVDREJBhgPhAiFI6QSASZ7L1E38gUU36pEz7zszPMBeYl0JOJ0pwEfGGpF1FZCZKiQpOSICiTkKBDICETwdm+s1ztGWRC6OMidwVFc/NRnZOueE4qdYInxcJHZC3s6LcczA+LbkH8kYXjWyaQtxzo+SWQEF/4h+j3Z8gFOYor7DLxOInxUebFnmRoXm7u0ZV/kyq4SnKT49ID2ZfTN08RmSHkn2Rk/uuqpXtf25dFSJe5QuoWkYVpVtorOztNSCbuSTlWAqVZRNHjm/vLdyJ+wv5xhueQyfLXfHUin5EAVufvORJlqLxzBw/3a4uo8XCdcAfpSVkwSUkHzi0+JGJEEllSMzMEYnEi2ai09wi9Zy9xuW8Gf0gCOxnzycAUU0PdXOqekGtBVPp4mpR0Jh23sWCQmMjLZuME5mKEwyky0SChgSucO9dB38QsIZG31nYxLWDccYaVvaXL5rqeMM+InrPDw8QSM0zPRpibX1xauRU/N1iUiBU2qZcPiB+CgQihQJyMjJ+kBLxfj7kV6LZT1T26hYpXF1y5nWxfh65GLviySvB1Z0CDukSGuP7/37RxV/xFvggm+W3LeOCOl5wto+VDUEQW7ZBFuocg+aGIzAvNe+AR9EA/Xdf76bgWJBWcYvKjv+az0QA9X/2K8+dPcaa7j8Cl/8J/vJCi+5NT9I0NMyFeyOqbV8//jM/itaQdDlzWNHEJdsZPfU6HnI8LTJz/Z86d+ZiLU3GioSE+/j9+yvVJPx0nP+bCyU+4GIoxLLLdPj/n/vB7Oi525F7wKqQ3P/r/BZPxDEm5kd6sXNyRtINmzaIyIUvIRCypgUwsRlIgJRlCYhFiAx9yvn+ITn+SVDwqWcFkbpKYkoyC4iUlSLttgT6VID3bj7/797w/mGFecBPRGLFoglggyOzlSwwlo8wHI4RDYZlYxklpxCNBckonv5L9iIkOEbnx6+QwGU9KRjIqNkgp8uKRkEyWZS4pk1Nkop2YuER/z1d8Nr5o2GKZIZ2MEw1GSUgmIqt8VY+YTGDFXhEstkaIyQQ9JinFuJQRCZwjs2HCYn8qHZfJR4xINCU2Z1mqh5xeFLJQCu/k5GWGes7y8WiGuAT3MdFfg/Bw73X6Pv2EsxLZJ2QWnJIsTkzskwXrBdqH+J0Rv2uGJav+eIh6bFXR/R9/wOWuToYnepg69z4/GUpx+Tf/K59c7KRnfo75yCxdIzYasx/x0993cu53v+DcxfN8PFvGzjIHWet1Tn81TH9/lNnuLq787Kdclel9PHiW9z84zcnzY0TnQsx3DpFsKWP0979h6Fonc9JFN+0TmVykJBs3L8FmRts3FZMxGJMFo7QMmxj9X51nJtJNV98Eo8NRGVBpMokIgVACzdylZZEoKeMlB6KPDrebOknwlolFxf4kaSl1rIaGuhmX69UvuyLMytiO6wKUQDaVRrr9TdLHcScZz8q1SFK28nkc7c/b/Gh5IB/UrdKehgGGhW27pWUCppCfEGzbJtyiim8dtXJBRSJNJJAidUtgJINXUqIutwWr1SHgxu20YUTnickkZjowztBQvwQbAwwNX2ekT1bF57vpvvQpJ89dpms+g81rMH6hQyZRKXD5cDmcOGTZ3fT5cNiGmLK5GJ82iPcNkkmO4B/spWeoTyaIgwwMzDI6lRWdUpg2OxnJIGRFP2OZ6wzTwGIzRL/ll+E0U/19nP/wd/ROX+DXH1zhq1/+PefPnaJjYpzZsVO897HIGRkkEOygp/saZ7+4zNTIH/jdeT+XPvhHLlz4iq458ctSocFrXL92ic/OD+KfG5UMZZLus5/S3XuBi9eucfbUFUISiCWJMHzlOqNdJ7k+0sFnl2cJfvVbLk5+xadnr9Nx/gx9faf53ekxun79v3Gma4iOK+fo7DjDV31DXP7V7xgY+4SPznVysXOQueCM+J0lWxp/XwcdX37MFf8MA1MRZidGmOz7iPOXT/LR2T6mTv0fvN85ytjYBS6IvD+clUA0OEfPZ+eZmpe6S51cPfcV/QOneP/MJNd//e85e72f4XAaWWRekCWBMXNnOSN6nL82yGxgjFB0jsnBQbpkgn6hq4++gGRrJEMTScRl0vtbLkkbnv/qMn3nrhBe4PLQvlX9tAa82YemwsMVLHYnZexI4njFwKO6Usa+9NdL3VEGJRXcVNbDiKOSmd4widEZkpItnx8bYUQWb0LZNEMzVsnSetjTWkZJmYxpM8nM1U/45Ff/lZ/85lM+6woRlwgneH0ed1zGFn66wwnJ8E8xPDJE/0RMMnVZzOXDdRUvafsprHR6enCMyx+dYnB0kOnoZU6f7uLaudN0dZ3h9xdCJKJx0tmkLHikScUmmRm9wkfvdzE18Ds+ujDMqd/9nguffcBkmGnKAAAQAElEQVS5ScERfcRVC2Iig4z0fMWvPhmUa9IQ/qnzdPaPin+CwjPArASC6a4/cH5whksXrjHZcYHQTeIFFlv9W32q4yIlc5x7obo+5mzqkzPix61ue16/vAfu5oF8N17FQxoMReZTDHeF6TwdoPPL+W0DPeeChGaTAimGOkT/e637qc354vq91meb8Os6GyAo7TI3nWCoc/Pt0n8pJDf72MIq4yr9+FGvNjQwshqYUrJ0M0wJlizYJKiyWm3YrJYbD4mEmU2XYUSCmJJh60w2UysTITIm7pJqqqoqKCstw1lzhCfbKmCol+nJSSI2GzYB5WWMX2Y8ZmF6Nk5k4DITsWlSjdWEurslHEoRcxcSHQ+TTQTxzyQpb22hrL4q9/polm0yh5QJ6/KpSYKZ+Rh9owaFvhIyMyP4p2eIZzJY0hEisuo+7SrA7nJijfYzNt7FhdF5ZudiaGYuHIyRFjl2lw2dq8hu7hMdG2BWHx91eXE7DAxjmI7LAwz2jRMMhZG4EyOHaceSipMRn4UlOzDZc4mLwxFsExfol8nt9YmA4CdISYYh4A9jccSZHR9muFt8NRcgFMsQ6r2GX5RJu9w47dYc16+/ZhifmWVgzKC0wIPPZTA33MXwaBf9U1MMi6z4VJC0R+yzzJOSzEPSLMCt/k+GSExcpHN4gI7xgAS1CTQzF5gLY9os2B1WbnYFcW64vwN/MknS7cFpS8rEdoTOy/1MDfYwLjSBlBWrHSyWIP2Xr0lWZITZUJT4zciQtW9Z0AAkLZPNXPZl7ZQrYkoXFr0MDGPF049+pdittiusZKxvRwXJ4BiDPWOMxyvZKYsOI5QRGBljfmoMv2EBw054NEFlrReL04Vp2iktdkg/sWEVxjZPCSUVNVSXFVPkTMlYnObqtSkyiVECoWm6RpLifwOXOUHQV4PpKEK6K5vdrBJQpmJ+Lp+5wmT3Gc5Lxr1jLIhm7tKI4UsFiI2zg5c5OTjLxHSUeDJDWINNybI7vA5kXegmRXxyjLnRIWY9hfgKvTg9JmlZ+ErHwCrjx+a24ygymRsfpLdnirGZtPhhqbBtsC/ukabDNO+NrqZcMBSE7b1hmOeS98BD9MA9GhYP0YL7JFrmA6Tl4pmIpIkFk0QDG4B5oVHYCO1SmnXyiIWS6EpWWmY7iWg6p3tknTzuZG9kqW4b2F9Jl5Xq7qTDes/db/5r0kf6Ua5dcv0qlWuXNdGt4uN4OCXZoIxMJLP3aRRsbbaGYWC1mjgkI2dajTUoK37KThI2Gihx+qgrhLmCZ2hLj6CP3hluHy6LXBKjEaLWImoaPQQkqzM5Nk00xz2jD2cxcX0aw1pIVZmBKzVIhwQh2UPH8IRjFNUU4xLITs0KhSmTLQ/1bTspry3HlJqlH534pzXwkWzM0vrcvmmSNa1yDQKn04rFW0lhSRllXiuGZJWy1hTJtAQRknlMJiNEEgmBAirLXTgKatB/LVJeYMeWY7bwlUnIdSGTIGNkJFBSX8RJxoUuGCdjdeAtL8ZhiRII2HC6HDhLaimQsjzdzVVnO9VWE3smRCgucg2fyPJi+BqoKPPiswvPcIR4PI2lqgaP6GUhiUyTRZaxoMDN7xRJucAmJHCyiO6pVJTJkQkJSiNEhT4WzWAa1dRUF+Pz2CgsLqKsrJpCl4fiYjvWTIpEIkw4npXMi+hR4cYUPcrLCylyW7HekJOV1kqLfRnJeKRFXjoZJRkZpmc0IlnKMLFEGpGE1ZomPBeQ4xiRYJiU3Y2lqBj7DT7rKkSOfBDR6yJbCdliMbDYTAxzuf945LbVDDLM1c5IfUkTvsS8jMEZIsW1hC9O4S2tob40JG3ppz/ixFVSQ2V1DQWyzFHilf4o+D1X+xjq72EkmMIs383ug8/w5P5dtBREyfov05kqwlFRgzeZINw3Qdzio6K2gtpKhyxQGKTTInstH2k2Q2AlVLvLxOlMM9M/KItDEQKSVZS1GDC9VJdbsWYDUmfI3CNCMhyUcRGVLHqY+YhXxoAbX0k53pJKasscuX5qsLDp70MzqSTI9SEh/TvtKcBhE721H8k1MhWJk6huxzN7XcZxAr+r/p4EqQvSH8y3+tSUsaGwaPdmJKfkfpyWa3Bu3G6GUZ4274Et4AFzC+iwJVWQORUFpVZaj3o59noxT71Zsm449kYxT2yQdlGeyn7itfXJP3SiiKIKG4XlNnY/4c3pf2ydPBblLy+ffLOYRXhqAz55Unxy9FXhIeUivdqo+j0pvJ/aAM+70TwpfJ9YJvOpeyznyTdKxC8ld+wjqkNxhZ3yOgdtx3x3xF2LfvufK6R6h0smpeaWHEMPXymnTJzsuFwWDIsVW0E5PlsEb2EZ1bW7ad2xh+b6HdT7smQLEowPdXDl5FkuXOySiVYPV3u7mbIUygp/ER6bHZvHg0vCu+FwPS079/H6iWbaWoqZmSikuH4P9bt2s2N3EzXlbrzWNJ6qdlp276Sq0L3Cv+RY8I5hGBiGsXBw89tJhc+gqXiEjoGvmPU24i6sxutw4izwUiBZv9T1a4zIKrtR2EpzZT2trgxOhxWny4pLcOx2B6QSxMNzzM8tQKa0BCOTJjg4wljYQ4mrmYO7SyiucpN1urF5XThLswT9abJWNw57AVU+D3t2FuJp3ottx1M0lxRR7wINNF1um8gqxG4tpq6ugpr6MpCAyFbgoqJ1B9b5GWZG5wjGDQosUUI39Jifc1PosFDhG+ZyX4dk3WYIZIspcJRS7LRhdWWxFhSKz0wsFg8Oh1Myi2CYFmyFRTgbjrCzpIQG0cOh9rrtuAXfbhGTo6GbcgKBMPbGBozgHP5RP3MxkxJHFmd1HTafSwJYA5fTxHRaiIyIv3dX4ioslGMnVtHDwjo3A0yrgdVuYMqkk01uOsnUJ0Y2yWbbkqv96SRIgnplG4xqdpQ1cKitlKJdBfSGd/H8Uwd457U6qkoLCAc8VDRWsvv1JzDH5ymVMWUx4lz97DxXL39F54wVHHYcDlPa24Vb+rp7YhDvwRdpfe67HKmppEEWgWLF1RRXPMuzVQEKbAFkbY61bPqYoNqwEm5C7EpnLbQ2FZNpeoLm4gLq3QZOya67PRaKfSkCUS/EYxjSJ2317RzypPDm+rsVl2S4deHFSMUIz84xl4MA6YIi7CVFJDuv0Xu5h8mwgSkLM65iJ9hNMiNTzCeq8cyP4CoEaqvka1t97rmyiVgGXcDPrtZY91xinmHeA/fPA+b9Y729ORtyU7bKRdAmF3yH22Qj4PJacPssG6J13JCZ41GwPh5OpXWJzgqSxdgIj0X5y0un8pObjpbLz63l2Cm0nkILWi7iL+q3UZ6LfFYrle9ymavhbrTe6TFxqt/vBNIeFgtYZOJnc5qb6heqp81pkJtACj/y2woeaKGtvZl9+31YCyupeP2veLHpBd5+toXdzxyjsvVJXmr30fJHP+TJd/4tP/7BX/FXf/4DvvXuizQ3PMcbz73Nj//8TZ453ER5bR01z57ggFHMC+++TEtTDZ7Sg9Qf+xE/evct3q2zcvjFZ9nZcIxju/byje89xb5X3qDK6cK+gmZaZZF20+uLtqEefw0GJTvaeOIbf8Ebz/yQf/FKC8ffeI4dO3dR4KyhqPkd/vLHb3Dih/8Pvv/Sd/izN1/krR98g2PHjrNHFnL2PfM0TU07sMz0033qJ7z33gL8vqeEsrZX+cGf/RnPf+d/5C8Pu3nmre9y4qVv8NrRdo4c3E35M3/Ot9oK2f3C0zTv2Elj6W4qjnyPH+42KPS1c+zl13lV7D26/wDt1W4OvPYmNZLVKt/9PEdOfJfvPXeYZw7txFPzBm+99Sbv/un/iTdee5u3Ci/yiejxK4H33vuEgXQFLW/9mLefeoWXD7Xy2ve+yfPv/jd8+413+fG3D1Lx6pvsdbkpKDrGLrH7YCNYvF7KXn+b9rJjvHLiNV771ls8ceAQ7ZJB2f/Ka9SWwsyVL/g0J+Pn/OKXn3At8xTPvPIm3/zTf8Pr3/of+W9ffou/+MFx3vzzf8c7zx4W+nZ2PPsu33mmldYX/4J3TrzC20/vpa2xjId9c0wlMuQmnJLN/bpvPD57hgF6jbNYkYUPVtxKjjzPoefe5I2Wel7787eol2DHUf8yTxx5mx+/uIcTr9Rgeg7x1jePsffZ13nq5W/yb/7y27z+zg95qekJ3nqxnuadbkra2zn847/iyN4/54dHithR7GbnsaOc+G++z5FXXuKw1UrdM9+mqXUPFU7WtJkWMExW3Ipqmjj4+nd4/U/+RPR4km9/S8bLd97kyYN72VtfQut3/nuO73yCd775FMdefIa2nc/w/X/1LZ4/8TKH6os5+MReWg+1YJvt5OQ//YSfC/zkn37LZz1WnLvf4C9+9BrPvXOc1tKjHD/SxN7jh6g9LPVvt7LTPU8000plRS27annsN7fPit1lwTSNx94Xj5YDHk9rzMfT7LzVeQ9sfw889regLOjiai6bIft3bVHDIPdnCKbskzsCZN8wDCm+Bqn8+pgbm+DonmEYWiyA7BuGgaFHUiJ7um8Y8q3AGjZBXRFL6A3DQD4CxhIUI3dsGLeXOSSp19Jd2igT02/x9jsLcOLwDhpK7V/TCpJh3OAh+7mPHuuOlFosgOAs7NykvXGIVLCwGei+kskeYGAYN8BWgLdqP8dFjzcE3n7nBY621VGyeB6+xs3VgVSw4ibn4Qbf3D4LW26/lLo9T/NsTsY7ElS+QJtkTT22r/ENY+n+Aim5OtnPlXpe9jfykT6YW+3P6M5GGNxKs9C3pU7Yyfdj91H7c28mTMk4z6xmvkGu/UAK2Uc3LQ05JgfIZhgGemAYhhQ3AC35epNzaB1fb4ZhgAKyLZaye08+ws8wDHJ/WiosMr6xbxhyVgDFktIwDL7ePHiKW3ny29/iHYFvfftVnj3QRLXLwDAWQHGNJV8GMuUzXOx+7Xn272mhivyW90DeA4+SB2SEP0rmPBhb8lLyHtioB/SRHP1NhpYb5ZGnW+aB3KQ397XsxON9aFodOH0lFBcvQKHHiUOygw/cK4YF0yZZtxt6FBcX4nU5bv727d7pY8Pu9lFwU04BLpt5y8ti7p2slTnpuNbHBXPB3cooa67V39PZJKNvWsw10zxqiLpgY+gPFHORyaNm3Wbtkb5tdeErLaEkB0X4PA59ynJ1xhLsYXFTVFZMgdd5y29uVyd6DM7kbx+PQSM/Hiaaj4eZ67dSVwkV1k+Zp8h74KYHbt+RyYl8bq/faI10Up34bJR8O9PpfThne86hua/tbE5e90fAA4Yh/VA+kirZtDUWC1gkCDce07u0ulLtN00DY9PefPAMNMDXePTBS76LRNOKRXwqn7sgbs3TcstDr/vZdPbeuXc7drCt2Tx5rR6yBx7T28UavC4zRr14rISpq7D6Zkm5sqA4gipllkw6g755Kqmv0FZIpUnrozgrMdlWdVlSYk88GmfVp2DuYk9a6JWH+uouqCufEoy8GgAAEABJREFUzsRJJJLEkxvmsDLfB1yrExVTJmv3YqKmGQHN+ulbFB+wGVtGnPYGw5A7sny2jFIbUiRPtO09IH1Qx7VpMdAuue3t2QIGWG0G+sQgxhZQZp0q5OYGeoFaJ10e/e4eyPv27j7KYzyeHsgHdau0e+7mvKJ3MiQlQJmaipCOBwmEY8TiKVIScITnw6SiAUJzk0zPzDIXiJJIbjQMWkWxe1EtV8TcSpeWyk/LHJALTjVozcixnlLIZpME/LOMDU7kXv2u9ynFURAK+UhAq/jZBPF4An2VsuIo7SKE/X6CAkmtEFwNRKQQWvnITlaWNaXQs1pBViKWbCZNRoK5SCRJKjLOxOQsEzNJbuItYN/ynaMT4YqTla8FEJYSXEv1Lbjb/SCTyqKvYuYxnUGq2RaZQLMNJ3zbve/l9X+IHsiL3hYeMO/R4t22MPYBKqnXfVOu+6ZmsR+g3LyovAe2gwdWDFu2g+IPT8c4Y+Pj/M1/vkhk6Hf80y8vcPrKEKNjQ3x+skfUktBh5jMuXB+ja0IOt+AnFYsRC4WJRhMLQUFMgqZYhGgiRVKC02Q0SjCauvFoQ4pExM9QRxeXTnYyHYkQl2ApKTw0uE1JqigdjTAfTpKOXuT0F1e4cGkGiXNvsXxmUHw0OEwwmyabDBMIJUlJZjMt2UyVl4gEERZI7EVK+MXm5Xh+gpm5M7z3806Gey5yvrObr677iYVTt/BePNAgMBWcJyJ26P/LSoquiWiIiGT3kqEISZG1BUPsRfXXXVpkFdvuNMgFNuS3vAfyHsh7IO+BvAe+9kB+L++BvAceLw/kg7pV2lsSR5J9y+ZeKX0rShZ9zDIWS0MmQUmin96hYU72ByVIyWJ1F+Lz2HE6PdjtLhw281byh3okASdJzv/2Q86d/pSTF87zs398n96P/jd+cnGQwdFLXDh3gfd/e5rRsz/jJ5dDnP71+5y/cpnOuTDDfaN0/dM/0CFBX8dHH9Jx5j2+6DjNLz4aYHZwkHnJXAajSclcZm4EhF8bm5HMWyY5gX/sIr99r4uJ3t/w4Vf9fPKr33Lm93/Hrzr7+cM/fsb4pff4rKOT33x4kXMffspQJioBYIp0MkVwaoqxa59z9eIvea+XXBC4KCExOcTwpz/nF8N+OvoDdP3hJ5z+9J/55dkL/OT/+/dc7vmA974YoGMwukiy7UtdseQxTlNpFjadytB3Mci596c5+fPJhws/W0H+SnU39BzqCMt4iDNwKcQXd8B76Hbd0Devxwrtu8Q3Z341jX80zvRQjI6Tc5vuixf+4GfkelgW3h6lpSjWvOk9OBJME5xNcf6jeX73t5PbCj756Qx9VyKM98e2ld6b8vPf3P82OvfhHFMjcUZ6onz8z9Ob8u0H/2WS0+/7mZFxm0nr/GjN3fNRQ8zb84h4YCtFHFvLpQboD7T1h9p3UsxT0UgxMVIz/fQmDUyLFavNglVLiwXlwZbaMszNxElmXDgla8ZQF4PTKSzFXpzRIQKRefyeYrylGWb6OrjUnZJg1UO5x4k9GSc0MkJQsnPBqUlmujqZkjJaWkZxWRFOl+DkAlk7K8aygQkCA5f4YmyesZkUGQxSwSixQAKzwIcRGCEeGmVizi/nQwRDCbI2hwTHHhxWCw63F2+hC689jn8aJE5kYYsxPz9Pb3eEstJiykuciCHEozHSTgux6SDWYogHkyTDmQWSR+A7EcsSDaVJSSbyETBn/SbIPTgrzVlQbKW81kFV4xaAhhV0WKlOdPX4TLlWGOj/aayotVO1HG/5sdDcUxs3wb+y3kF5zdc6V9Q5ULhFP+WvsF69N0JzJxnKT0FxpKzQviLloq7LbVmsX7VcQrsUp6LejtNt4vJYKK4Q36i8TUBZtQ1PgeWOj5vzCG+6aGW1G+ijdu4CG4XljnVBQZkDT7E9B7q/HnpfiQNf6YI8pfUKHy3XykPxFRxuKza5BymtHmu5Hh4FN3RYSuMrsbNS/VKcpfu+JbbcUi+89dzSuvXse0WPRR8t0mndenRbpFta5vwkui2tW7rvLrRhdVjEr1Y2o7/yLJA+5SmyY1rNx3ackd8eKQ+Y992abSpAbyimFSxW444WmMUN1FSVU18oF4U7o96RzwM9mUoTk4Anlkqhrxq3GpVUVUmGscCFw5LBSCWIxq04XWKQBH6JWJR4PA6mgcRV+McGGJmMSNyUJZtOSFARJqTBGQ5IR0nGQoTjGZZulkyERCKKP5ImGQ8Qirrw+Vx4XR4c9mJKy0oodiUwJHhLB6aJCG7UU4LPdGBN+gnHEmQcXgrKyikt8mFPgiGTem5sWckNZkTXdDgkvGPEk3bszgKKSnwUiIyC8iIKbFbsN/AfjWKJAx4Ng9ZnhQGGXMEq6p3s2Oeh9bDv4cIRka+wVA89Vlhad2O/tNqBt9BCuQREu6RO4RYbVqG7BUfoNny8Cf67DnvZJbIVVP6u3LH3Vv8rfwXBU5w1w0Zo7iRD+SkIzi6FI6r7Ul0XjneJDWvS8Qav5bgtB7x4i6wUlNio3em61Rcidzn+3Y4b93goqbJjWgwey03MtjtMuY6bVDQ6adrnWx/s9cp1YQGa9nnXR5vDX6TRchHWrkP9bg9FEtx7pE8syF8/jwW622U25vS7vb5pRR+JXPHFbedydXJuRZq7896Ro1uJfqW6u/O7Vb/VeVQ2unD7LPiKbdS3edbZrsv0EB9U73TnFtYwjMdymOWNfrQ8YD5a5jwIa0wcTge1tT4szjIKvHbKmpppad/PE1WeBQVsxfg8DtyOhcMt950ISrZumMlkmnTjAZrLSimSrKK1spVSn4cS/yjTwwYV7Xs50JwhLUHVZDyNq66S6t21pKZGCeLF0dCa+/84xnA/Iz0jzMY82G1RCfRmmfHP45+cYioHc2TMNJTVYFbs44kSk2IN6MR33jLxVUkpPosVX3kZDlcJbgkMzWyEmNWFkS6g2DlDOOuSVXAvxYUerM5CSr0xIrPTzOT4h8lkDaobTIYHRugd8pNweGWCVUqh001pTRkOs0Bonbhc5pZrjo0qZHeauZuR1WZslMW2pjMMg4X/5WVI3zBxerYX2KUvOlwW3F5T+qoFl5TbxQadVHmLvtbZU2DJZZW2uv7qY9XV5bXc7C8unwVvkVX8/3XdRu3QRUCLDeyyILZRHot0NruRm2dKN+dx3kzTwCbBncNtsh5wShu7C6woOCV7uh5a7RMuoVcapV0vD7eMB6dcj6xWcr95dor8DfG4oYPqsQhLdVusu1OZw5c+vhxntfrleKsd5+iX6Zeze1ndavSr1d+Nh03ue6YsdFjEt6vxWHu9BYvVyC2cmCb5Le+Bbe+BfDdedxM6qamu5s//4hDuxtd4or2MHZUF1NTu4Nlndgk3A0qf42BbNa3VcrgFP5aiepr3PMdbr7zE9759lJo3Xmevx0OhrZH2I8d5+0+/ybPvfps3ap088c53efX17/Pj777Jn/ybb7LntT/ne8df51/9337Em+98n5cOvcKf/PFLPP360+ws2s3zL73Ic8/U4Ald5dNf/opfC/zql18yUdRO07Pf5pX9x/jOX3yD4y++yIH6Eva98CQHXn6FAz4vB956k+qK3bQefJandlWzIxtikDZe/eHbHHnmHd59fi8vHGunqO4IL+8dpe/z3/OHHP8/cHogjuXpP+VPXn6Gbxxv4dk/+gaHnn6ZY7XNvPJnr1HtOsSzT9bS1OR66C2Sy6/lvh66KttVgbzeeQ888h7QR6sD/hSpZU89PPKG5w3Me+ABeiAWTpOUMZbJ5G/KD9DteVH3yQP5oO4+OfZhstVLk/7eLJMWLfRAioWPBJzYeeKNJ9m7pxHfQuW9/7aXUNZ8lFe+9x2+LfCd7z3H4eYKiljDVtZEXVk5uw8dZs8LL/NsAchC2jJCu6x+1nPwjbd5M8f/TV4+vo8mD6iFbOEtk0ImaVnS+R9lb+FWyqv26Hhg+1ri9lkpKrNhc1q2rxF5zfMe2OIecEkWU596MSUjvMVVzauX98BdPWDeFSOPsC09oI/sGCu2roG3xIvL42DF0/fCWsOCxebE4/Phy4Ebp83KmqYmFidubwGFxYX4Cj24TFYI1CR0M2w4vV68Of5ePG4HK76cha21iWvIPe6Rv4FsrYbJa5P3wBbzgF6/TYuBXsu3mGqPpjp5q7aFB7KSUUslMrnsWjZ7y6r1hvTXYM4wjA3R5onyHthqHpAp81ZTKa/PZj2glye9RimgB8sYGjpR2LJBhYnFasVqs2Axlyn+CBzqPUgf87gXN6NHwB33zwRJU8djMSKRiECUWDROOpkgLROCbDpDRlLZGWRCIHhySDaVJBGLCm6MWDxBKpMkND7AxEyAuWCMWI6P8ooQlwlFJprI/U/H+A0L0uk0uTYVvsKcTDJGeLKPgdEZ5iNJ7ktiNjpHMBwnnLihxFqLVIJ0eJaZcFbs/Joom0qRmp8jKjakYxGxL0FCXPQ1xgb2EmHi4SBz0Q3QPkCSrNgcnfETSSSRZPoDlHxnUZt1/525b+2zeq2MRTMynFb2QiaZIasDSxC1/WQIQiRGQnaSJHP/X3V6cJDh6QgxxRU22XiIiH+coYk5EtLf06ks+gbdHH0yiT7cgnwn4mnp/8JfxnHcP8LgwAgzoRgJuX7cb69lRP/o/CypdJhwJEE0dutLx+63/K3OX5pb+gQC2qAPR9u81LwHtqoHHsFp81Z1dV6vvAfEA3ofknu03pjkKP+5Lx4QJ0uwFo9PMTY6ychIkEggQKj/EkOBOHPj/UxOTjA2GyA+dZ3LkxnmBoaZnplhRt8KGwwQm+ji+qif8bmITKyihKenme7rYzQaJZLMEhzsZHR4kJFomlQiyODlHmZlQjk7OsLU6CgTkTATXZcZmxmj53o/U5OzSLOvw9qsTDaVd4qMdJaMTCYzqTQ64dNj0ilSE9fok6BxOJCR+hQJnbiKhIwEKF/jSsXSj5zLhmcIj1zh3FiWsNCkhW86lSGlgWtvH5PpJNFAkEg4QkQmmCIaUQYhlSItotOkZDKsbDMSEWdkcpyTKbhpmRgLKz2FKEVmblj80c/V6YWqr7+zOV6pRArlnxGirOwoKE8hFr+mRFYUvwRbEzIJFzWFPEMqKfUiV4PorLRzRnyREPqcHlKv83zEZ0JMUutl1p4V5XM2ir3C5JaP8klJu49fuMi49hO1Q2xKCU1WJtbDQ5MEAjHkEOWTkcUBYatLArfwudcHagK5r3vNeZvwk2GcklWF1VwQkPHnn/UTjs4Tmx6gT8bBbPdXDE3NMCuLCaHABL0dI8xPd3N9wM/06ADTEwP0Sl8KBEISoE0zMRmStk0Rn/Mz03udGWnVVHKC/r4xxibCMiaChAauMyByhrqvM+v3IyqtyYGqt5iwMm6uT6YXxqwi6ZubpYOnpPOmpX9N9fYQSogOUwHp/0m0H2QzC2Ncx39WxkpG+mkOlP6mlCxZGRMpWZzISN8dG5sS+6LSd24CaCwAABAASURBVBfrF8ZbNjPHrIyrKQl408IL4Z2UsZHR/Zu8tuaOLlabFrDoqq8ebFLNtNitP4fQ9tokqzx53gPLPfDAj/NB3Sou1wGekslbNJgm6E8R8Ce3DQTnUrlVxqTcfSKBh6z7zPbx2/1u4+Cs3FDlpi23V+KRzKb7U2g+LdmlNNpXV+nGj2m1AXKzN81xBgcn6OuNkpWJn//Uzzk7EaL30sdcuPAVZzv7mLn0c/7xQpT+L8/SPdBLfygiAaBM3Lo+5eSsh4TFitNukJIJkP/SZfosFlJGnPHOzzh//jwdY2FioWFO/v37dEgA2XHqSy4Ir8vzCcb7RnF5g1w7dZa+jn7JHbDGLUtSgsfg9DRzczNMzkaYm5xkXoLOYChMPBrEPzVPsP8kVwYHuDYWlHOzgutnNpgkODUlx36Cssp/I/ZakJuOEpWAdXasn+neL/h0NMWUf46gTGj9/gD+MZkMX+9mLBVlWvjP+6eYCwdyPNOBGQLREPNzAeZkYjs7P89sIEFoYpQ5CY4D8wGCkuWbnZvP6RaNB5ifnWdu6CqDfVc4O7mgwsJ3llQsTEhs88+HCMXiYl+AaDiag8D4DPHgJJOiWyA4TWdnt7RXP7FYirh/gtnZWaYlgxoUPSLz0wxPzcmEfRSd4E/553M6xmNBmQwHmZuZFBvm8Ev9zHiQUDR1y3jJJGLEJCsyNT1H12dfMCQ2+yNB5qf9zAjEUuN88cVlhkfmJFsbIxqYRW2cmZwjkUhLCLBg0f34ll58P9huH57iAP2XBvp43EpK+ztP0zfcz+D4EJNXT3J2Lsz1c7/gwrV+RqSPhCJzDI2lKYqd5NMLA1w7/QXdEix1p8qoK3FiWAe4KosxPV2jDF27yuUPP6JfLqZx/1XOf3WBK73jEhBFCA2OEClzMXb6JBMDg0iCeyV1bqtbWAS4rTpXkYrHCPllvAUiJCX4CstiwrwEjvNS+iWtPdbVyXxsiOFxv4zFEKlEiMDMHAHp7/PBOAGxLzAzRSAcQ6YpN/thVoLZqIyZ6bk5IpEJzp65wtDwjMwHkiQjARmTU0zOR0lEe+jt6uLq1QnJBIaZF97z8zNyzYiRuOWikVN3S30ZpoHVZmKV67Jc5tnsloxnZP0ne8t1YbM88/R5DzwsD+SDulU8n5YL28xonLMfzPLrvx7n1/9hYt3wK6FRWCut4ioovpaLoMfL4Vd34P2Hv5tirDfGRH+MU7+aZZGPlot8dF9h8Xiz5XJeeqzwy//fRE7+avx/JecVZ/l5pVVYrNd9hcXjtZZKozJypfhsKV2uTuRrubT+TvuKq7CIo/uL/BfrVivf/08TTAzGGL4e5ctf+3N+UfrV8O9W/+k/T9NzMSyTy8wqvfgxrrbY8Ppc+HwFAoX4vE5s4g6ZJ+KPzTMyMsJg1wC9I8PM9veTjvfTeeYD/vDxGS7OmTiqCvF/cQb/bJKMuwhfQQGFXi+eokI8jl6mCquZmfNBVw+Z9LBk8kbpHuihd3CMoaEoY2MiDANs+ntSDw7Tvo7fsKYZ7bjOZz/5Z65NfMnf/NdzfPSf/jc+/eQjzg2NMD34B/73n/fSNTwugcZVuq9d4KPffsVE33v8/SdTnPyH/8BnX3zBJX+alKl63IC585z76gy/+nwIvwRp2WySKx/9lktXv+QLmcT+4XfnCcr0MEuEAZkMDlz6iIt9F/nVqWlmP/wnPh/+jPc+vMK5zz6js+Nj/v53g1z4m/8Xf7jUz1envuDcuU/4qKOPL//TP9PR/2v++ePLfHFphIBMJm9ocKNIM3HtEmff/w2npyclGB7ko59+wpWOK1y9fpWP//bn9H301/yi8xrnxwLMBDOSGYSEBF/X/9P/yknR6Zfvf8qXv/h7zpz+Z/6fv7zKtb/9X/jJ6VP806+/4Oxvfkn39U/4m0/HGf7i7/js8if83U+/4Ff/9BVDmaRYeEMNKaIDV+j65Gf8fGiaiekMydA0U5LNOfvpaT76h9/QlU1JNjOLJACZ773E1ZPv84eBMU79x58zIxmhtPC4bx/pPoYhX/dNwNZmrKbbnAZarqTpjhYnaWnNy90phqYTHKzpYKLsAKHhOJIiJ6MBzkQ/vZ3DGG4rE5ES7PYKnt5XRmFpIR4JDkKdH/Dxe/+ev//1h3wxvCAl2BmlwjZK3DlLZyRJKjnDUE8XgwELsax9zb/dlvUfzKXjb4F97nuyb5Bzv/uIwdFeJiNn+ezzK1w+8wkd1z/lN+dkFC7NvqXGmBr5it/+4gpT/T/jd2f7+fSXP+OrD3/G6YlUbowvoicHv2Lg7M95f2CIgZkkkWhWsnSQicwSHL/Atd4P+JufXWN0MkBaMn3pxDTzk2f55U87Get+j/OdPfRNrPd57pxJ2/ZL/92E/suM1dpq2xqWV/yx9MAql5zH0he3GC3XezyFVpr2etn/fAn7X1g/7HuumL3Hi9ZMe0BkKKgsLZVWeejxcth7vJj2p1fmrfVF5Q4Ky+w07vGy59kilN9SHnqssLTubvv7RD+Fu+Hp+Rzv51XHQlazQfH2iH/2in66vxSUXmGxTvcVFo/XWqrstqcLpQ2Kb/PB/hdutI/ouVZ+qoPC1/h3t3ERV9usoNROSZWD5gM+0alkBZ1KcvX7xdd3g9YnCimvc2Jw5+1RPZuVVfV0KoO+kjqVXJzWLLd2wTuGoaXizDKT3U2hTO5LzBEu2F/lGMPiw3J2H3+Ht99+kWfb6nE1vsZf/ssX8XSeof/KFSaErSFYiMzUlXOMTEWZnJ5hrv8cXcE50i8cI3u5C7PYibmjluzorEykphnqDtH03BEaDu7EKjzW9onjT7sYNw5woOlZ9hfOYiuuobyxiQZPlkTfFCXPtFNfX40nMsLkbB9XElbmonW0NXrxVLZR19jAzmoJKJcIDPROkrVaqRRdakq9GMY1rnSGGeuP43K6qNpRgxNDKAqoKPfga2jFYXdhDH3G70J1tE9cIySr/11xDxmjit3NhZhlh2hrcYBkD6d6pzESSVwtbVg6xymoLaO6rYEyCYiF6ZLPCMOSqR5PtvPcjjr21rlx2RDXZnOA24frwFNUdp1nZHxO2suJxw0Wa5Cu+XoaqnZzrMpDiTtO0G6jqmY3NRWFlFc2U11RgifpZ0YyHf7UNFOOFioLC2jaUU3NrlZaJNDXa/uCMkHGAxJghio43lZHQ4UFR3KA/r4BevvnsWYhLEG5w+3B4wozNzvNQNcMBIO4du/B7vKsI1Anv23AA8YdaIzaRhKznfgHu5kxd1N18QtGwnbmxyVQmh1izOrB6qvF6rezY0cxxSU6AtPSdxeZGhTsOsHxN3/Md197nidrE2SyA3x5fZhAaJRZyXgP9CawWDzUVcyRkX5md1fgXiTfRFlc7qK82sb5T75i5uKX0q+n6Iv5JAisZGeti9zlapH/7DjBoWtcliBsMlxLTXmh3EN2UFKzi7YGLy7BMwX0Y6tqpKCoHK8s1FwOWcjI+HW7rGSCo0z0XuPajJ14Kgo2GzZXAe5EhMzIJS5mEoyHqynwFlLksyqrxwfE2XfqZ4+PI/KWPgoeMB8FI+6HDYbc+e0uC4XldsobnBuCikYnlU2uDdGqTKVVHrq/HCqbnDIJW5l3aa0Dh8fE4bZQUm2n6oYOFRu0Y1G20issHi8tV6qvaHRRvdNNhei6FHfpvupWuWNlO5bibXS/Qtqgull0aLhdRoXUVYpvKkTPDfMXHlXKX+TcjUdZvTPXJk6PhcIKOxWbbI/iKntu4cFqNe7HENgWPA0TmXQZrHmVNSsr8JYKKopqaKupwFW1n+bkKMHsFL191zj/+Vm+On2NsdlhemVyeH1UJvOh7I3Je1qCjrBkkyQwqt7JiWdKaCwJcOFKCrPtCcoKiqnbVUlRhYv09Cyms4yahnoa6ssp9DkxWLZlQH/Doo9p3XrGToEtSbHZx+Werxg3ysAmwYrDia/IgVMWm2Yk0OwdnCJAIS6rC190TiZrBm6fHYvTg9PpxGU3MZcwdpQ4SUXnGe3spX8iIrZUUFMkkYsZJ4QVi9eJwzHD8GhGVvFNrI4iyj122krmGK86jLemhTJLGkc0LBkSU2Q5wObD7SqkusSOx5FhLpYlVeClrNpHbGKEoZ5hxmcj3LoVUGjP4Mr0cKnrGlf6hQ3zzE52ca1viOG5DJlQlKgrRTCcITs/R2xeAqrZDI2VMUZGO+mQLGQ47aVEGt7ucGO3W2We6sJhs4p/XDjLCmBmlmTcgd0pdeIXh8uFy2Ly9ebAZ0/jyo5z+VovQ7MpohKoRyJhQukU4UiI+bgdR2SM8ekwcXFVoS+DP5wi7vFgCC/ja2b3fE8f0Q7Np0glMvec97ZgKP5OJrJkVzPf2US1xUF9UZJMTTFdnU727t3LC0ft2K1R+qZsuMuqaH5mD6mRaQptIeLhCb74zScyxj/kwmScqLWIgpJKyooLKTDCMHSKmaqjVB16jZ0uB47R68xbC/BVP8GB4mmcxhyBJJveUqkUyVgYVzrIjKcWhywy2eQ4Y5i4PQbO1BgTAYPglJ+oBHMJbwkl0RkS8Qx2CdJsLjc2h/Rnh+WWMZ6VRZVUKkbEmSYwk8UWHmfKP0X/eIC5mSBZM0IkOC88raRifkKxefxGGaXRKVLxlCycWHKPNm7awG3EIBlLk5LFQVmv20Za51XNe2BlD5grV+drDQNMi5G7wNmdJnbX+sEhQZXCRmiVRmkVdH85aL3Ta1lRL5vDzOluWpDzFhwSRCynf1DHqqNDguPV5KluGuSsdn6z9Xfyk/JW+VpuBnI2SlvflYf0I20Ti/Qrm0y474p/lz6n7WyxmhjCj8dwMwwDwzSw2hfK211QRmVVCTU1DkynF1/7M+wqLmdPSw3NeyWYaz3I0RaZ9B3cRbVMBusrKql0OXE4bVgsNhwODw0H2qirraS4qJCC5mZqDBNP/X5ad7Vw+GAbrQeO0FjexoHGatqOHaRlVzvtDVXsba+gdv+TNNdVUeyyYzO4fZM6+WDo1y1nrVRUFrN3fw1Oh4uG3TvYsbeNivIyPDK5K2w+wN4yJ776o7S1PcOLB/fxzP4m6uvrqCqyUt3cSElJCUZ4lqn+y1y+tAADyVJcxbU0VVVR0Pg0z4huTx3fT9v+VprqKqmpK6ewtY06h5XipgbKyiqpK66gZd8+Du2uxl17mP3tuznc3ki9BMRVJQ5q5bjQVUztzt20HjpIa2MNDQ1llOw8wq6qcqokEKyua2Kva4we0eOqwOVL0yRMDw3tVThsDuxWD437WqipraOutpbWw7vweappPniMfZLJ29dcSb341O0tpuXJvVQUFlAmwXLFrsPsqNvLU/V2itqfpFkyGDsaKiU7eIi61mM8K3o272igoqiWhuoy4W2SDI7Te/kKC3oMMZdxUd7eTJnHTcNTTwnOfvaKLUee2kPrkT3UmV5p6zqKi0tkca5Z6o7Q1lhPY2OJtI2V25rulnbc3IH2C4lZua9C2Oi8wnxOAAAQAElEQVT2AOgWnbtYLhdpFFDVuJd9B/awq7kMd5P0F+n7ew/tZ0dDG40lVbTuraJizxHZL6C2sZHKunpKXQ5ZBHBjN6tlzBRRUmzHLX29et8TVFuraN+/j+bWo7TJeN/TWkXRzj3UF+zMXTfKil23BFHLVVrrscVZQHHtLg4dO0x1/TGOtO1mf2sj1ZXlVIqMqt37KHY10FBbKouiTZTWH+L4gSYaGxrlvJtKGbulVaVYJBgbvnqZToFrV68zOJ0kW7yTXfufYF9lEbtbasU+H67iaipanuCw9O2nD9RT5KuRa0w5NTsbKaw7wgsHm9jR1EhZkQeX1VirGY8Eni6qKeiTH4+EQXkjHmsPmI+19Xnj8x54FDwgK9qPghkbscGQGa8hgZ1OgG+nr5JJWwWNTS4snkIKj77J/so9HNtTRW17C0UyqTpY76Lm+efY/eRbvPLCm7z76rM889ReqsrbObrvCK++eoj2neUUlJZSsmcvOwwP+5/aR01FMY6CRsp3v8ArTx/mqTILO/fvprqihdaaOp56bheNhw9RZLdLDux2zXI1Bqysu4GvqpZdT53gaPtzvHioir1H26msrsZtK8ZbdYQ3XznIgRPf5bmDT/LyE3s49sJRdrfupqHAStOeVioqK7DHwwSnRxgZXoDxeCXVLQd54eXn2Xf8m7y50077E09x4OBRDsvkb2dzDQV7TvBMnZtaCfSqKiupKKihsOVpTtQZeFy17JbA7bDY29LUQEOxg6Yjhyjxeiioa6flwFM8t2+H+KsSZ8lBnjh2iKdeep2jR5/k6bJ5Jm/oMTI8Q9pbTdOxFznWto9DO4toefpp9h9+kZeffYpX3zpCWeMhju17jueF3xPH2tlzeB8tMsEtPHSCJ/Yc48RTu9l95CjVzcd4pcVB6ZFXaK8upa2lnurWw9TUHOTVEwdpP9hKTXEzLRK0Nu+wkY6LHiMjjOZ0mSRoL6f88AlelQDuhT96jT2HXuJJafeXTjzBU688zz7Jeu578hjtu+qobRb/HjjOC/ub2d9SgUeCf5ZtutqvE0TuwZi0u0zcPitWm7lMyuNzaNMFGxknq1nsbWynofUQ+ypK2fvcYUokYLOW7KOp8QjHd9fRtqcYw94kfauFGun7O9ul77zwJPsOHqe9bCcHdpdSXmHHU11Lw/E3aKw9wdONbgnyHVTsaKbt+adp3LOPBomui1uepKyqTrLorGnTvrBaN3AXlVO/T/R4+jnRo4UjRw6y/+hhmuvrqSnxUinXql0VzRyUBY5mCfiqK1p54oVjtMp4aSjxUN9UT1V9HY5EkNnREcYERkfHmc368DQ8wZN7nuKZtnL2PSU0LU0SpLbScuxlju1+hnde2i8yGmjc2c6egwdpamjlyRNPiq+kvrRQrjHc222Lc7NIECvNi3GHfrbFTcirl/fATQ88vneLmy7I7+Q9sE09IDMGnThsU+3zat9nD7hK6mh+4g3eeGsBXjhYT32x7T5LXYG91Yu7oo1nRI/XBN5462kO766meAXU+1pl9eAs283Tb7wugeMb4pdnONpeS8k9EirDMfc4bTqVzZX3iO1jzSYXIG9TD6juCtov7o8JLtyFzex/9Q1OCLzy6gsyruood9wfaY8qV6vdxGo1MYx8VMdD3vLiN+8Bc/Ms8hzyHsh74KF4QO5B+fvQQ/F8XmjeA7d5QIYjFouB1WZgSkl+25QH9Ld00XCaVDLDdly80uyPgvaLTTkiT5z3QN4DeQ+s0QOPSVC3Rm+sgJa97TmarKzCZnL/MymbTpHOyLEsxWVkSS4VT5CMBggFAwQFwuEoCbkhrcB2m1WliYSC+Cf9pDakeZrA7BzzswHSq9Bn0hmC0wEyqSUYqRjpuVFG5zLENyZ4FWmPWHV+1vCINWjenO3oAbkNkJIs3eL/vbonNkg0k5V7zD3htc2YGDI7cbhM9PG47bh4pTrnL83bo9Pp7+kUtoe2eS3zHljdA3LZXP1k/sxKHkgyOzfLJ5/0EZ85z+nzffQOTzM7O03n9RGy6SSp2Yv0DE0y7E9LAKi3+pX4PLy6TDJJMhYnmUjmglKSadLJOIlUhnQqRTqRIJpYDK7SpBJBJgeH6L7SRyARJykTjbTw0P9zk8mkyQhtRKKuTHKA3u5BBocC3BrLRpjo62dAzs1J4CvxW874TCKW0yGVTovMKP5AUCZFSTQ4jkXjxAMTJEZPcno4zGQoRSoZYmpihKtXByRY5rbV26ws7aZjkZwdSbVFdE2JjIRMtFJib1oC77u2Rk6z7fGVSWfFJxnpc9tD37yWeQ886h7QzIwpWTrTvEfT+cc8MtA3+xrGPfLlo9758vZt3APSxQxDvjbOYdtTamIiEAhIQiJIQuaA296gx9SAfFC3SsPnJv/yZWAsw0gRkqzVpUvjpOa7GOrupKNviOsjUwyPzGJaHdjTo8wGEwRjttzjOMsYPOTDNGNdXYwMdDEwOkLn1R7mek9ybWwa//wYYyMjdHf14x++SsdUgrGeLkbH+ukfHafvah8jl88zKQHdZG8XkyNXGZoeoqtnmvkZv2QvhxgcHGdsPCLB4lIz4wRGBxntvU7/+DAXu2aY6e9gZHqcwYFhxvr7mAqNc3V4jqnuDibGr3N9aJiunpHc/yG62DfGcOc1RieH6J2YoLd3jKRk7qR5bgpJR+YJDF7j+vQsE/4o0z1XGO67SOfwEJfPXmJispPOoVmmA0J4k2p770gMSw4kyN7elmxMezU7I1mM6dE4g50Rei+H7x9cEt4KS2RsVt7sRIKw9MfpscTXequMRdioLKW/G+1acNbKQ3kpLMVffrz03Fr270R/KfS1v9bCaxFnKU/dV1g8p+XyY61bhDudu4EzcDVCNJQmJjAxGKNXaRT0/GKp+2uE4a4oc3IN1n6+sRGyvanU7lg0QyKWYWYkJveA8IZgqHNjdMNL6DbCY7Q3QsCfJCJjfCmvje4v6rBYbpTPIp3yUVg8XlquVr8UZ3FfcYc6Fnyc29+k327yFZ7KV2GxTsvp4ZiMsxShuSSj3ZEN9Qnlk4PrYSYHoui/D9neo+XeaJ+VQZeRxe97wy3P5WF4IB/UreZ1iRiyMmHUTr4aitaXOWME5qbpHvMTyZpYnR7cHhcupxuHw4HNupVcLEaRovvMBfokWOsd7OWrjz6m/8KvOTsxz9z0VXok8Dp7bYjQ6Ck+65jgq8/O0z88xpxk84ISuI18/AGDkgEbPH9a6D7gUt9lzvQGSIXmiWdTpLIWCYNNblv0SsZIRqcYmx7k45NddH/6Ptf6e+no7GPwegfj0Qmu9swxfPpT+ge/5Jycu3R9XoKWjEx85wldPyuB5TBDcQmyxc+mCbLHwpYmMj3K4FdfcC2clIxfnPELn9F19XPODw7w5W8+ZGTuImeujTMyEV8geQS+Dc0ICOhjSo+AORswISuZ5SxjvTGufxXi6qnAfYMrJwNc+nwD/IVuNb0mh+Iy6Usx3h+7qbfKuPxFgCubsCVHewe5G7ZliU5Leeh+TuaS82qH1q9m+93ql/Nbin9ZbFs3b6VZot+KPhacpXKW7uf0ucN5xb12Jphrz7npJAMdEVRH9cPVUwFy9EvkK/7doPtiiKmROOmkXrc3MDy2OYnef3WynYimmZCJd/+VAOuGywF6zwudlOumVXlC13fpLjwEp19B8ZeABg0alIck+MidV5ylsAT3rrop3cUbdmgpOq1Io3h6TstFWE2O4imv5eeFbkDPLa9f7Vhwey8s6JYr5Tin2yIfKXPHSq/7Crp/J1Ac0U3bLsdTj2/gT/ZHiEqgHJxNMtQRXH+fuMFHdRoQvuO9YVmISSHxzDYfMZtT35RJVVFREYWFhdhsts0xy1M/NA/I1Pihyd7ygnXBIiU31DvdUi31T9HstVAavs7V2JY3aUFBWwne0lYai4tpyswwaeyhta2OCtOP6TSx79lH1d5GPFMX6Q1UUehtor3Mh744T4O1bCade6w0NjZDNhKj7HArtTubKfIV4nF5cUowa1/es9zlFFW30tJQQ7V9jKH+OUKSHbT6CvA17aG8sIZ6N9jMJKlEGqvFisfnxGK1UdG8L/f/dnzCP2O6cLkcOOxZVJcFgyLMR+IMTpdzrLmO3c3FFIg8X0ENdY1VVBWVU9XSQJXTiTu7QPEofMs1WPxjYJjGo2DO+m2QtpSuSNVON7uOFbLn2eL7Bm1PF9H6xAZkHF9dp4pGFwWlVqqaXTf13i12qKy9d6C7m5052jvQtz21YEv7M6vrdjcZS3nsfa6YnMwb/le+u58oov3p4pt23Y3f8vNL+S0/1/Zk8fp5iz+W8mx/pog9S+xvF93V7+1L6pbKzdEKj6V1y/fVJ75SG4XlDhr3+FB+i30mRy8yltPc6bjlcCGltU6yPJ7j25QFq0IZHy6fhZYDXp54uXjdcOSlYvYfL+DIifXTqryjIvPQi0V35vGK8FYQXKVZhAPHC6ludFJSZeeonD/yUlGufEL2c7AMf4FOeK1Qf0TsOCh6qD66r7AivvJ+VXhouQgr8FPaw8Lv0Imi232qdMpjFTqlXQrK5+DzhahNB58r5PAiz0U+Wi7y0n2FxePVSsFR3bTtDghPtXtR5q5DXorKbVTUOjj4fBGL9Rsple/uYz7c0sey6ez670GPGIVhGI+YRY+fOebjZ/LaLM5Ili6dzJBMZO5KULCjnZY9h9jvuSvq1kAIDjPQ+TGnB4fo8+5jh2hlE6CmDU86TuqL33Pxw2HMPU/RVtTD0MAXfHx9gKmMITcoZOXzI850TOP3lIEjw+AHv+PU7z6nZz5LYLaHyfE+hmdXe8zRgsUsZF+rg4zVRBbbSJvgVPkCFhdMDYwTmAniKPJKzdKPBWsiQHL6OqcH5omlFtvGQ7HXTmNZPx98/Bm//ew6Q5MhFs8u5ZDff3Q8YBgGdoeBp8BKUZmd4krHfYOyGieVTc57yt/ptWJzWGRCYbvJVwO9MpnI33dbcpPNjfsr549VeJRUOagQX5VWb5z/newvq3NSWrM53mXSniVL9CuRvlOqdaL7nWTf6VxRhR2704LdbeIttqIyNtNnCiRAdPmsubdp8hhvNoeJ+qJU2ny9UCYT/9oWF2V1jlyfWS+94lc2ONkIj+IKm4xtC/qylzLpazqutVSe6wW1o0rGW5n4oLzesSl7FmVXiF1q2+LxRkvlU928MCa1rKhf2N8ov0W6SrG3dpeLmp1O1O7Fel04scvis1PGWUmlfcPtusivsNSO02vBtBpsq+0+KXu3p9Puk9g823vkAfMe8Xnk2JiS/bDKzUQvHrcOdQflZRV88912nNXPs2dHCfVVpdQ17OLpQxoeCXbhE7Q2VUiQsUXd4iyhrLqNw4eP8vwrT1D77HO0uNx4Xc00tx/huRPPsPvoCY7XF3P4xZc4cvRFXnruWV77/mvseu57PL/7CG/80Td56oV3eaLtWV45vo+Wfa1Uups5dESC2/YiLPOdnPnoWARjBQAAEABJREFUAz4W+OijbtIVNdQf2kdtQRXPHD9Aw/Pf5pknn+H4gZ3sqK2k0F3B8eNtlDS10bx7HzVeJ+lYhszub/Pubjtluw8K3k6ebm3h8DOHaXJOcP3LT/gsx/80HRNZCp5+m+f3iF2tVex56QS79z/L3soGnnznecocezi0t4oauSlu0VZZt1qpRJZ4VLKmqcdzhTErOYyM2L648GKRm/J9A5uB1WZyL/mbcvXVLKsh5SJfa06OcU/lLPK+WaoMSaXfPN6I3+7CQ+2wCM6mZKyiV473KufWLG8l3VaqW6ccWWdAwZQsk9q/mT6jL0JK6jVw8c1SPGabXNaSco3T3w2bFlhz2y5pM+0rNunrWm6UXmk3wsOUOYS2mHmzLxhon9iMHkqv+ihshM9SGuWhsLRuI/vKQ/2jtFrqse5vFpSP8lNQu2/yE38ahoEh/r1Zt6TN110n/LStDIPHfjOMvBO2eyeQ6cRtJuQrxAPat00Z7FbJJsnhko8Ft9tNy64yrN46yoqc+Fx2qSugoqJwAc9RTUmhmwL3wuHW+dYBa6F+/z52te1jZ00tTQ3luGvrKbJasZs+ikqrqNvZREXDDmo9Fsrqm6mp3UlLYz07dzdRVLubxsp6WiWIq5Nz1SV1NO+opby2Ep+9iMrqGoFyCgu8FBSXUJyDMmoapL6yHJ/DQ01dGe7qVmqra6mvKKbI68Fuc1NbV0ppUzt1Ow7QtrOZnY21OEpaaSmx4C6poMhXRE1pCZX1jZQXFub4F+X4F1JYVk5x9S52VldSX1lIxY5GSipqKXMXyEpfHW5LGRXlHrxe69Zpjk1qYpigfRRjk4y2LbmBITd2vSFvax8Y27YB8orfRw8s9G0wjMeng2iWQAHdxOyc6VLq4XaEnP4SnG5H3fM65z2Q98D284BMC7ef0g9C49x1WL5u3mAehNB7KEN/ZK6/Cbz9179WGvc2U11devORx42LXYXS6sFT2kjrgcPsFzhwoIW6Uh+uVdCXVrtLqyVYq6GxqZGW1rqcjrfd000bpquKpvb97M3xb5OgswLfUkaPwb5FVid1FTMX2D0G9i43USdMarvNYaLl8vP547wHHrQH9GULCvdCbi5T4bQ8Fn1b77OBQIDZ2VlisdhN9+k1zjSRwJZttxmiN7fdvLadGXmFHyMPGIYhU8ZsDh4jsx8pU/Wy80gZdM+MuRHQ5QKje8b0wTAS1UmnQR/fWWmCYbFbMK3mg1FmvVIsDpwuF06HDUmUrpc6j79VPfCg9ZKOn5HBm5aBkE5n0P1sNiM3K1FEzsk3Ok6Q71wp5xRnKW46ESWRTJFS+hyftIyrtPASKqnLLZwoI4HsDZ45AbKfFX5KH4snhV5ukoJz20cFL8JtJ9dQkU6KPpll/z5kDXRrQMncsG8NqGtDEZ+kEwnSUqrJtxFlU2KL+nfZ2Wxa/C02prNkM2n0Z7TLMG5jta4KaadsJkUyJfzXRbgCsiqm9mWEl+6vgLKeKum+q17D18NnK+OmZVxpEKcwPj5Of38/fr8/1xeSySTRaDTX/jJMbzMjKw7KCL3yWBi3WcHNIk2Qw/261MaQ+kV8LfUH15kkiXiCpIzxtNQt8EmL7AwZIc5IOyrkmIkCykVGvhwKLzmfFfp4NCbXCKFRfnJma3wyZKVPJ/QlbwtKbw218lrkPZD3wH33wBad2d93u+8qQBYsMEwDyzaMLHRxUFd5FdQG8lveA4+VB2Qmk04RDgWZn58XCBAMhEnGIiQlWMmkZBKmk0Gd0AteUhZAsvEY0VBgATccJZGOMd19jp6hScang4RyfOYJBOYJx9KkgxHiMuGMiF+zMsHTCaiWyORQIR0LMtt/mgudA0zOxySwE8RlHxFPWoIJmX8tO7PGw+Ao07MhZqNrxF8HWnguTDxy7/79hwZ08zJhn5fALrmSHolpmcwHmAlkuOV0coZAMMBsIEY64mdaHK6B3S04mzlIh4iFphieSJGWwHEzrDQro9dbzRobehHeFDOkP6YI+iXoiEsH3SSvrUquAdy1a9fo7e2lpqaGeDzO9LT2BT8joyN0dXdJ5i4uIdXtFsRCIQI3x2VAxmWScCQp7ZgRIAc6JhfGZpJ4NERQ8AOBEBEZw9ngEN3X+xkYnmY+EJSxP38DQsSSccERfkH1vV5PkjKGs2Rk0GZkjKcTcTLhITrPXqB7yM+88Ltdw4dUI9euZHicgdEEcQnsHpIWebF5D+Q98BA8kA/qHoLT8yLzHsh7YPMeyMpKekImvPr/ipKx5UvlMhGjn+6uATo7AqSC00x/+p/4Ykz/59RvuHjhNF/19BO88vf87aUUPZ+fZmBshElkLT44SeTiL/giVknSZsNpTRMfH2Xi9Bd0SgCXEJzJCz/n/Fefcmk6IUHBMJ/+5/fomvRz/dSnXDz1GZdDMUau9+Hy+Dn/0R/ovNTJ8mDGkKuvaTUka87tm04ekwmigQhJsTOZTEtQGiMpk96UBKbEI8QGPuZC/zDX/UlS8SjBcApRj5RkHpKxmOAmcpmtW5inkiRjUUIxwdUTiZhkQ2QCO9LN5MVP+V1fRCbHEeZlAhyVQDcjk9e44AeiSTJSJhIp0Ud8pHzCQaIyaczEO7h84QoXL00RlyA1m00SC0ZIJNIyCYZMKkV4corO3/2CAQm0wyp3EXIKi8wZoe8e4NpwhKwE3EkJsKOJDOlQH5OTEwyMJ0mE54lo9iaelQm28BU/pOVY5UVVnvgooyA+ikcjBMR3CfGdZnMyEgkK+qLUhTKdICET+6HBK3x4dY6E0EQiUpfMkJkZwn/hD/y6J8Kc6JGRSX5cfBqR/rZAfP+/nR4L3iI7+njx/Zf2cCQUFBRQWlrK8PAwkUgEPZ6YmOD06dPMz81TXlYtC6u2FZXLAsFrHQxevkIvUQnirvKTf77K4OAlzp85wx9+e0mCvmF+/x9+Q8/Uec5eGZJrQRCyMQke+3nvF9dzfdnnsWNm5gS3k/ffnyQUkkAu0sk50eE3H/WRSoTg2t/wkzNjXOm+wpXLZ3nv8wHS81fpi1UQ6/49nVJ3blToVtR05crFfh6R/pWWfpWR/qVBbVT6H8kIofBCX0Qygjq+A4vju+NzGWsdnJtIyPjOkI1FCEq/1QUrxU2GxhkfusCvzs0yLzQ3pctYy0p2X68pCVnYyqSGGOq5yEcfDuX8oFfMm7j5ncfSA4ZhPJZ2P0pGy7TiUTLn3tki1z8igRQD14Jc/myWy5+uET6Z5dJHgivlmmkWeX/iF1o/l5fSyv4lgTXzEtxrJ+UGNZUgMJ2k/5LoL3Wr8tBzHy/TV+s+WqbHoo4bKC99LHYpCN/ldui5iyLrkuqwVt7CJ4cv5U1+sn9J+NziuzXyy/lG6G/yWk4n5xblXVI7BG7iLjl3s245/Y3jq59Lu8wkmZWbcd9laRetXwf9cv7dXwWYHomS2WyG4d4NmwfLSe4/FgmKHE4TLb8WnjuB06XTFFMCCwdOu0l6bpxAPMWUf5CBwV56ewYYHrhCT88YoelOuq+e5OzlTvpk3FtsMYav9stkKYPh9OCwWrFKAJH2eLBZR5mSYGFkPEF4YJh0cpiJ6x30DA/Q19NLf+8kQ9MZibviWBwW4qEYiUj8a/UW90TN3D1UysWqhTKDf3iIq59/woAEOx9+dp1Lf/g5Vy+do2dykvnJc3xwcpiRkT7885309HZz6WwH02Of8+mVOTo//RVXr1zK2ZFaynu+m/6+bs5f6Way83ecGhnko08u03utn8DMuGQrppmSyWEq0kdH/wRj3V/R2/kFP/2yg5Hf/w2f9Fzn81MX6b3eyXRokoG+Ps7++iP6/UOMzweFPk44MEPX6Q8ZnOrnq6+ucO2Lj+m+dpoz4zNMDswQkaDw5tQ3ExbfdHHyoyuMDvUxI1mUSdFp+OrnXJie4drHpxicGGFGAqrgzAwz3Zfpi09y7qsupoYuMjzax+nzI3Sd+Uj8PcjZM1foPPlbrl7+jFN9oyR7PubCeIQ+8cXQcC/jNwWLl2VC23XlGtcudTEr/WI6mCA0PcRE/0d8JYHClb5ZEoFpJiMpUtOXuNo1yDXhM9F7hu5ZpE8Jj/v8sVgMLDYDwzB4VDe73U6hvvRKgruOjg5mpJ1jEtxohs3t9uDzFmC1WFY0366P6csZU27WWbcDhy3M9HSY2MwooYFeBiTLd22ii+tnhumTAHGg5wqXPj/L6UvjBKxOrHPX6J0KMZOy4fRYcTizRCMOnE4HmfEQ2alBoulRrgZS+AcmuC79f6Srg/6eHq5Kv0ylwkSzdoxkgIQsqoSTa59OJUTH0atf8snoHAMjIaYvfsgFGd9fjYwT8nfy6R8GGOv7gnMdg1zpmmZ2+Ap9He/z2wuzzIxPMi9Zyrn5CeaGL/LB+SnGL/2ei93n+ehMB+e+7GTWP8JEMIXGh+Ki3CebkuvQdB9DI6f5/ckeugcmJZCeZ2oqllsMyiE9sl+rG6Z9LQerozwWZwzDeKSvNY9FI4qRa78KCfLj9MkNcpksZwUycmXMrQDrKvDdQFbAEtGUrJynZdFsfZCKZ1DajPC4KW/p/t1ky/mUrPglo2k0i6E2ZGR5+hZ+gnOTt+4r/0XQY4GUrLAnhMcd6QTvFj53OE5E0jl/ZFfAScbSkjlIsy5Zi/pqeYNnTmfhtS4+N2hzdizhlTtefk7PC6i+aVlZvYkjdTmZWi6lWWlfsgU6G8xKFiar7aI4SrcIerweEB5Z6Z/a1o/T2Fy0VW5BmKaJ3WVBM16L9bnSMLHZrNjtDuw2BSsmukWZTRVK5m6e9PwQ12PVlAUGc89qWZxu3D4PnoJinNX72FvtISNBxqx/lrhMPu0CNocDy8xVJlJ2pueSRPuvMBObIllVzJxMIoOpOGGbh/BElGwyLNmGDGVNTZRWV9yQrzrcDRJM+4N09YWwywRzXoLFicF+5iNhkokgoaEOBtIOshYTS7SPkdFOzvVP45cJ8ZyMNb9M+iKSVcvaLLf8LjU+dp3B/k46x6aYnZ0jHJdANzDMUF8/Q+PzJCVwtTjtWKxZIhqIzgwwNzNMz0xG/HCRkWiW6akpQlPdMnnu5XLHEKOXOpiIJ4hbHTL5TkjWcojzJ6VOsi0zc9MMD4wwNjpD1mFH4luZNCyxXf/n5MQlrszaSRl2oU8RmBqh9+JlRiSom54J3QwCDckwGNEg/pSVzHQvozLB7p8aYjg4zIVTnblsnn8uyPz4FKH5OSIizO4KMTY0QE/PhNgb45afEc9cY3gmwGTCIcGAhUw6zlTPVQkUr9I9PM6YLIhZrOI/p424BJA9sgjQJ7zn54PIusASI+7fbiqVJSn3hIyM8fsn5eFyTspCSUyCOMMwZJFihJRkdSsqKtDsndZbLVaMVVS02mzomHTkxqUdaS6EDcwGsVojxI0IfefGcDWmmIpCNOPC5fXh8/hwO4tpP7SbCucME9PTDMyDwyH8bA4po4wO+IlIsG8YE3zVm2B02kF5Yg0TO90AABAASURBVJCx2QgTcwkqMpPMyHU8EvATdu2guLyG2oLVNL3dgMBMkJHeKdISmNplwSkl4yoYDksQGSA5co6POqcYHpvGHwwzNT7OSPcl+sa7udwdJBoDi9ieCfvxXz/PV/qI+OQ0gZGrDEofHdTA1G7FWCY2LeMn0HeBjpEhLnSNMTUXleumjHeL45brxDKy/OFj5oGsLJI8Zibfau42PzK3uf73TX29OTi9Fmpb3Ow+6mP3E2uH1sNeoRFYB43ybz3qpfXI7XLajt1ep/grgvDYsc+Dr8SKt8hKfavoL3rcicdt58Te1iNesWEdckXGivpI/U1eK9khsnaLzrfpIHSr8dP62/CVj+p8FzqlXQ638VqBx00cbR/RdymPm+dWoFuKt0v6hbZJYZntZrvo+bXSK+5S2LHXQ3GVA7Sz8vhtmofTG5DMrVjxRze3uUQospME2UGJ3UmNN86k7zh7syOkslZc5XVUlRbhk9lQ0l3PngNVxAa6GR8eJYRuWbLZBDPXR0jIBNHnSWOJ9NI5HiZ79Emc/gDeqkIcdWVkJ2fJZtIkYtLW+2Ty2FiFRVmsCTIS5FhJmIW4rAUUu8Hiq6aovJIKuSYRimAtcsjEzi5Zgiix2ByzyZQEQCXUVrpwFjdQWl5BleDYlshLxiLEZCIYEdy4rYH6wmKaq7JEJLs2JkFkSoLArEyyU85SfBLcuSwZ7A4XxSU1FBd5KCisoaRQAl9mCc4M0T8RRqIOooYd8SxGJiQTzgCz/rQEVjFcxQWYTh/ZpIVCh4lVlLmlq6YSZCNzJCQbg9WJYWQkaI1Jti9MTIInS1VtbgJulUUmI5PFV1QERgWt1UlmRMZ8LEtldUrkpUReFFdJGd6Ceop9NdTvrMazcy++iTNMJ53gqKDSwtdbZJ6UxSTj8GLKAkAmHWW0bwB/KIH+ZjIliysWmRhn4nHxT4CI+C2ctpEWPqVuMLj/mwZzaVkIehQXbVISvIUliNHf1Gl2TsexPnrp8XioqalBA7u5uTlikgHLrHOSmZhOSXP7cDeVkezJsv8Nt2TNM6Qpoay2ippKB5mwQXHLUVoc4/jHh7g2lmRhy0K4h17JcoUcBfisGSavDNIXKeVQRYKkpxKsJRx2ztGXgHgsRrrkIDW1O9hRvMBhLd/xlIVo3EaZLD44HdKbLOWUlFZRW+7AjM4ynQoyG/VRWODEmpmXTPYE8ymTqCy2YDUxjCzJSIRQYJZI1E/ArKbYksEr2caUuwCLYV+mhuKHmO7pYiSQkT4eJYXKtWCVa1pKxlduEC+jenwOjcfH1DVYquNxDWh5lC3oAXML6rQlVDJMA4fLpKDUKjcCO+W1jjVD7S4XlY3O5fh3Pa4SmtoW113x7qSLyq1pduJwWwRMCstt3Al/pXOVDQ4JZkWPurXbvBKfxTq1qappZX9U73BS0yyy1uHfRb5LS9W5Zufm+SzludJ+tfhWfbzSubvVldXYsUuf0rYplMDubvh3O19cYcPtM1nl6SQetS2RSJDJZJaYJRMwmYnkJr26u+TMwq4VqyzfW21ywzZNTIcbh+nH5immqmoXbTvaqK/dSa0lSMwxzfUrn/PxL37HR5+cZWTiAicvfkV31EXaUoDbYsEik3xrNkznRDUtLQf45mtN7JH+0NftxF1/gNqdLTS3NVBZYscWj+Ao2UXr3laqiz1Isy+otKZvFxWuFA2uK5y68gED1kaJecpEByvOQg++uhJmvzzF9b4Zoq4d1BTXsCMbwjAzgic2Ox3SJywgQWUqEUMzHgq2mloKikrxRtPYMLF4ppmI+nAYNgq8GSJGgmB3P9PRLOI4sdeF1ebAJZkE0+HBYTGx24VSMkgWAWepj5QZJ55wkY1OSWAVJpyq5Wi7QVxoEtYyqkuseI1hzlzulkyfJ/f0Qjp+QyfTRbK8laKeTxi+3sdcyKS8soTm5gJCkglN2i3YnF6ykRiR2VkyVjtOE7x767CUNlNqbeFgcT2H2gyiNpOE1YVpd2O3WrHgBKOZ8rkLWMrdJItLWOqLeEUbztAk0evnGBj1Y9jjBNIS0Gft4psEcVuCtDVFqKuPVP0OXMLXHc/KOSumsNb5MPd5s0sg7PRYsYht91nUA2Ovk0UN6AKBAAMDAwwODubGdHt7O08++WRuX39XVlhYSHFJEYHQLJlsCsNYWUVT29pmw4qBIf3Y7bIRjnlxFDbQeGA3NfurObSjlsIQpPovcu3Ue/z8/d/zSec4XadOcuHqpPQ1E58ET6bQO8Xn5nAHNOyn/sSf8tTuPez0n2HQK/xalVcr7VWNFBfamYy5Kd+5j91N5ZT5rKxnKylIUlE0zedfXuTTc8PMRDOYaouvDGfTQQ5mA7hlPFqkXyYtNpLpAipEgIwE0l6IzfqJxtKYTc0UheI4JINtbWjFa0ZJX/uSDrk2GI6s9Pk4cUntxaJRWQtKMh12UeJLYsvGSaQspFIxiHQxF8nwCCeEudMml0lWv4fcifLRO2cYxqNn1GNmkdwiHzOL12puFta5QLhWznm8x9gD6WSWRCxDSsrV3bCeMwaGYayHYFviptNpvvjiC8bHx9F9NUKtVjAtcrTilayFtvYd7NtXgK2gksrX/4oXm17g7WdbaH3mSSp3PcXL7QW0/OCHPPnOv+XHP/gr/urP/5hvffMEzQ3P8cZzb/Pnf/EmzxxuorymjupnT3DALOKFb75MS1MNntKD1B/7ET/65lu8W2fj8IvHhe4Yx3bt4Rvff4p9r75BpdOFXdRb38egRALOo+/+S9589of8i1d38twbz9G0cxcFjmqKmt/hL3/8Bid++D/z/Ze+w5+9+SJv//G7PHnsOO2yiLPv2adpatqBZWaA7lM/4b2fL8Dvewop3vUS3/nOyxw6doQmRx1HnnueV4X22de+w9H9b/Anr+6hyVfJ8SelPP4dWg++xg+OllPxxl/xQmMJTz51lJ3Hv8+BY9/lx996me/8D/9nXt7xJK899yLPv3yU9tYmDn7zL3nzuRO8dKCetmde4uCrf8qP33mVH/zP/5Z9sV66Pv7Fgk6/P8MXY/W886Pv8cK3/oo/fvM53nntSVpO/Bk/PHGMl47ulEzcUxx94igvvX2Ewr0neK3SwOfex3PPHeKJwzX4Kpo4/M1/xVvHX+SlA7W0Hj9Cw76DtGQl85KcYTZ5iMbqUgpT17j6+YIf1B8fdvioP/oab/7wX/Ham3/Of//2ft750R/z3Ft/yb94+1XeeulJSvdI+7+1j10tr/Dma2/w9rsv0r6vlTILaL8jv63LA1m5oeriQk9PD/rGSw3uduzYQVtbGwUFBZSWllJSUoJm8PSlKW2726irrcEuQdtqgrz79rLj4AF248ZqPcyP/uwwx/7F67S3H+J4XQPPv/4cjpKXePuFE/zFv/tz/vJ/+rf8yz/+Ht880sBBadMXf/Df8YNXnuS5hgoKCvdKG1fiPfxHvCRj/kiNg4od7bzz3/05f/H9Z6hoepXDe5o49kI7jc/9C76x5w2+cdRJRQHr3pzVu9j14vf5l68+yzdf2En7my/QuquFJksRBVVP8sf/5tu89NprHGlu5fjTx3jjR3/By2/8Bf/TH++l6ejrHH/+OG899yR7Zcz+t3/xOs+/8QxtDUd44fnX+O6/+gte++Zf8H//Zhr/uT/wm3/6CT/5p1/zRccsxd/617zz/A/5H/7iDV44cpRdrU/y2vdfptxnwWqu24xHgsCUeNywGOQHNblNx2luJ/+1LT3wmA7jNbSVjPE1YOVR8h5YlwdMq4HNbmKRcl2Ejyny1NQUV69eRTN0OvHTf06s/6ZA/3/V+MQEuqqfTkn2Th8fus1HVqxWKzabDGbTxJSsj8PiwGm3YrXbMa12HNIOVpcbu5xzu7x43S5ckumyKp7DidvtlEmlFdNiwWJ3SKbGxJE7b8EwbVLnxu104rSAzWHHarFjt9pwuuxy7MRiGBuaK+iqvd3pxqkZIodV9HPkbDEMi+jtxCN6Odw+XA6XyHeIPNFTbLKZBja7HYvFiquwirq9L3JcAi6Fo+2N1Jd7cbkcCziGRUoHDpfQOlzYbE7hZcNqWrDnfOTCupipE/84LKbUy3m7S+hErvBxeb3iQztOh/AR+21WKzaXB6ddjm0WrFLaJEPqFp+5CsS/NfvYe/jZBZ2ePMaxliq8Prfo4BXZDpwOO1bFl9IhOpgWO3axx+G0Y4oumqkzDRsOuw278DdEV5tzqTwbFpsNKyaG6aLl1VfZXV9NXXkTTfu/9sURkVtVInRuAfGz12nD6XZjF16qq+ph2m74wyp6aRuLDTabcia/rdMDGqhpZu7KlSvo7+iamppk4aGJoqIirNJnTNNEob6+np07d1JeXp6rNwxTcvEGEg+uKNGQtl5ob0PO22S8Sr+QsWG12nBYLDikzQzTgVP6p9vrxuPzythx4ZS+Y5M2dUhfdWlfs5iYpg2ndDDD5sIh7WyzGJjCx+kROhnPptWBzWbB7pA+Jn3UKf3DKdcW02Tdm2GxYpUx55Z+7XJYsYmeVvGDFdHDYsflER2kziZ1dun/2jcd0jd9LpEtcu1ij1P0tsl+7logfPTa45B6l+jrcBbgc1bScuxJnjrxIi+eeJanjrWxo9SDR/u7+Mhhk3FiteOUcSyXjXXb8KgQGOgf8s1jvxmG8dj7YLs7wNzuBtxP/fP9+3569/HkrX3KtICRH3msZdOsnE4IJycnqaqqYm5uDn1Lnv5fq8B8QPxoCsiNyBBYC8PHCMciAaG3pIbq6gWoKPLglgWFh+kCi7uY4rLqBZ0qyqkocGLel7aTfmH1UFZXRaHbJQGjj4LSBT9Uiz/KC53ohPxh+uJBy34Y8nTxZWxsLPcSlFAoRIFk5HQca9Dm8/kkSLLdopZbAmutd0rApScMmWobsqMgRf6zZg+ox1wUlFdSKdnOmtoqKsuL8FgRj5Lf8h64owfy2bo7umdLnzS3tHYPU7kskh0QWOFBc+3wyWSGbCZDRpYQ5YPWZVJpMsk4iXg8l0FI6Ou7V6B/mGZtTHaWpNgUCUWRnMjGWKxIlSaZSIq/0jfPJoIh4lKXytVkyWbShOZDJMW30iS52vzX4+MBneR5JRukQZxm5YLBIKOjo+gLFjweT241P5vVlfx873h8esUaLNVAUTIeNs226Px2DSR5lHvjAb0XajZOs+oa0OmLUHRxRrNymonTxyw1+2QYd28YQ2coiqZwb9TLc7m7B/IYeQ/kPbBNPaCXzG2q+v1VOytzxEwmS/q2oCyde/HA0NA86eg0k9MhAmEJ4qIx/NMBUrEQ4blRJqb8zARiJPTRsPur6rq554LRdJqMBKVqJ2Jnrk4Osjf201IuMM6SycSZm5phpG+MmNBoYJeVUm/eOZD9lPgpmwkTDIQJh5PcJM8xER7qT4Ebh5CTFRPcKMFgUo7lIzr5u3qYmptmOhJhXoK5RCLMYMcA88EISWG6yCLHZ/ErxytDWs4v8NVNYpcQAAAQAElEQVT9DDn7RDetXkR9lMoFXyx8P0p2LbUl9ziRy5V7oUJnZyemaaLBnEvqyisqBNUko31vG7pBuq12V+n4Ykb+k/fAI+CBVCqF/h5OA7nh4WGmp6fRsarBXF1dXW7fMPIR2iPQ1HkTHkEPGMZ6F0gfQSdsc5PyQd0qDWiIZ6xWA9ttjyvFGR+f4L/87WWiwx/w099c4MzVIUbGhjh5qjfHzZj5nItd43RP5A633Je+CjkqGbFIRILORDr3drl4NEwknsxlGOPhSC5Q1SApk0kQD88w2NnNpZOdTEmmRAO7RDQqGba4ZNCSJMNh5iWwTUcvcebUVS5cniH+dfINMinhq5BBg8F0KktWMn9JkRmMJAjp/31LiWwJCLs+/ojuwcuc7rzGZ59dlMBumssfnKVveJK5WAINHm91aJZsIi46RgiGE7IfQ20JSlZRM4vJWJRQXORutUn/vdBHeGhgcKs/Ho0jXSxIyQRR35I3MTEhiytp9PGtffv20dramjuemZ5CH2W1yhiVe5EE8dntBTIO0tL3U4ltpreskmTycFtfy8o1Lzceb4zLzfsIcvy2yZDWMau/d+3u7s69CEV/I6bjtbm5Gc22b9gM9aesJMr6nPic+wSLY1D5L93X443B4r9a0Ta8tS9sjN/X9i/Vb3Ffy/XyVRqFRTrdV1g8XmupNAprxV8JT+mXwko4C3VZufbkBob0C31SasEva6NdwF3go/vKS/ttDjbcQfOEeQ9sHQ9I6LJ1lFmqyXbZr2VAAo5hPusLY8gM0+YpxFfoxectxONy47RbHrgpehPRiaJCVrIYXysgV0ESnHnvfU5//gc+OXuWv//P79H1/v/Cfzk3QP/QOc6ePsN7733ByKn/yt+cD/L5P/+SMxcv0BGIMjo4Ruff/g1XohEu//Y3XP7iH/joyhf80/t9zPb3M5+IEE1mZML9tcTcnjnFpQudXPjwfYYv/YJ/fyrKtV//nIudv+NkTy8XT12j/8N/4B8HpxieSkmwmBYeaZJJoZaAkNlBxkbO8ctPLvHRV5NSueQze46vzp7hNx/3Mdt7hfnz/4H/zwcX+e0//B0f/+4n/M2py3z0d+8TjcVR65dQPpRdNScZy5CWCf2mFZAFb8OQr00z2noMdKVfX6rQ19dHUVERb775Zu7NeBrY6e9tvF6vZO+GcnfnvotBzv56hi/+eXJT8Nk/TaCwGT6f/2SSRfjkHydy+6vxG+4MSwY8weC10G16fy62KCzSfiq8NqvbIq+l5Xr4qny1bZFe9Vus+1x8p6DntF75LsXV+nsNKlvlLOf7+U8m7tqOSqvw+T9N3uZ75beUx6f/IO24Cp7iLsKp9ybxj8aYGopx9bO5XNurjMXz6y3PfzDDaHdYBudWuHKJGqt8dEKswZxm0vvlPmCz2dBgTl94omPVMDZ3jQrNpeg8G+TM+/77Bl/+ZpaTv1zg/8V7fr789SxnfrtwvFG5Fz6ZZbQvin88wenfzvL5z2dQOTm+m+CtPE6LvspH9z//uT/HX49zsEY/fflrPwqL9t1i9zr0+1J8dfIXfhb55HRQeoU16qL+OfUrP5//bIZF227yW8bj+rkQs9NJJofjnP9wPif3lLTdF+KHL4XHLXSqg8JSHnqsIHWn35/l2pcBZicTck+WlYNV+vjjUm0Ymxurj4uftrKd+aBuldbRVZyEZHjiEVl+XQVHq501e6i2JbHN9tCZAA3sLBYTi2liChgPY4yITNMKpmQajdtaOEskYsHirKDUaaPQP8BQuIDi2hIKk2PE0nGiNfWUNHlJDF7hyrADq7WcpiI3nmyK+NwsMVkpi4WCzPf2E/TPYt1ZT2V9FV6PB6fTK4Gsg1tj2SJKUn5mpkb5oHua7OgvODXtwOEuptyeITgTpm/UQmt9BRXFVhyil9XuxOW043RYwCP11dUUO01sEjiyZAv1DUogmcCxo47yymLc8SlwlOKy23A5HFhcxXiMkFBsjYmRYQGLzcS0GKLT5j7pZJak9FF9/HBznLYGdUoyc/o7nOvXr+d+N+eQ9tNHtmpra3MBnT7CFZRMseLpvmYA0hL4+4qslNfZ0f9VuBkorbaj/0twMzyqGu0oVNTbKamwiU6r6+UrtuDymBRIn18us6rBgcJifVm1jfLa1Xkt4q23LK0Svmv0XXWT6NToEJsWoKrBfkMnsVnPCSzIt1NSabsnbbLAz3FT5tJj9Uep+GVpne5XiY6qq+6vBnq+os6xqo5LeZSs0UcV0mYOt4lToLjCylIeq+lxp/rSGhtur0Umm1vj2sWyLSM3yXA4TL8Ecj09PehxZWUlOmaLi4ux2+3oPXAZ2ZoPrTYD9WlVkxO704IuUt4v0IW2RDSdk5G778u+lpuRBwbeQhsFJbYFvrKYl5LMfFxKhZRk6DcGGZLCJynX/5SUiVh6gb/cC7Q+tUG+ei9R+ng0QyySyfFcCy+lWdQhhy96Ka/1+C+HL3KVRnkl72CDw2WRseWUa7UD3VRmXPSNhtKo7nqsEIsk8U/PMz42RXA+QiKeZnpqlqkpP6FgROzLoPdQm8NC7U4XpVUL/HiMN8PY/LzkMXbfljDd3BJabEEltGubpsHdJt+mr5KqmhoaK7zItYatsN3UXVt3pUGajBGYnWYmHCVhL8FrlFBe6sVdUojTTCHLYPglY2Yv9uG2RAgHppmeD5EUXpKAZHLgOn0jIeZTVsl+JQlPjzM5Mi3HNtKJeaKhWeblIvu1L9xUlWbxlhYStjTyRMEwwZJW3IWVFGrwZmawZYNMjk8wF06RzNqwZZJko36G5xNk7AUUFBZT6LKJfreuplkcNjKpKKGpCaYm/AQyaeyuAjxuN263F7fLh9cFojpbYVM9TAsY2jZsbjMMI2eXFJtj9JCp0+k0+pilvgBFQf/JeMGSt+R5JStnsVjQt+ZVVFSg5xTKystQB2gwVr/bxY597rvAnc+3HPCwU2BzfDyig4fmfR52HfLmytX4FVfacRdYUf1Xw1ms33lQeO1X3m7hf+9A+e7c710jz+XyPTl/qa07xN4FcOdsbrlP+u5Y0sbN4o+WAyvp7hF7FNxSrgYelL551fZWegU3a7Wlqd2NR9rTK4sMVRKILOi6wGNh330HfW4/V9fiprDMJl3cYKtt+ru58fFxyZYPyiJhJDcmdWyWl5fn9vXRy83qbMrCl6fQSrO0sbZVQ5ub+wWNe9w07fXk+O+QsmmPh8ZNylMerUd9tD/ly/FSGxqljyzCRm1ZSt/Y7sn1Y+W1Xn0bb+iitAo5u2/U6TmtWwso7qLvluKvR58FHm70WtKY870r1xZL+S3uqx/bjhWw+wnxq+ir9U1y/dF69bkeKzS2eWiQ8+WNBlnXFJHMAPbCeaqarVQ0mli8sziKg4LjkOuYl5Iq+2a77CNBr5l3hUfCmMfQCPMxtHlNJuukW1cKbY7lLrLg9rhp3V2K1VtHebFTLhCN7Ny9lycbCoW33ICd1ZRKZqvQLYdb8ZOKE4sGSDideNoOsqOujjKrFXtpK5WlpdQRJR4upHH3Lg61eyX7liXtdFPZ3kTdvt14YmHsZTWUtB6kpqqGosicBIlBYqkiigrFP44I8xI0jvYPMJCDCeLeAqrb2jm8az8Hd7ezp70Rr7eCoqIymneWs2NnEZH5ILaaRgq95VRJJFZS5CSacVKzqxaf20eZ+NpljzGR4zkgvEcJF9XKRKoIT3iOYChJvLSdplIn5TW1FJdXUlPolCxkDRbTwlbY9NFYiWHI/d5ikwpZrGC1mxiy+LBJVg+NXCeH+u8KdIKoj3AZhpEL3molO1dUVITNZsvpZhiG9BcvmqHTLECuEgPTauAusFBYaqO4wr4pKKt1UFbj2BSPRR1KZIJQUS+8JHBbrFteOj0W7HJ9cfssd5VZfg91W6qHZqs0qFxat5790uqVbVTbS8UH6+G1Xlxtq/I6kb/Bdi+ttrOqjkt45mwR3LvpV1Ruy7Wnw2XiLbLetU3vxs8nPBxOE1OCG7bAphM9XXCZm5tDx6y+BCUej6PjsampibKyMhwOxz3XtFIyoHW7XNxPaNjtRgMCldEkAZ4GGfVSp8ebAeW1QwKOulZXjn99qxuVpbBRvsojB+KT+pt8Xai+Wr9Wvjn8JTY2it1alwuIJBhaKx+1pUkCsaX4ykdhad2d9lXvRglQmySgVn514qc74S8/1yS66wKN2rB4rlHmLq0HS2neW4jVN89svAdPWZyKBgu+yiTWggCldVDb4pSMvQOX13LP+26eYd4DD9oD5oMWuP3lOaisqOD739+Dq/Z59reUUF/mpbKqnqNHdiyYV/QE7Tsr2FGxcLi1vg1clU3s3PMMLz37DG+9vp+KF5+n1e3GZ6ulZd8TvPTt1zj66uu8UOVg/8tv8tzzb/PdN1/kW3/yGrue/x5vPvECP/jL7/DiS2/xzJ7jfOvdZzj8/GEaCpo59sxTPHGkGm9sgMtffslpgS+/7KAvXk15czvP7i3HuuNNXm13UemrY0dzHQdf3Eu98P2jZw7zzf/2exyT4O9gyx6OnXiRozt38MIfPU99RT37dpVTWRyjI8fzNF9+eZneaC1NB47z1ttPc+D409Tu/yHf3FvC/qefpnXfEZ5pKmaX2Gm32yQEePgtIYnEhcc+bvmt48PX60FqoJPDZDKZW+EfGxvLPb6lj1XqSv+ePXtyk8PFYO5Oekmcx1aZ8N5Jz/y5vAc24gF983IymZEFoIf7+KWOV82mx2Ixpqam0N+56r8UKZBs+u7du6mpqcEqi4IbsfFRoMnbsHU9YBhGrm/q/cRut+ceEdYFRF2U0P7b1NR0c+Fw61rx4DQzDOPBCctLui8eMO8L1zzTLeoBHbB2nnjjSfbuacR3v7R0lFDWfJRXvvsdvi3wne8+xxGJcIs2La+QiqbDPJfj+W2+891XeKK5jBLHphk/MAYWK9hdptxotC14LDf9h8RDQ0MSlH+JrvrrjVVfrKBB3WPpkLzReQ+s4AF9UsThtDz0hQsN6HSc6otQOjo6chnzXbt20djYiMvlWkHzfFXeA1vDA9pvh4eH5X5r5Y033sgFdV1dXWiGWV/k84C1zIvLe+C+e8C87xK2qQDNqOiPmaOhFDzchdJ77kG7x47VYbmPmSsDwzSxyOqtruBarRZMU+o2bYnwMO8H300rti4GhmLnvnTn8QF91HJwcBC9qepv6PRFJzo51Me2dBXVMB5Dpzw+zZ+3dBt6QDNyGszpi1DcbjeHDx/OPQKt/yvSMPLjdRs26WOlsmaXdVFC7zP6Ei7DMKiurs5l5/Rfb+gTI5qJfqycsoqxhmFgGAZ5f6zioAdavXFh5sZJH21K6dsSlBjY7OIi49Gy1dAASw18tMzKW7MFPaA3CP0djj5mqY9t6e/mfD5f7g15mpnTfX00xjDu8SCTVZlYNJr733ahUAT9n4ypRIxUJks2ncmt2Or/OMoKXioj6zbJBPFoRPAFNxonkw70lQAAEABJREFUmUkwP9zN8MQcM/MRoqGQnAuhb/uLxTOkwzES8QSxGz7XiYPaKoxRSCciBEc76RqYZDaUELk3ELdAkYrFCE1OE8pmEdO3gEZ5FbaSB7Qv66KLjlcdt4ZhUFlZmfutq/5+zul0Ysri2lbSOa9L3gMreaCwsDAXxGnwpk+HlJaWoo8Ma2Cn2ToN7EJybdc+T3676YHcvezmUX5nO3lAIpbtpO6D09UQz1itBlYN6h6c2PsuKS8g74EH5QEN5vT/zQ0MDKAr/joR1EmhThA1O6eTQ8O4x8FczjhJrUuwlkhMMDw8weBggOj8HIHOL+mZjTI92CH1gwxM+4mNnOfL4QxT1/uYmJpiWgK1RHCO2NAlrkxEmJHgTW/+ETk3db2LQQmIIqksgd6LDPR1MxBOk4jNcf3kZSaDESb7ehnp62MkHGHs+lX8wXE6L19nbGSKdE63tX5l0YAzGUuSFlt00pFKpEklJQyTYCwdj5HU4FRMzaZTpBMJOZaDdFD0GmFyKoD+JutrHsJPRGfTacITUwxdOM94JkNC6hY/2WyGdFL4in0Z2Y+Nj4uvRhhLiMxFpHx5Rw+I28TvSNvdEW1NJzPpbK69s7IQsSaCTSJlpD9oNl1/bzQyMoL+zlVffKLjVSfB+hskw7gf43WTiufJ8x5YxQNerxd9I6vFYkHvN7qQqP1Zy5KSEvSnANrXdbFR/1XOKmzy1XkPbBsPSOiybXR9sIrK/CgpK/KBmSTTIwmB+D2FqeE4k0MLPHVfYXpk4Xi1cuou5xfpZsYTknVIC2SYm0ywFt6LtIqrsHi8Wqk4i7Aazkr1izasRqs+0XMr0a5Wp/gKy8+rrMX6jfC9jZ+0mfJbhNXOL69fPJ4ZS+TaJBbOMD+l/Sqe61OL/LRcxF1LOTuZlAxS+n49Hbzh8aarorr6qW/H0x+la6m/vdHf4NTW1qKPbm2Y+VJCGaNZCXB08ivFkjMy8ZRVGat1mvExPyMjSYxEmMCF33N5OkJ/x0kuX7rI+c4+pq7+hl9eCjEiQU53r2TWZuaYD8yTHD7HVxOmZOIsOOwWMoEAwa4uRmw2smaY8YELXL7cQc/IHInIEF+99xGdI+N0nv2Ky2cvcXUuyfTwFE5vhN6LVxjpHSHF2rdEOMjs2DDjc/PMhf2M9k0wNhYQ3YIEp0aYmJtjfHCCOdE1GAkwMz7BSP8IgcQUFy/3MDTkJxwMMjsxzPSsn5HhaeE3wvTUJAMDI/R9dSkX1H2tU0YCuiihqSkJTIeYDoaZ7u1juOM6ffH1haNrt/LRwpTuiPbHrARjWm7WOg3K05JGzjyAoE4XLuakT01MTORehhKTxQudDNfX16PZDbvdvllz8vR5DzwUD+hPQLQP6+P+mrlbGuDpYoVmpTUjrY9n6r3roSi5RYQahpG7hm0RdfJqbMAD+aBuFafpRDEwnaLjdIiTv5jhi/fuLXz+8xk+/skUWn7202k+/9md+X8u8hVX4W66nH1/lmmZyPpHE1z+LMBnd+G9lJ/y//zn03e199N/nkbhc7FjKf2d9tUGPa80n6jNK9B+Ij757Gd3l698FkH5fb6SzsL/8xvwyU+m0f1FmvWWSvuJ2Kyl6vep6L+cx2fi55XqF/FO/cqPXwLuicEYV76Yz/lY+alu6/Wl8jz/0RyjvVEyssK+Sjd+oNWqh94UNSvX06OBxRD6aOWBAwfYsWMH+pscw5CA6x5plZVwNitZpUQsS0bKW9harLg9TrxeH16PD5/XiVUQ5JaFPx5hYnxMfDdIz7ifyFA/6cQwfVdPc+ara3SFbTiryohfvcr8TJSkzY1L+BR4vLgLfLjMHiY95RIsucl29ZBMjRIJztDX38PA6CQjE0nhL9ktSdukDSdudyEuu5O1X2wzTEvG7/zv/8CVeT9901f5/U9PcfpsP8MT/XR98ks+m/Rz9jef09l9he6pQS6cucynf/9rusS2oAQVmUySqaEezn74vpzv54PfnubCb97jzKWznJ0OS8AnzrjlEyMenmLgahdXf/qPnOydYCialr6Vzv3O4hbU2w7yFeoBQ75Miz7dYaAlm9z00X+Hy4rFuvaes16Ri2N2SoJ5/a2rTm41m66/ndMJr2bq1sszj5/3wFbzgGEYaKZZA7xF3fTepH1cgz3NSuvvvedkYUPHxCLO41Yahl7FHjerHy1779/dYrv7Sfq23W1SVuegrs17z6F2t4eqHW5qd3tp2Oejfu+dZdSLDvXtgqMg+3fSqbrFg/5TY5fPSqXIaLgL76W86vd4qd/ju6u9VS2qu0dwvXfFXcq/TuxVO5rUZpF1yzmxq2qnh5rW9fGsFz71K+ksvqqXc7XCt3KHi9pWz/p0FbpF/XI67/fl7FX/1oiPF88tlurnRrFr8Xh5qfJdPhveIhsVje6cLtr+1c1uGkR/1XU5zZ2Otf94hFfm63TLQxt1qVQq94jlqVOn6O7uRieD+uN0fcPYvQ7mlhqZlXGKITkSLZeeWHFf8PAzk2mnKJukzDLCecdrPGUMYVBJ+wvv8s1vvsTze+pxNb7Ov/5vX8bTeYa+y5cZX+QnKcHU5XOMTEWZnJlmtv8rrgfnyJx4Ci53YSlxYdlZByOzZCJTDHWFaHruCI2HWnJB5SKbO5cRxuNuyZDt58TORg7US1/Z38aOpjIKUkG6OmbJSsbN1dRMiSPK/EAvHT1zOMWKqM2N3eXB454mEBjh8pUMKQlM61qL8KfK8DhqebKlgspSBJuvt1SA+ek+zn41SMKaJpa2YJgu3B4XTo/1a7z83h09oD1M1hruiLNVTiYSCTSTfubMGckCj6GPpOlbaPVfFNw3HfOM8x7YYh7QxzD1d3Z6z9LfkeqYuBeZ9i1mZl6dx8QD5mNi57rNNEwDh9tCabWDGglganZJsHEPoU6CuuaDPvSfbNYKX4W7yVAchbvhVUkA4/JZUNCgdC00izwVV2HxeLWyaa+PBgma1oK7yENxNbDR49y+2K37S2GHBE4Nbevz9Wq8FuvrRE7O1+vku1Qv3V/k1yiBogZwWrcUFs8vrVu6X73Tjctr5gLu0lrpV6KXtn+T2Fy3243SL8W/235Fgwtfse2+ruTfbeDoquacrG5qZk6hqKiIlpYW9LGtxZVRw1hTxHU3UbedNwwDUzIjdoeZK7nrJlPu7AhJawmVJY3saWygpGYPDYkx5jNDXLrwOR/89Hf87ndnGBi/wpdXznNJMqvBuA17jneabDbIuS4PjU3tfPPValprYpw7n8Gy6wkqK6tpaqumtMxGemYW013LzradNFSX4HNabw2ihJ9mF/UR72QiK0dLP05K7FEqzIt8fO4UX1ydZy5qYrX6KPH5aKo1mQykCVtsmKEgRjRC1AKB8Jzg2bCGRpmQbGEg6aSpMioBYpKYtZK6whhRfxdfXu5j0M+tsUciRDI8yzRewtFpwqEEGTNONOxn8OoE+W1tHjAULfelO5uDVDJLLCpB+fIs9ObYogsw+kh0b28v+rp3i8WSe3GRZi28Xi96vEkRefK8BzbtgQfFwDTNXBavrq6OkpKS3AKHvlRFFz0elA5bSY4GtApbSae8Lmv3gLl21McLM5uBTFpslhu002uRyfi9Bbdk0bySZXFJ6brH/J0eCxarkQOH697qvairp9BKLht4j3X3Ft0HvhLgesXX6vNF/TdTqt2eAisb4WHKYoHEItjs5gK9tL9HbN5IP3BIJln5GCYPZdMfl+tLUEZHR9HgTlf69caov1/weDwsfdTlfiloGAamBHZScPtWJcFlhQRgLizuQgqPvMH+8iaO7qun5dBBmloP83RrBTufPUrzsec52LafgzvqqKstx+suo7qilkPPHaJlRzUlpaUU79lDk2GnZu9RWlua2d3ezq7Dz3N412Geaixj7zNH2NWyn31N9Rw71kjTseM0VpZR6LAiKrJ8M6QvqO6mZfkZC+U1VRx4ch81ZZVUFjezp72c6mo3nrI6dj37Ek/t2cXe1irK6vfQ0naYEycOc/T159jtKmLf3lYam3awo3k3R186zv7du2hrqmTn4UPsam8TXrvYd+JpaiY66Tp3li9PfcmXV6eZyNbzwsuH2X/iDY7uKKOpuYHqXbtpLXItVzB//AA8YJhgsYJ0k3smbU4WYPr7+3MTV2WqgVxTUxM6Zp35t1qqS/LwGHrAIgsbPlkw03uYPn6sPyHQR5H1xUGPkzsMw9iO5uZ1XuIBuW0sOcrv3uoBWUDPCtxamT/Ke2DjHtD+pLBxDg+XUt/CqK/11zfkKeiPzHWlU99m2dDQQFFR0QMJ5tbmhTIqq0qoqXFgurz49hxnV2kz+5rLqJCAxVfRwO4qBxVHD9O0/zmePnqcF58+xMEDOykr2cGelnaefrqN5voSvEWFFDbvpNZwsWt/C+UlBdg9NRQ3HeWpA23sLzKp39UkdPU0VVSy/0gDNW278dls3Baz3VB+YdJuSGbE4NbNwFNaSeO+Y+zbsZu2+mbaW0soK7dj9ZVS0voEx1ob2C2BZHFtK3XNe3nySBsHX3iKXR6fBHmi8456GhoE9j0hPJrYVeOlrGUvzbsP8NThdg6+eISabIpMPIa+FCOW8eIs2cVTT+yk/ZmXONBQSk19HVU7W2mvLbhVvfzRA/GARVYCbDYTY5NR3fIxqy8xstlsucct6+vrc6U9/yKUB9KmeSFb1wOLgV1tbW0uc6f3tqmpKXS8PE6ZK/WD3tO3bkvlNbuTB8w7nXycz5niGavDwOG03PbY1OPsl7ztm/OAaUGCHgNzkxM1ZMtlk/XNeJJVlsP7+tFMnD6Oojc6/c2Brvbr66ArKyvRl6CUl5dLcCLG3VctbmeuN1t9qdG2DJRlwSgr7fcwdDesDpz1hzj69HFeePEFXpCs4IHGotsdnK95qB7I9W/pIxtRQml1zOpLIPStljpm9S2X+ps5/a2rPmq2Eb55mrwHHlUPGIaR+z24vjyloKAAfSOmZux0IVPvgY+q3UvtslgsGMbyhcalGPn9rewBcysr90jrJjM5mdNt3ESl3xSDjYvOU97ugYdRk0xkiIXTpFL3N6rTyaFOBkdGRrh+/TqaodPHLPfs2UNVVVXuJvgw7JchQDqF+CBDWv9/28NQYhMy06ks2oYKm2CTJ32EPWAYhiyWbGyCpWNWF2B0zGqpY7atrS2XmdNMHfkt74G8B1b1QGNjI/oopv7+tLOzEx1Pei9cleAROaF2anb/ETHnsTMjH9Stt8klPZJKxJmfn7sBISLhsEzO4qTSEmUlk6RktpnJpMmkdcItZSxMIIcfIiq0odlRRruvcn08QTQ0Tygwt8ArECIUjIN/jpDQJlW3TIZsKkVKX2uQEd4iIzk/xkR/J1e7xwgI+gYXcpX7vYfQFPP+WSZD9551nuOtHrA5TJweC1bb/RvGaemH+jKFS5cuMTc3h67yHzp0KDcx1BW9WzV6sEcy30V/c+T0mljuow/usVU32VmsRu63lRUDjywAABAASURBVPq7yJuV+Z28BzbpAZ146u9cL168mFuA0YWXxTFrtVo3yT1PnvfA4+MBvd9pVlsfT9Z7oGbuUjIfe3w8kLd0u3ng/s0Gt5snlukrcRmZZJZUIq3h1C1ns9mIrNp08dWZCfz+GJHBSwx2nuXCxByzZ/6OLwfnmeo/yfWuy3x2xc/MhTP0JhNE0hlSo1cYHe7jWqIAh0XCtmyazPwVBoYG6RrLEAv6Gf7k33N2wM90VLIQY9cYvPwRJ0diJLt/xuddU1y7NklgepzpxDSd7/0UfzCMqHqLjnc+SJOKx0nEkrlANJVIkYrFSKWkPpEgGYsSTy9wSMciJBJJkqko8zPDfPHFZYKhJBq0pgRXeYhZC8jJOMmJ8/QOdnN5ZqHq5rcEpEkJaKOxlASpMfxffi72TjK1DTMsN216yDsa1OQe4zTuvSL6Oytd3b927VoumNN/2qo3OH3M0uVyoZNDw7gPgtdpimEYuUdZpWDbbeI+wzTYlrpvO2c/QIVlbe/eSFsfl4Rcj/U3QDpmZ2ZmKCoqQn8zp2PW7XZvmTG7Pqvy2HkPPDwPaEZbs3X6QiF9+Ze+MVafVNFs1sPT6v5JNgwjx1wXhnI7+a9t54F8UHenJpP+nZt03YJjYLFmcdjDzPiRzYYRmZEgS7JvElxN9H3OFcmgDfVeoq+nk67eYYJD5zh78Swd4wGC0XkC/kkGhwMYNium3YXDDBCXG3JYAhzDmKJnJsDQ9Ski8zGBEYZ6LwrPcSb7Tkp2bojxkVmSEpQlzSTz3V3EJGBc+wN4WaYlSzgw2MvgXJCJiWlGz/yS66MSTPZ1il7ddA2N0n/+ClMJybhJ8Nhz8ZrY0s14ZJb+vgnRNZnLFI4MXadPgtGOK51EA1e52CG69ncx6Z/IBaTinJufZHiO+fEOBvrPc7Y3hL+nl2nJTIa3VJrxprr3bUcSvRIQgy4abFaI8siq/+7hJDIpmebFN3/pYyeGYaC/vdGb2uIb8jar972iV/vTkrmeHIrTeznM9a+Ca4aO0wGufRm4Hf9skE6BO/Ja5XzH6dtpb+MltDm5Uk6PJgjOplD9l8tTuo4zt9uTq1c5S851yr7KXs7jbscdXwp/0SOHJ6Xyzu2LH5Vn7ljrhf9i/XpK1Un53EYjPK8riJzbzm2kTnhdPSnteUr8vw5d1b8r6ad2K9ymm8hRfLXrtnOid/f5EMG5lFzfU4x0R2/vW4KzEt1qdQPXIvgnEnK9uPMAT0nmYE6y6Jqd09/O6W9/NKDTMasvMNJFmHs15vJ8tqgH8mrdNw9oYLc4nhwORy77rYGd/qb8vgl9SIwNQya9D0l2Xuy98UA+qFvFj9q3TashAdwyF8kJ02LB5XbgcLhxuZzYrBZM0pItSzEW88JkB8OzcfwSlDmC4yQyMcKBOTRoo7CKwsISiqKz+IdGCBs2LE4nTocLu2QAiQ3Q495LrG+IyNwU0ymT2WCC7PgVrgU9pP1TmDE/cQnkEmkr3uZdOO12LGsaizo5SNJ9dZCRMT/RTIZwMMDY5S8kYAtKIHmZnq5r9IxOMNrdx3yoj66BITrOXqK/d4AZw5SsgonFMkvP5Ut0d15naGyM/u5+AgOnuDIWxB9NSsByI83H4pYlND3KWP854XeRLzsiJCS1aBGlTXNNii8y2valtoAGI/fEEGGmvO7FqppOBEOhkAT5EznQfaf0S13p18mh/mhcs3P3RO97xiRLOpVlZjzJcFeUgWtrh57LEXouhm+j6bsaoe9K5Lb6Rd79IkPP9wveYt1i2S+TcIWvj6M5Xktx+wSn+0IYLecmE0SCKWZk4r5Is1gqn6V0i/Uqu/tiKEffL7pofa/o23Ppdlv03GqgtGqrloqj+ihv3VfQIFmP+0VfBa1bLyidwnI6rVNYXr/RY+XVdT5M75Uwur9WPr3is5X8pjxW8r3W94mvl/ptqazB61HC8ykJ7JKMD8RX7UNLae60P9IbZW4miS5crDRkdNzrK9d18UUnmfoSI52A6tv7NKvu8/nkWm1ZiTRfl/dA3gPr8IDe+zRjp7+zs1gsaCZcx5zeJ9fBZkug3k0Jva7cDSd/fut6wNy6qm03zWKksnEmsyfYY71KyNVE1lZLY3aeuLOJ/c+/yuGmEoqLG6lvO8Sx9iKGfv0rRqIRYjlTMyTn/ASu9zLrqMQW6mI81EtfshiMevbbz9PhfoNaM40vO8NcNCRBmZ3qN79FkceDlWWbzPblI5VZgaWfGMPRcmy2SppLvJQWFmAU76el0Q6xCKGJOUkjGbjqGygOdNE3MMm8BKcZw0LC6sQlaIYxxNhEhKnxBFaLndLqSlKC56ouprC8BJfDuVSg7Cfwjw4xOjaBP2UjHcngEEZWCZolRpbzj8/HlBEn9wQJjjdvs/rOkKDYMDYeGGswp49t6RvyhoaG6O/vl8xAhrq6OlpaWnKvdjZV6c2re+85aNeWFHVBmY2KJhdVO91rhurmVXClvnLH6ryqRUalQNVOz22yals91LQsqxd+t+DKcUWjkyopfaV2XF6rjBk7VTme7pul8lF+y+srha6yyU3NLg+qi55XfSsaV9dZcZaD0ta1CY+WGzKVr8AiXuUOqReoFntU1mL9ekrV/ybtEt7KU+E2XoqjsMwXt+GtcL5a7Kjd7cn5ZS34ilMhfUZ9p/tLQX1/U+8lstT3KqdO5Kj/ltLofoX4y+62yLXNQnHV7W2qOOuB8noX3kIbZG4d31m5sKckO6cBnWbndMzq49IayO3evZvi4mJ04kl+y3sg74F75gHDMHL3Q/2NncvlQsfe4OAg+nSLjsl7JughMjKMW681D1GVvOgNesDcIN0KZI95VTZElmlSrlba65ppbtpLjayUupOD9Icu8ru//ff8zV//ii9OfcK5ax/zwfnLdCWrcWYtNwKyGFMB6J7awR994zg/eNtDMj5B/3gGT2ELB5uaqd1xkBpLlFRafF3WROu+Vuq9YDXleMlH7vkk4lkSsQwZxb15zpA9L+2F3fgnPuTXp7/idNfiG01KaK734Cu0MB2DaDaNdWoKw2ElmolK1i5CNBzHNnudc4PlVJciE44Y02lDbC6gan8NU2e+5MLZqwxNzYucpZ8Q87Es8ZCJOybZoMgspmuOke4RpkfmxG9LcfP7a/aANGfuGizlmmmWIepKo/5O4MKFC+jNSd9o2draSlFR0TLMrXdoGAY2p0FJpZ0amXzXS5CyVmg+4KPlUIEssHhugca9Xnbs891St5xnk+A0tN9KtxxHjxtEn6Z9XpbiNu7xsvtYEVoWlttx+awUVzjuKE95LcIO4bfrSAHKe7Gueb8PrVs83kip+ijvRVr1j+q+eLzpcg3+qlccBfHbeuQ1tHtpPVqAtst66LT9dx68vQ+sxkN9pP1jtfP1Emh7i2wUlNmpbHSvuU1X41clQaLystoNlm762Je+vOj8+fO537vqAsyuXbvQx6OX4uX38x7Ie+Dee0ADOs2G63jTLLneP3Vh9N5LejgcNUBVeDjS81I36wFzswweVXoNjDLpLCu/Lt4rma59HH+ugtISG56Wp2k5+j1eadrP66/XUbD/NfY313H06T20vfunPP/6v+Fff/fP+OH3X+LI4SfZu+s4b73yCv/ixyckKHNhLzzCzh3tnHi2mWNvPE+VzYqz+R2eOfAy33q2naPP78Hd+jovNjnZ89pLHHjrmxzZs4+dkkGRRA3LN5nrYpOJgM1hIijLTps0P/0az77wLi8e2MdTB6vZ8/LrVLq9lO95mWPPv807T+/jyIFWvO3f460TL/KdH4ltL53g6domnnn3WxxpruXgiXc4fuJtXjrUzoGWWizVb/LNt09w4jv/HS8f2MXu+d/zm1+/twBnJnDtOMxz3/gTXj7xHf71N1qpOf4tjj+xn9aqAm6dsixTN394Xzyg/3enr68PvSFpMKf/l0dXIPWFKPqoiWFsg1YRFQ3pPYYMAgVTyjWDxcBUWIlmtfqVcDdSd4N/zsUGIFfhNeut8m7Q36TRYwU9d69A+SncK373m89GdFUahXukm2GBxTY11tumK+iQTmVJxNJkpEQ2nTjqvxXp7u5Gf/eqwZxm5ioqKnA4HCLbEKz8J++BvAfupwcMw0BfPKQ/TdDFFH3KRbPlWt5Pufebt2EY+WvI/XbyA+Avt54HIGUbisiKzpkMKOi+HC75WKTz+ygpcUjwZGLxFEk2rYoyVwHlZU6s3jJ8bieFRV68lbWUlDXSWFNHXU0ZRYXFFHhLqCgrp7auBKfVxLQWykXCS2mxm6LyYuwiyXBVUOwro6rYS2GJF9NTRonLxFtWiq+ikkKvD7fgrfYxcpMEOSsDVb5v+biKyikuqaSssIDiAife0jIcFgt2b6nIqqCiyEehz4PFW015aQlVtdWUlZZS7HRTXFlFodjmK6mguLSC0gIvBR4H2MuprCyjrLqRqppmmhqbaN65awGqK6mpqpSMSi2lpVU0VHhwFFdRUlSAx2Elvz0YD+jqWzwezz02osGcBnaFhYW5f1NQXl6OxyNtLv3AMIwHo9AapNwRRQamLr7cESd/Mu+BbeoB0wJWq0k6m2ZqahL9f3MazOk4raurQ4M5r9eL3W5nyz4ivU19n1c774E7eUDHm/7mXF9E1NDQkHvKRd8WPTs7i95n70S7lc8ZhrGt9d/Kvn1QupkPStB2k6PTWlO8Y0pwpPvbTf+Hqa/pKqSwqpldu3YvQK0Ei27bw1TpsZetj2xNTU2hK/1649Gbkr7VsqqqSgLt0txK/2PvpLwDtrMHHkndM9kMiUScqelpUqkUPp9PFs8qcwGdPgZmGPm70yPZ8HmjtrwHDMNAX0ykiyu6KKpPvOg9Vhde0ulbfvey5W1ZVNAwFq4n2zkwXbTlcS0lbHlcTV+D3dK/b/TxNSDnUfIeeLAekPmeZJKzaLmaZJ0IakZObzb6Oxwt9dERfdRS32qpE8PVaLd8/Z3Gp6Tw0umUTISTAlqmxU8Ckt1DzulNS3cX9sVSScmnZdKs/krJDTkj2ZFEZJ5ILE48kSKdSgqfBUinxeepNJl0hsVbd1Z4CheUn0I2kyIp9IFwlEQqo1W50/f8K50glUwST62Xs1ifiYltadSe9VLn8e+/B9KpLMl4WrIAaSySQd+xY0fu/85pdu7+S3+UJeRty3vg3nqgsrISzdppYDc2Npb7rWtK7ic37wv3Vtx942YY+UzdfXPuA2KcD+pWcXQmozfUDPFoOv8ij1V8lK9+uB5I5yZ9GdISNCzXRG8meoOZm5ujp6cHfTREVxUbGxvRyaE+OmIYEhUtJ9xOxxKXZGV05uIp2f9adTlIJ4mEA2hWcnY2QCgYIh6aJZJMk4xJoJVISCCUJJMIE0pkSYWDhIPzzOn/TgxHSMQDTPZeoW90hqnZECHx45x/htlAgHA8Q3J2jnAoSFCuE9lMmkgoTEqCwXQ8RioeJx4L4e87w7WeIcang8QSi+Hf11redU8hwNhLAAAQAElEQVTMyOFoKUZqm+YgV6lfWbKhCeZmphkP3jhWXNnNSkCbC1JvHGtUeQttJkk2OszIRJhAJCMUt35yuDnaDFkJUBOiv9bdipU/up8esFgMrDYTj9vN7tbd6KPSGtzdT5l53nkP5D2wxAPr2NWMnb6B1jCM3KPS8/PzpLZhYLcOk/OoW9AD+aBulUYx5YZqd1pweSxs86nvKhbmq7e7B6w2A7vTzE38WLJlJOsUCoXo6uri6tWruUdE9N8TtLW1oY+JLEHd1rsS0pBOZomF0xLY5iKQZfb003V9gGtXA6QC00x99Nd8NjpPz1e/5Pz5U5zp7iNw+W/5jxfSdH16iv6xESaEQzYwSeT8z/ksXkPabsdlTRMfG2X81Od0yPmEwMT5n3LuzMdcnE4QDQ7x8V//lM6JGTpPfsIFgYuhGMMi2+2b4dyHH9Bx8RpKJ6Rr+mQkUE9p+k3MSsaSkvWLEo8EJXMYIZa6wSIRIzF6hq6+q5yZSEuAGiEQSpCSgHb+8gW6zpzhSuQGciJKJJogLkEtEqRlYrMExs/w2dVxRvzLNJOALy4ZxngiSTo9zfz0WX7xXhez8wkkhr0hPF/cbw/oPcjmsGCz5393fL99neef98C98IAuvOhv7PSnDVeuXGFiYoKELCDeC94PgodhLGTq8gt46/f2VqEwt4oiW04PmUxFA2kGroW59PEsFz/yrxnOf+Dnwh/Wjp/j/aGf87/389X7M3eUc+53M4K3Ao7QX1QQPa+dnGN+MsHcZJLe88E78svJFprF8oLooDIUFus2XIo+6otzd/DH+Q9mOCewYRmiu/p6kc+534tvRO5m+Cmt8sz5U3jl9kWO1p8X/kuPtW4p6Dm1d2nd4v7lT2dlgpzEPx6n9+Lt7aLtr/SL+Hcru84GmB6Jk01LZ70xgPQNXH19fegb8rRK386lb+kqKCjIBXcWi0WrHykwbrNGaixWXG6LTIidYrcHt8uGEQtKdi7DTHCS4eEBBnoGGBruZrR/mHigm65Ln3Dqq0tcD2Sw+UwmLlxjPpgCVwEupxOX+M7i8+G0DTFl9zAxbSHRNyAx0jCzQ730DvfT1z/I4MAco1NZCThTmDYH2aQBEnzKN2vbUkz0D3Hu4zNMp6c48/5Jzv7sP3P2/GecutrNl7/4FYPTn/D+qe5cJnA+NCcBW5TAaCcj13/CH871cV10iEUiMqEIkhn5lI8ujtJ74UM6rn2E/juVjz+4hN8/QiAaJ7mk/yBZx5R/gPHRL/n0zEVOXxojkwoTCCQlwPu6n63NjjzWZjwg8ysMY+29ZjOy8rR5D+Q9sHkP6G/V9ecNmrHTnzfob9h1cXVmZmbzzB8AB8PIX28egJvvq4h8ULeKe7Myf8nqsrRANp2BdUBSX0OdXB+Nykjr7yei6WWylvHRH1CJTsv10ZV9hYV6yWGI/mpaVvHXoXtaVvIT0RRqg+q0wG+ZDmvkp/SabUhKaiGzmj/E0YZkljYjR+1OJdKkxO+aSshukl9OF+Gh+isg+7k6sTsVz8hk/Q5tJLjGKj7P6uRZ20VB8BZ53iyFbj26K25W+kJa+MZicfRZ/tHRUfSlKEtfqKC/wbFardodHjEwMCWjbl3pX3cYJlarBZvVJqVNSgsGuoWZTZdjSNbLjAzTkWyhLjIIGSveslpqaquoKCvDWXuUp/dUYQ71MD0xTsRmy/GxCj/GLzERM5mejRLpv8xEdJrUjlpCkhmNGmli3kJi42GyiSAz00kqdu+ivKEai4pfE2SIBEPMjE8Ry8SYGplkqn+EkGTaDGsK68xVrl68KFlFK4bbjcNmEpfAbuz6BQb9Q/SPhZFEG3a7DVP/x2TXGbrGRxmdjxLzDxOZHWaAcnweN1aLeYtGWcnihQcv0Ds6zHV99HQuAjaH+G8BN3/Pv8Vd+YO8B/IeyHvgFg9YZPHP6/WigZ3+Zj0QCOQydvr0zC2IW/DAMAyyMidT2ILq5VVagwfMNeA8pihZHC6D8jo7je1uGvesEQS3aa+bprXiL8FTuh1Ceyd5zfs97Nh3uy5NKvcGr7pWF55CC+4Ck6pG59p1F3rVe8dekSGgPNdst9Aux1VeTcJnh9ik+8vP67HaskNs0v2NgvJu2iM67/PQfAdZ6+HfpHyWwCLtgi2eVX2qdGrTIv7SsqHNhctr4pa2qah33MZDeSsspbnTfk2zi4ISC4lUnJHhYaanpyX+zKCPfugrz0tLS3MvWHhUB7Ahhsk9CFOuYoapR1Jxx49E09kJwkYDJU4f9YUGgcKnaUuPkMimyTrd2MiSCYWJWAqorHMxNzTE5PgM0RzfjJyNM359BsNaRHWliSs9xLXhKNmDx/BEEhTVFuOuKSY7NSsUFkzDS/3uZspqyjClZm0fE5uZxpKdY3xihOlwClmzkExZXOL/uMi2QjxBhoRk2TKk0ini0QAjAxNEElkiokdWgktJDxIORIhmEiQifqJpLw67myJHkpSRJR7LCj+WbFky6aRkHQeZEbpQLEYilSRj2rCk5kjqy2EyS9Dzu/fVAzK3kgnWfRWRZ573QN4D98EDhmGg/3qktraW4uJi9BHM8fFxNLDL6ILufZC5WZaGYWAYhlxzsptllad/iB4wH6LsLS3aMAxsTpPSajsaJNW3ulkT7Haz84AnN2FfE/4Nvg1Ct0OCkpbDXuplfz20itsgQV1Dmxvdr2l24vZZclAuwYPWrRWaJAhrOeRl50EPG9HjFjlihwahOw941+2PW/jc8NFqdRoEqxyFTet8F1naRk0SwK6my53q61pcOD0WCewslNU6uBPuWs5VNTnwFFlIJGOMjo3mbiL6IhRdIdQXoWzpAXYPlNNbjyQ3yaSyaMbydpZOnC5H7jFMw2LDVlhBgS2Gr6iUmrrd7NrRTnN9E3UFQlmYYnK0i47T57l0pYeZ2T46+nuZsRZhdRXhsduxy+qrW8K70UgDLS17ee2FZtp2lTA7VURpfTsNrbtpbt1BTbkHny2Dp7qdXRLQVRa6kUuJCFnrx4LXa6W4MMHY8CAhm5usNUl4doShqSBTrjaOHGnFNTPG9FSUeMagwG2QdUum0VWIR/YdxSaYaaJzKVx7DlLhcFFodeEq34GvtIySqSsMTSYky5cikwwxP+tndnaOufkw89lSigo9lMs1xGF1kDGceC3DxBIJUpIZXqsVebzNeSAX1Im/pXdvjlGeOu+BvAceigd0YbW5uTkX2OlLu/RxzEgkklt8fSgK3UWoYRh3wcif3uoekDv/Vlfx4einN9S0TBbj0czDUSAv9ZH0gGaVrDYD03qvLp5ZnE4Hx44do6mpCbfbzeOy6f3HvPH4pSHl7Xa30Na2g337fFgloKt4/a94sekF3n62hdZnnqRy11O81Oaj5Y9+yJPv/Ft+/Ed/xV/9+Ad8690XaW54jjeee5sf//mbPHOoifKaOqqfPcF+o5gX3n2ZlsYaPKUHqT/2I3707lt8o87KoRefFbpjHGvZwze+9xT7XnmDSqcL++2K3aXGoGTnHp749r/i3Wd+wP/l373LgV17aGg4zPOvv8G3/ugNKirf4Y++/SZv/sm/4xuvfZ8fPdfOa3/6I55++V/zl+8+yfHXXmXPs6/xxuE2iqve4PvffoOX3jguQehRDrU/z3f+5Z/y9Jv/V/7VCx7s4yf5/Xv/zC/e+zW/++g67jf+Bc+/+Kf8y2+/wzdOPEVFyQHe+dG3aKgpxHHP+u1dXJA/jSl3Z+3fBsbD9EZedt4DeQ9swgMOhwPN2DU2NqL/Uqi/vx8N7DbB8r6RGkb+WnPfnPuAGMtt4wFJ2mZi9IZqs5s4XNvPRRqQJhNZkvEsmbTmM7aZ8/PqrtkDFosFp8OJQ24cpnbaNVPmEbeTB+peeJX2vYeouddKuxvY9cRLvPLud/jGu2/z5utHaXTYcNxrOXl+eQ/kPfCIeyBv3moe0Pu0Poa5b98+UqkUAwMDbMWXpxiGgWEYq5mRr98GHth+EcuDcqr0a0O8Y5iy86Bk3is5orLFChZZVc/P8++VU7cen4QE7bFwhkzKyF+It17z3F0jXW9ZhLtgu0rK8PoKcN0Fb92nTTtOj4+ComKKigopLHRjl2uesW5GeYK8B/IeyHsg74GVPGAYBjabjYKCAholY2eRxdjJyUkUttpLSQzDyJlwX/XKSch/3Q8PmPeD6aPAU3+rk8plu5Y9filpsIystOgbBhcgTiKeIC11mYzM0NJplCIrDLKKm8mQTSaIRaNE9fXhghePzDM/Ocb4fFpoY8Rjek4gFpf9FET0dzIZ0upI4ZEVHgv7wluO09EAgelJRicDRJMgVYp5E3RImjIxMy1SdWOAyt76PlmRGPETiKTQf5e1LuJMnEQsxFxQbBeXrIs2j7xmD2jT5hYdtMHXTPXoIGq/1zGXTmXJ6th7dEy7zRJDJgGmafKYNvVt/ngcKrRfpxJyDX3E+/bj0JZ5G/MeUA/oNVwzdvqPyi1yTZ+ens69GTMt80adLyrOwwbDMFBdFB62Lnn56/eAuX6SLU1xz5RbOmG8hamcSKdihEJj9PXNMDsbITI1yuzkCGPBOLHhqwzNxQjPjjItgdfAhJwfHmQsHJYAKU58boKZ8SF6xmaZCSVIxiLE5ocZn5hkZCpOOBAi0HGa/rko+i+yUsFp5scHGQomSc90MTAdYXJonOmhPuExwUhHN5FEMhdI3qLnHQ701fo6CdZBm0llJNOTIpVKkpLgMTd/EBuz8QipsYt0jkeYiQiOXHRSMnlGcfyjTM2JPfHMwuCXcwnhI2QSYaZJx6bxTw1zdSBGOsdwUZksWaFPJVNodTYTYH52TvwUzR0vYuXLtXnAZjfQx4M1I7s2ikcQSxYNsrnOtA1t0whtEbah+nmV768HZF0QuVySu67eX1F57nkP5D3wAD2gb6heDOzGx8dzGTt9Q6bOyR6gGiuKMgy9Ka14Kl+5DTxgbgMdH4qKpmS5bE4Tp0d2lmlgGBKEZHo5/aWf+bkU0YFL9F0+zelRP5Of/jV/6Jxm6OpHXLzwFe+fmWTy9Odcmp9nNpEiMXKF4cEBLsVLKHKlsVhMzOA1BodHuD6RJRmZpuvD/8gXHUIXyhAZvkzX6d/yQVeQyKW/4/3zo1y4OE1kfpaQZZ6O//qPTEsgmJTJ7TI1VznMSsAZJhaJEZfMYWBiluDkKLMBPzOzQUISfMZiYYLTU4S6f8+Xg/OMzEaJBueYnQ8QDMVJXv6IM9dH6ZX6WDRMYC4gwZmfkGQcQ4Eggal+BgY7+fx6UIK6JWqkU6Qkgzfv9+OXADgZ7aHrWgcXLkyh/8ZuCeYD2M2L2O4e0FuPceMKlpSMRjyS5mFA7A5y73QuJYNWf/OaSmRlPKZzsFn9Y+H0HX2g+ihsVI7y3wz9RuUu0qn8xf27levClTZcD/7KsjNoeyokZcFrs37SBTGLxcAQ2O5jNa9/3gN5D9zqgaKiotwLVPRN1R0dHehv7LZCYGcYK6tcdgAAEABJREFURk7RrRBg5hTJf63LAzemROuieTyQJUhaWCmVnaUWmyZWh53CQg8eTxEFhT7cDhsWkMAkyXBokpHrg/T2DzEyNEh4sp9YuIOPf/Jf+f2lcabsHtLRINNfXWHe4sF0FeIt9FLgK8DnTuPwTnK99Djxa9NItEYoEWFkaoyRa/10jYwwNThAPBgQaRYMw4bdZsc0DZAPd93UlgRnfvslV65eoaOrg9/97z/hs7/+f/NhTz+/++mHfPmHn/LFtc/4u/f7GfdPkpQMXsQ/wXjXh5w78zP+5rN5ItEYSckNpmc76b16mp992s3syf/Aby99wX997wynv+iU4G+elOijEqXIfTKROYKjF7nW8zv+w0+uMjAaIKX/0FsRcxj5r7wH1u6BjKQw4rEMg9fCXPp4jrPvz6wLzgj+md+ugUbwVuOt9Kd/PYPyWo5z5v1pvvzlNGd+M7OiXiNdYWYn4gx1hDnza8FT2IQ+qsvJn0+h+qguenx6mezTv1rQSc/fDZSPwlK8U7+cytmkdWfEL6eX6ZyTqXVyTnHWCzn6JTqr/lqnfLT8Uv25Bh8p3RfiC6XRfS2Vx0qg59T/p4S34q6Es5a687/3MzuewD8ap/PLedTXa6FbDefq53OM9UVIyYLF2kdFHjPvgbwHtosHPB4PTU1N6P+V1ZenTExMkEwmH6r6prkQFuSDuofaDBsWvtB6GyZ/tAkNCZRM/VrBTK02DAPDUFCEOAkJY0bTL9KW/pIJSw1xs4bmTIC0p40Xvv/HvH6siYbG/ex76kXePlbByD/8A72RCFHhIYzIzk4TuXaJrnQp4cHLDAf66MmUSuBTSXvmY07ZXqUqm6QoO8H0/DT+sEG18C3xebGpCmuEVDJFOp3OQTKelUmDh+LqGtqq5WLiH2ZoPEThwRZqy0slaDSYGeyVzNsQo3GDxHwCq/6/K6+blH+a2YEuJlMRJu27qJ/vhJISLI3tlBcX5QJdY4lO8dlxJrouc3HSQkgyfBmrBbvLi8vpxpbvieS39XlA+5aCy2tSUGKhqNS6LihW/LK70xQKnsJq/AuLLeR4Cd5SHK0rrbRSXG5dUS+X28QmHd8pZUGJlYLilfGW8rzTfrHYUlZjo7higU9hjqflFtkqw1d0a91qPEuEzyKvRRxfkeq5QK/26XmVu3heS5Wh5UZAeZUs8VdhiQW1o6jUmrPDt1bdhUe5+kJ8ovyKpVzksVLpE9/7ChfsWun8WuoKSy1Ybcj10UDbdjN+UHkFYqvTZaJ9nPyW90DeA4+cBwzDyL25ur6+nsrKyly2bnh4mFgs9lBt1YBO4aEqkRe+IQ+YG6J6TIgkEYC+iGFN5mbDZLLzhG0H2FfupLRmN8XeYkpSY4wlZ+i/doWLp67Q0z/I+Pw4Q9PjdA3G0B/DL/BPMDeXYHDYzZNPH+TFg0lCkRF6Z6w4Pc0crnZgq32KOkscI50g4SmmsrGWhp01uGxW1taQBkioVWgPMj/TQ8fAkGQW05ANMDHURd9sloyzgGJ7kpmeHvrHA8QTQfzzEQKzCbLxOP5IiKw7Q3hymlAyTcJuIzsXJJEqwF1ZgSM6zfxQP+NTQcnmCWuRuPDJEAlFmZmYJ2NEiUi2MZq2kIoHSATHCErGZQEv/71WD2jfSckqvj7utVaaRwpPbohWu0l5rYOmdjc7D3rWDS0H7k6jOAor8W8RmbsOe1eR66Xl0GrnPJRWOfBKkKT6twoP5aP8VpKz1rqlPFoOeVC+S2lbj3jZfXR1nZbi6v5yfdqEdvcR3017Ww7eykvxczqswa/K/26wS/yndiie8lbdtdTju4HqcTccPa/81E9tT0h7SXtq3UageZ8Hn7SnT4LpulYXynMjfBZp6ne7Ka6wYbEaj9SwzRuT80D+K++BnAcMw8DpdOaCusLCQkKhEIuB3cMIrPKZulyzbNsvc9tq/lAVt2OxVNH8/2fvP4MjSbI0QfAzM+cEcHDOeXBOMiIjIzmvyiJd1dVVPT1N5npnZonsipzIycqKnOyP+3c/Tk5ObuXkZuZmpvk0KV5ZlbQykgTn4Jw7HHCHc87uPQM8AkAACBAHV4M/qJnq06dPP1NTf09VTb3eArNJga6oGkVVzWjOz0XzkTpUtZ7F4cYGHG6uQmVbPfLr6lAiydA+WYsoQ59jQ+2ZoyjU66A1VKCwIA9lFfkwV5/AhbZqnLh4FDUlZagqLELDoVZUN5/FqYYKNLVWo7TtECobWtBaUoBcHSBLWMehoKK1CsUlJSgqLELtoWroKTeL0JXXo6LtDA7VNaDWaoBUdhqHy61obKxFTdNJHK5twtFmK7QVDajINaGkvAYVzcdwsr4CFZUVyK85jpaKPFRQXWyFZThSGcV0X4/63lx3Vz8m/DK0VL8TDfU4d7gcNmspCovyUFrGGkAcAoF1IUDfharBayFDOr9UB3aO1k2V+ufnYx4mch6fkU/xJdVrkLFMXlOuom50Y6UZmeIqPVQ5JO+ZMpbJuxaeYpLFchfychmlNYbn13mFMktryfioWaW+VCaXUUThwnI3es76cz3U/CSTy8+WbFUm15Pkss4sm8t7Es9p66DCch309H1gtCjIK9GhZDWc1iDXSu1a0chioxSIQyCw/xEwm80oLi6GxWKB3+/HxMQEeIf1VCqF7TwkSex+uZ14Z7ssOdsC94s81f+iqTr6LFMlIzSaOpw8lYdc+uI1VB9C1aGrOF/egIsXC2FqOI3GikK0Ha1B3dU3cfqFD/DDt97B+2+fxZFDR9BURzNxF8/infdPoMSkg9bSjKqKWpw9UY6jl47CJgFK2UUcbzqNV07WoO1UNXTVZ3CqTIP6i6fQfPkSOV51qMBGDgnlJ8/hxNlX8caLl/Det8+itPIEDredwktXT+PwsTNoaDiLt9+6iCOv/mu8cbgOV18gx+2l13Hu7BV893IVjNXncfZkC440H0JLy2m8+vJJtBxvQXluI06fP4vzr76F8+dfwFtH0pgdHcZw/wAG+sfh1+ah8uKbuHzkCv7gnROoLalDffNhHDndjFyjvJHK7Jk8CxVV25TawBbGrv9c0UjgmSpZkdafWeQQCAgEdjUCiXgasXAKKd51eFdrKpQTCAgEsoEAO3SlpaXIpRk7fr+OabsdO0masyd2YpYwGxgedBkHx5Je553mJW1R3sEsyMsT15l5D7EbCgrQ9oc/QltODqxZ1dsAnakGJ956C6+//y7eff8VXDrVgApjVgvZc8KeOHRZcOr2XOWFwmtBQPAIBFQEDGYZ1nwNtAbxNa0CIv4JBA4AAiaTCRUVFSoNDg6Cf/KAHbvtcrIkSTh1e7mZiW+LFe6eJNMsiCJDoyWI5to49uMhyTK01IloKaSaQhxbiwD3lxIDvY/b1NYiKKQLBAQCcwiI/wIBgcB+RECn06GsrAxNTU2qUzc2NoZgMLgtVZXJFmQHkmlbChSFZBUBNi+zKnC/CCOfDopWgla//61vduz2fy13WcvMAuDhQBK+2ThiNKO8y2q3w+rwNGgMzoF+DPSOY2I2giQoLh1H0N6P4dFpOLxRNS6VCME/3o3+URdcgThSyRTS8SSe/MpGPIpoKAi/P4BAMKrGpxFEOBRHlDco46nXxDx3Kqnmz8orELEokgEf/CmAPpvDk6oedAeRiM7ruTlpIvc2IcA/qZNMpsU7dduE974uRlRuTyEgSWR7arXq5in8cwfs0PFPHvC7dltdEUmaM06EU7fVSG+NfOHUrYQrtWsasIAs3ldaCSERv8MIKBrq+HUSuJ1CHAsQIC+GHK/h0RDc4wNwTQ3i0VAAgc6v8Wg6DLd7AMPDQ3j4aAyenju450oh6O5Cz8AYOh6OY7Z/ABMkLUkUGhyA3T6JqVgccXLeUuwcztzHrc4hdEySo+R1wPn4c3w1kYDP3YcZpwsz/DOSlHfjnzSSkSgiXtI5nUQ0HEMikUKKq7VQKKUloqRXLDHn+JGDmYyEESOnND49hunhQXTORJFIRjHr84OX8CST5HgSHygk/xXpRBwxqluM5C8ULc53AQL0HTRvX+0CZYQKAgGBwHYiIEmS+nMHJSUlKCgoQCgUQm9vLw0w+rGVm6fwTB3XUzh1jMLeI3nvqbw9GvMoaSySgncmjunRKByjkY3TyMp5pziNKSOfzu2DYTgoXK7MqaEIpoYjq+oyMxFFJJQkSsHtiD3Dy/kztFwZa45jHZnmdWe9We5G8z+Tj2Tbqb6Tq+DxTJ55XVaKZ/0YQ8aXzzlciZfjmYd14PNFNK/boriFZVP60rSZ8SgZ6CnwDBvfF773GdkccllL86x27XcnwO1UUQ7mY8y+SYpmMvg55fBpz8DeTwRTdh+mBwcxPTmMwWkvxu61Y1aTA7M1jZBzEp23uzDUMQCPuRh51jhmxycx+KAXM2MjcJAwdurCYz0Y7G1Hx/gUZoJpyFSod2gEAz3dGJ2ZgdfvxWzXA9zu6saYoxsTLg9mN71KhvTz+OHoHYJzsgO9U1OY8sYQiZNSCz6pkBfe2VEMjU2gb8CBAOk6MDOLqdkwQpMjVI8h9LhCSITt6Jt0wzMxBJdzBmMzAbgH++HyjmJw3AX76BB8LjvCYiJvAbo7f0o2HQ3YSOBw57URGggEBAI7gYDBYEBpaSny8vLAP3cwMTGhhjxAtxX6SJLY/XIrcN0umdtoDW5XlbJTDhvLQW8SY70hdN3yoeuGP+vUSTI7vvGh84bviewOOn90zQsOlyvz0VdetFOe5dIycX33AvA5E/C7EhjpDJH8xbq3X/fh8dc+cJjJs5GQ8zNx3k6qy0PSm3XrpDqspD/zZqiD9FiJr5PksWyur4oH8WbybSbkej/+2kuYUP0Jg86b/ifYLyeX6/OYMF+atlI887HuHaQ/h3ydoe7bfvhnE/BMx9X7wvWf08WPR196wdcZ3rWEg4+CcE3GkDyou+ORg5WMp2nwIgneKXDpk5/wOzBpD2DGE4Us+TDoMKG+zIaK+hbkaxWkpsYw5DbhUK0NJfWHkZ+OQUt5FvtkfjjtAxgYGMW4PwklFUTPiBl53nHoYhMYjRkhJQth9NzC6LQDs6E4z+UtVWWd12kEyTmbePCIHLsvcKunE+2TfrhD7Kw+FRWbHsD42D18/fAxPv34MUa/+gz3ZgOYnI0gyh6glEZKSiAdmUDnwCy8Y50YHe3HrfZR9F+/gYmBz/HZ41F0P76P2fFe+KJPZYszgYBAQCAgENgdCBjIsauurkZjYyOmp6dht9vVd+xSWVnrv7iOsjznFoiZusW47JWrubu3V7TdVj3TkAgdWZEh6zSQ9UrWSWGZOpK7QL7GoIHRpgWHy5ZJ/ArRsmksj4nSJZlGeIlkjQxFJy/SXWfUkHyF4pVF8avKZLlLSKFyZDKOOV+mLhyn6Ek+EcevRhpVj2WwpXJYHsvSUBmmXMKDeFeTtdY0jUEBlyuzflrCheSvlldn1sBgfVZHVT/Sc7m8nCYT5mq4kIfKIu8Ckjxr6a4AABAASURBVCKB07VUJ4NFA5VvDbo8UxblYXmpLLgR2IMHt3HeGTAnXwudQX6mBpa6C7j03ctobshH3ydjMMGDCJJIIIpYSkPOsAFm+BACKDaMaFJBPKmDhq6ffipw6Pw7eP+7b+KVJhnp8G3cH/Ij7HHA6fCga1SG3mzFsfeuID08jMCkHUsm1J6KWvOZAqvVgMqmEhhOXkJp331MTk5hasm7k/7Bh+gb9WIiEIM37EP7eAkuNNbgZFshiouspJcFJpsNuvxaVFm0yGmpo5ldFzwDXRhT2lDU2YNwcAJOXRHixgpYtWtWUDAKBAQCAgGBwDYioNPp1HfsDh06pDp14+Pj6oxdtlWQJAns0G2Fw5htXYW8ZxGQn40SMYyARIa3KUeDiiYTWs7koOVs7sbp3Mp5D12wofX8kvRzthXLOnLZhkMXl/Av0a3hhBXWAi14O+zqNjNalsojfQ5dyAXTZurVRnovlHHsSh4OXbStqPt6y2o7b8Nhqm8LlbPevCvxs75MrYzBJRs4XIn3SfxS/AjvNrpvhyn/Ex6KW3jOui+85vOm0zmw5mmQW6hDVQvdF84zL/voi3lgvZhvrVR7xIqCMj205Lhzmz2ItFqdI44BtF+7hYGhaVSeqcPJF6y48Zvr+O1/+kd0z3iQ8+IxHG7T4KO/+hS/+0//gKEkINXlIzx5C7/4D/8R//E/fIIH449x6+aH+Kf/8Pf4m7/6Cu3fdCH35cs48Ufvo7rAinR3LzlxCqCUk/wzqKkphVbCpg8WkY5EER8ZhavEhBA5dMlAxl1Mk/w4pp0pgGYO5UQIUjyCuspRfP7VDfz6ix70uzzw+52YeDSAyQigvjInV6FCNqO5IA79hXoUnj0EYzgB2RMjBipRQ2LFZ9cgEA2nEPQnlp2F3jVKCkUEAgKBbUNAURTYbDa0traq79jxrpgejyer5cvzM3VZFSqEbRsC8raVtMcKIhMHMjl2OprZMVoUbBlZ1yfbRLNGRqZVdDKYFCgaSSWdcQX5LINpFTnPrTPnZ5qXwU6wcZ31WbUMkmVS5Wuyhz/LYyKd52SvgA+lr6obpa87v3nuvmjo3uiXtKs57NZXT71JhoZmBCFDHIsQYEBsOPFCE05fuYIzp87i8skK5Bx6BS+dPYxT56/iwtnjOHe8DiWHr+D18604dv51XD7TSmlH0HD5XXzrwnlcutCMlkuv4RLRmxdO4jQ5QeWtL+OFlnLUVLbgyOE2vHC1BcVnz6BJMaCw6iLq66pRkbdImQ1d6EpLSe4FtFWdxOWLb+G1Q0YY3J24+fsv8MXvvybqRvLQRdL7DXzrygt4/92LaLr8Bi62NeF4QzEK6w6huuU4rrSVwKbLw9mzDSgoLEBB/REcOXcRJyts0NdcwStXzuHixaOoqCqFjju9DWm7JzLtOSU1NDqg08vq99CeU14oLBAQCGQdAUmSoNFoUFBQgPLycvB7dfyOHTt2PLuWjQIlSRIzddkAcodkyDtUrihWICAQ2CwCNGGjduQUblbU/srP3okRlQ1lqD/chvraWlQXmSHbGnCopRZNh4+jqbYSVTTTpi9owIlDNWg4fBLN1SWoLC9BUeMJnDtyBMeOVKOy6QhayDk6faQFrcRXWH0INTl6mDVWFBYXoa6tAtaqKhTR6KbWWI7cHCtyjZtHU0NyLDV1KC2sQWMVlV1dROdmGE1mmE0mIiOKG5ppZrANRxrrcfhwHWzVh9FaXYGGyjzYispRUFKFZjq3ak2oriqA2ayHvqAUBZW1KDdoIJmq0dBQg9r6CtjyrKCxhs0rLiRkDQGFboiWBm2oaWVNphC0FgQEj0BgdyOg1WpRWFioOncZx45/7oDPN6t5ZqZOtS02K0zk33YE5G0vURQoEBAIZAWBp77c07OsCBZCdh8CujwU17bg2LkzOHPuFFEjSk166HefpkIjgYBAQCBwMBDYwVrqdDoUFRWpzh3/XA3P2PHumJt17NipY4eOaQerJ4reIALCqdsAcOlUColoFPx7UKn0nEGdTiWRTMQQS6SQ+T2pubg44hQ3z4XFe1qkwbJSJI/lZHhSGQGLdCPeOYZFsRu6oPL4gc2GOJaTInkb0kNk2hQCEk1ISZL6b1NyRGaBgEBAICAQEAgIBPYWAhnHjnfGzOyKyY7dZmwyduoYBbbtOBSUHQS2S4pw6taNdBIR/yyG791F+6ALnnAC5M4hHpyBc7gTj4c9CMaTSPEee95JTA33oGvchyg5aml2/JIpJJNUKDmD6UQcYb8Pfq8HgVBUdQiTyTi87jiSvE19IgEwM/++QjIB+oCyUeZNfgIeRMIhhFOblEPZ45EYArMBOhMfgYBAQCAgEBAICAQEAgKB7UKAl2Lm5+fjyJEjmJ2dBc/Y8VLMjZYvSRLZmWmkxGD9RiHc0XzCqVsBfp7FSpMjliJazBJHMBJFz4gG+f4v0D7kRM/9RxjpfoSHIYoLfYbPbo2j7+tr6B8cQG8oDr3nS/ziq2m4xm6if2QC/Q6SmPAg6bqGW31huAJp9SFKx13wTt7G3//0MZzeCHw9n+LB/ev4emwWMec3eDAShz9CeRd91nuRRtQfpjrEESanMh4KUkgTiFzhjCjyHNOUFvaHECMnVPX9yKNMRiPwhyNIRx/j3p0e9PXNwB8KwRMMIE5OYpw6gRQ5oSnKk0wkkYqG4Q+Tg/oMhpmCRLgZBOKxNCKhJJLxhTdvMxJFXoGAQEAgIBAQCAgE9hICiqIgNzcXdXV1iEaj4J878Pl8G6qCmKnbEGy7JpNw6la7FTRiQZ8lHCnEIwFMD/ej59EIvBE3pl0+uD0pFJaXorisFPHxXgz2jMMbViiuBPn5eYgMdMHnn8BsiBwq/pHfdBzJsAP9D6/jzsNBjM8GEaO08Mg40nHKH45i1pOAZ3wIY8O3MepzwR1Mg3ylJfqs9zIJR88IHP230Df2EF/1e+B0BpEkRywjKR0PI+oexoT9Lr66S+FwFyaGu3Hn0SS801MIxpyYnvHBPzuFmZlxdPRNIjX8NTqnQxjq6IG95yb6Jrpxq9OOWXJMZ9we1XHMyBdhdhDgDRR4MwVprU9xdordNVJ4eUgyloKfnhPXVAwzE9EtpenxKOxDYcxQmI2yQr4EeNv6gDeJJ/JYNpFjNEJlRZ7GZ7Fu02NRTA1Hsiqb9Z0cDGNigPDJoq6MC+vLxOfZItbXMRJBNuU6J2PqIEskmILPGd80vu7pGLiNJHnVxq556oQiAgGBwG5DQJKe7orJ79klEgnwzx3wjB1/T65HX3bqOE+KBunXk0/w7g4EDqg5uAbwafIjlUwjQV+odLoogyRJULQGaPPyEA8E4HMFkUxpUFSYA1NhJQwhHwKeCNIS71CUB5OtGAafk2TFwSsvseCQFS00Wh20mjhCXjfGBmZQljeK/ukAzeCZYdJroJdcGB+eoFmzJJbqskDUGk8lJHxuRMIeeH0OjA/1omsihCjVMyMgGaK00YfosQ/jYe8kJns7MT01BntMgZ5/E41IVvTQKCQrHoHHE4AsuzA82Iu+ATscNEM5M/QQD8am4XJMIhSJET4QR5YRUAh/jVYm7KUsS94b4rj+/MPjXjKgx3ppQKE9iKEtpsHHQQwuLYPiNlKubzaBeDQFz0zsid6q7I65MgYeBzD4KPgkbSNlLJdnsD2AAaLl0tS4x0Go4dJ6rnLNuPQ/JLmr6LvRurC+g4TFcjoNPPKj774PfQ+84HPmXY5vadwg3bNBqs/gajhQ+tJ8q10PdwVVJ51nz9lp5DJW4udyl9N5cEE9J/rDCAeTsOQpwMF8xCEOgYBAYO0I6OY3T+HlmDxjx45dMBhc11LKjFPHjt3aSxacuwUB4dStcCfUpZfk6CTj6uLDRVyyzgxzWQvaThbRjFYC6UAIWimIKfs03OQIBXWFsObqICX9cNin4J6ZRMhYRE6QDilymNzT45ianoEvocBS3oaGmgLkaWcx7ZlCX8iAkmIDfENTCHjCVE4lymproKEZsgQvi1ykyUYuFNhsehjJ+TQbDMgNdqNjKkxOXaaeacSCPrhoJnLcLyEcDSPi8ZBTFoe+0Aq9yQyF6q9VqGydCTpjDgqsBmgaj8Fovwe/ZERCY4OZnNhQ1AefphYGnQEqP2URnywiQIYejS/goBp8Wr2M+uMWGM0KEjRjxwbwVlKEDOwYOWEcPiknkEQokECYwidxxLeWc1OOgrxSLQykf4Y/EkqCz6OhFOKRFEL+BbK5DC5rjfJZznIUIdkxkr1cGtdjUZlrLItnHHk5MDup2ZTLshiLaHgOF75m8rkjmJnyYGpiFs4pH/zuKIK+OML+xXzMuxyxvAhhzbNqajphG+K8FKrXa6z3Qt5YOIWCUj1sRVpIMvWdq8mi++qeCcBB+nucIfg8VB+HFxOjM3A7gwj640jSCKC1QIvqFhN28SFUEwgIBHYRAnq9HsXFxSq5XC7Y7Xasx7Fjp46rI2bqGIW9R8KpW+GeyTQLojXIMJg0S2xmCelYCOHJDtz+7D6QY0HjuUroDSF8+S+f4Zuf/Rz+mno0XqwDIi6K+wR3Pv8C0ROnYLLaEBy8g7uf/A1++fHHuD2Vwsjtn+PTX/0NPvn4Q/R7UtBd/lNcfOWPcTQ4CInyh5QcFBQ14uyL55Fr0IDUWkHjdUQrGsghF2LxIHzWImgDXqTiMXUmMZGI0cxaAm4/GZyWEFLRAJTSQqTkBCa//hIPvnmAsZAOEf8QXE47pv1pKBoTGTFtaNPFUdKQi5yTTcirqoTJG4ISkykNKkEcW4PA5qdvt0avLZaqo+ez8bgZL35QiKvfL8ZL3y3aWvpeEV7+AyqHwidl0blaNoVP4taoxys/KMZrPyrBKz8kmUvyXP0+lUXpLxO9lJHN4fee5V1vuVdJzssr4UVpV5fWcYluy5V3lfR9lerx6h+uoB/JXVSXNch8Ug7lfWm+3le+U0j3uwCHX5JQfMiFghYHjr+uIRzL8eoPy9bcDvie8b1kvdVyqAz1nEL1ej36ZXgp72s/pnv6R3P3VJWXSVsSXqHr8+/loPiwC40XYjjykozSw7MwVQ+j6WIcF97NobZWhAtv56Oq2QRJ2uKHSYgXCGw5AqKA7UJAP+/YNTY2Ynh4GA6HA5FIZE3Fs1PHs3TCqVsTXLuOSd51Gu16hQwoLK/FB3/xDl79g/8R719sRVPLCbScex9//sffwSs/+d/wg7NlqGk8h9OX38O/+uMf4vUf/I/4ERmfRZWX8dL7P8H/6d/9JX74/T/F1TPfwr/5d3+OP/+Lv8T73/oLvHnxJbzbokCCDee+8w7OfffbONbShlp9MXTlr+J8kxa5Jmz6sJ09j4Zjr+Ji66v44OrL+MnlFPpufoLf/fJn+NUvP8cjexqV3/s3ePv8H+Lf/+QNnDn3Go6ffhM/+IPXcO7lF1BnbsVLr7+GCxdP48yhBrzwQitAVkfZqz/GuZYmNBTWo+rQm/ijH7yOsy+dR7HNSjPWribnAAAQAElEQVSZEEeWEUinAF4iDJrBzbJoIU4gsOsQ4N9f8ng8aG9vx+TkJKxWK1paWlBRUQFFUXadvqspxIZTXl6eurlBb28v7t27B41Gg/PnzyMnJ2fP1We1uoo0gYBAYPsR0Gq14B8ob21txczMjLp5Cv+e3fM04b6Jedix43BHSBS6YQTkDec8sBklKBotLDYLzNY8WIw66HQG6AwW5OZYYcopQA7NqGl1Rprl47gcmHPykKOXKZ8RJksObHk25FhzYaI8fJ5rs8FiscFsNMGiAx0yDFYLkRV6nY4cIgWSxgyjToKchRFb2WCEVm8ieWa13NziWjQfP40TZ87jzJnjONJagxKrDVZjDvJyzDAYzNATWa10bqK8sg4msxlGowEGvZZCHfjQmHJgYH0VLTR6MxknZsLASAaKDIkZBGUVAfKjIckkUhLoEgris08RYOOCf3uJR5z7+/uhJWOFHbnKykqwY8TO0F6rOjuoTqcTTKFQSK2TyWSCz+cDO3mZd2H2Wr2EvgIBgcDuQECSJHWgiJdilpaWgvuZ8fHx587YsVPHfa6Yqdsd93G9WrBJuN48e5lf6L4UAUmBpM1FQVklKqqqUVlVhuJCcs6W8onr3YcA+XKSxP92n2pCI4FANhBgQ4Rn5TLGCG8AwAZKQUEBDUhZVGcoG+VspwxeBjUxMfFktrGmpoYGzgxgp5XffzHTgBk7eMoem33cTgxFWQIBgcDzEZAkCXq9HiUlJTTIngOeqeP+NB6Pgx235SRknLqV0pfLI+J2DwLy7lFFaCIQ2E0ICF0EAgKBnUCAjQk2OnipJb8Lwi/78xbd7NDx7zDx7BzP1u2Ebtkok0fAY7GYamzxKDrXh+vHS6TY6GInj40wg8GQjeKEDIGAQOCAI8CDRNynWCwWcL86PT0N7mO5r10KDTt1HMf9FIeC9hYCwqnbW/dLaCsQEAjsNgSEPllDgA0JdmzYkRsZGYHb7VbfnWNnrqysDBmDI2sF7oAgNrAaGxtx6NAhcH3ZwGLjiuvIs3Rihm4HboooUiCwzxHgvoUdu9zcXHDf6vV6wYNJS6vN/Q/3R9w3LU0T17sfAeHU7f57JDQUCAgEBAIHAgH+sdyBgQHcv39fnclqbm5GbW0t2CDZDwAsrQM7dDxTd/bsWRw5cgRsUPHyKHZsl/KKa4GAQEAgsBkEuB/l95F51cPQ0BDYsWMHbqHMzMCZcOoWorJ3zoVTt8K9SqXS4N8y8jhjcIxF4BgN7whNDYdhH1pf2TMTEYT8SUSCKbgd0VX1nhoOYaQzgCkqZyvrODkQgp1oYRmTgxQ3FFpVv4X8mXPWdbyX8o2E1503I2NhONEfBOuyMC5zPkVlTBFGmevlwrHuAOxUl+XSFsZNj0fAvxEWCibhnpm7L1OE+0bxn7VHEfQmkIynV2jFIlogsDcQYGeON0EZHBxUZ+NOnToFXobIs1qSJO2NSmxAy7a2tidOq9FoVM95lnJ0dFQ1uDYgUmTZHwiIWggEtgQBfseOB8pycnLA7/BOT08vKoedOnb0UqnUonhxsTcQEE7dCvfJnKuFyaqBczyM0fYARtZBw4/9GHm8vjzLyR966MfQI5LVQbSO8ifI4YlHk4jHkpghhzQje3iJTqznEOnKTslIxwb1pfzDrOMK+mXKHCXHkZ2XjC4cMq6jK5TLui2VO/jQi4EHHgy3+6DKW6FMlr0ccf7+++45GaQ3Y8v6sQ5My+WZiwuueP9ZxmgXpS9TD9af6zEnI4AxwiAZTyIaSmCGnMW5eP98XfwrljHH9+z9sQ+Ewfe5oFwPif4gDoHAHkKADQd+t2xiYkLdJIQ3EOERZB5J5o1Q+J0yNjD2UJXWrSo7rZl68iwd/0wDG13s5PImMesWKDIIBAQCBwyB9VVXkiR1YybuZ3U6nbrEnd/nzUjhfihzLsK9h4Bw6la4Z3klWtQfMaO6xYTiKh1KKtdOxZV6FK+Df0XZVXqUVutQSuGKPMuUU16rR+sZq0pVTQZV9+X1Ifkku7yeeNZZx4w+xavUtXheNw5Lq6ksokw+Dktr9Cih8vn8WdI/g6HJFoPWFIS1IIkyquNa70tRuQaKwY+0xg1zXlyVyzpxmRyyHqwfXz9DjAvTfF0WpnPeEqp/ed2zdSsh/kw6n6tE9ef70nzSgqomI9Q4qv8c/vq5a8qnxq8hrGgwoO4wt1EjhE8HcewhBNhhmZqaAs9IeTwedRdLduSKi4ths9nUrbglSdpDNdq8qpIkqThkjK1gMAimzUsWEgQCAgGBwGIEeACpqKhIXRnBP63C/TAPtEmSpMaBDjFbRyDssY+8mr4HOc1q05DBbMLJqzYcu5yLo+ug4y/m4hjRevIsx3v8Si6OX6Hy1ymLyz79ah5OvZKn5mfZXAeO5/MM8TXLP8FlrKN+mfwcZmTw+VLKlPkkXFIPzsu0NB9fczzrxucZqj+hoOJQArXHJBy5ZEHbeRMOv2Bd9d60XTCj6kgahQ1BVB9N4/BFC05cIVxetKnY8L3icri8o8tgkNF9pbTV7tFSuSzr5Mvz9+Ulm6o3l6u2sSXYLFfe0jguu+2cFcXkGFI/fJAfV1H3PYIAGwns0PGulvxbbLwRCs9W8VJL/qkCXoK4R6qyJWpKkgTGobCwUP09KR5B59+025LChFCBgEDgQCPAKyN4MI2dOX6Xl/tm7qMzKyRE37P3modw6vbePduNGm+ZTtzZ8Na7vEyLO5toNKq+a+Lz+cDvnvCGAhy/nAK8sxO/CMwvBHN6dXU1uAPLdFgcJ0ggIBDYegT4OWYDgWeexsfHwU6dRqNBZiMUduYk6WDNzK2GemYEnd93YUNrNV6RJhAQCAgENooAO3YlJSUIBALgvpltKkmSIEmSujvvRuWKfDuDgHDqdgZ3UeoaEWDHrKenBw8ePMCtW7fw1Vdf4YsvvlCveVMFJh7tXyqODUg2iIaHh8EzAWw88s5PS/nE9XYjIMo7iAjwc8wv5fNzzI4db99/7Ngx8Mv6kiQdREhWrTO/68KOHf+uFBta7BSvmkEkCgQEAgKBDSAgSZLaD3OfzEviecCNB9FZFNtRHAraOwgIp27v3KsDqakkSep25vyuDf+u04kTJ9Tfdzp+/LgaVlZWqk7bQnDYgGRDiNeJ82+y8NIuNpIkSRiPC3ES5wKBrUaAn0WeUeedLdlgKC8vR21tLXh0mGfqJGmVZ3KrldvF8iVJgs1mU4lH0LkvYyx3scpCNYGAQGCPIsB9MdtK9fX16ioK7m94hZRw6vbeDRVO3d67ZwdKY0mSwA5ZZskkdzT8Qi/PwrHjxoZiZnkSj2az4cO76fHucTzKzcsKeKZOkoTxeKAajqjsjiPAzyC/N8fvakiSBN4AhN8X49k5rVa74/rtdgUYI97MgIk3lOGl59zH7Xa9d0I/UaZAQCCwcQQkaW6TJh48z8vLA8/U8asrHG5cqsi5EwjIO1GoKFMgsFYE2Ijhrc7ZceMOhg0bNhZ53Tc7eJzOsjjka146wE4fv6PDy5fYIOJ0QQIBgcDWI5B5Dnl2jgde+N1XHgXmZ7GsrEyddRdbZq/9PnA/xpumcL83OzsLDteeW3AKBAQCSxAQlysgIEkS+OdUePCNX1XhFQLc56zALqJ3KQLyLtVLqCUQeIIALwHgUWve5IRn3ph4CdfRo0fVJZgczw4dv1vHs3fcIfGMgHDonkAoTgQCW44AP6c8+MI7NvJzyEYBP5v8rgaHW67APiyAHWKe2eQRdHaSefR8pY2h9mH1RZUEAgKBbUaA7SYeSOLVUTxIzgPoPFi3zWrsguL2pgrCqdub9+3AaM1GDW9y0tDQAH5/jkf7eXkAGzaSNLekks/Z2BkZGVHfQWE+duwODEiiogKBHUSAv/D5GWQnjjcmam9vV3/ctqmpSX1mDQbDDmq394vmAS1+L5hXKvDMJ69c2Pu1EjUQCAgEdisCNpsNbGfxYPnAwAA43K26Cr0WIyCcusV4bMuVKGTjCLCBw0sE2IBkY5Il8cwA76zHI9o8K8DpHC9IICAQ2HoEeLkzf/HzTrQ8W8ebGfFMOi8d3PrS938JkiSBB7d4WRQ7dLwiYf/XWtRQICAQ2CkEeJaO7SleYcG7FfM+BTxjt1P6iHLXjoBw6taOleDcBQiwccNOG3c0PDvAS5J43TfH8Qwdb6oiSXMzeLtA3c2qIPILBHYtAuzA8fIcduh4kIV3tOQZJQ7Fc5jd2yZJEngJJvd//E4x453dEoQ0gYBAQCAwhwC/98zEqyx4MIn7eX5PWrzTO4fPbv4vnLrdfHeEbs8gwCNIHMmGDTtzvPUudz78nh3vdslpggQCBw+B7asx7zDLywB59JYHVfiLnzdCYeJtsdnxkCQxsJLtO8I48/su7Exz35dt+UKeQEAgIBBgBDJ2Fof8fh33O9zn8KoM7n+YR9DuREA4dbvzvgitVkCADUZegslLkHgzBp6t45kBm822Qg4RLRAQCGQLAR6p5RFbXu7MzyDPkFdXV4PfdeWfDslWOULO8gjwey6MOb9DzPciswR9ee4VYkW0QEAgIBBYBQEeKJckCWxfcX9TVVUF7mu4zxerBFYBbhckCaduF9wEocLaEeAOht/V4Rk6Ni7ZoWNDZ+0SBKdAQCCwXgT4y52dCH5/lQdTeMSWlwPyZij87gUbAeuVKfjXjwBvAMXEo+Xc/7GhtX4pIodAYG0ICK6DiUCmP+dVGZIkgft43lGcr3l1htg4Zfe2C+HU7d57IzRbBgHuVPh9Oh4t4pd4ecllpgNahl1ECQQEAptEgB0Ift56enrASy55VvzYsWPgL3lJEsssNwnvurNzn8fEs6XsbK9bgMggEBAICARWQYCXXUqSBO77M2w8iMfOHdtf3Pdk4udDEewSBIRTt0tuhFBjbQjwuzw8Ql1fXw/ueMRI9dpwE1wCgY0gwL87Nzo6iocPH4IHT/i54w2JeMZckoRDtxFMN5uHZ+r43UXeCZP7Qx7o2qxMkV8gIBAQCGQQ4L6ezxf2LZIkgd+bZseOnTpeirnQ6WN+QTuPwO536nYeI6HBLkGAN0fhZV/c4bS0tIC32BXLAHbJzRFq7CsE+LnipZZjY2Ngx4HfmSsvLwfP0rFDxwMq+6rCe6gyjL3BYFCXRPEAF9+rPaS+UFUgIBDY5QhwHyNJEhY6dawy9/38uguvFODfJOWBJTGwzsjsHhJO3e65FwdMkzTSSBIl1kSJZBT+gAfJVAzFJYUoKS2E0aRHMhlDPBFVZaSxNllzfEnCO0UkPgIBgUAGAf6C5qWWk5OTYKeOl/fxMmd+UZ4dOt6kKMMrwp1DQK/Xoag4H6FwALF4BKn0evo+7vfSO6e8KFkgIBDY1QjwwLkkzW2UslBRdvYsFjPZYEWAlEQw5Cf7K7IB+2s9/dVqvGxDsi0n+jPMH8KpmwdCBNuLQBqp+Y4gTuHzKRwNIEGOndliRFFJPrQ6iRy7ApISRzQWXJOMNJaWgISBUwAAEABJREFUIzqD7b3ru6Y0ocgSBNJpejricfBs+NTUFHgjIkmiZ6ykBGK55RKwdsGlVquBLS8HOr1CA11RldLP9G9L+7u5a6iDX8II2gW3UaggENiVCLBTxw4cfy8wLVRSq9XCZstBRWUpImSXhSMB6n9iG7TB5vqktfZdy/OxHbdQw4N9Lpy6g33/d7j2aeoInk+pdArBYAB6gw65NisURVLz5eRakU4naaQ6Ss5dWo1b8T/N8MWTKep80k/4drjyoniBwK5AgL+0Y7EYeGnz0NCQ6tDxckt+f453l90VSu6YEru0YHK4NRoFtrxcGuyKIRIJU8gDZU/7t5XPdmmdhFoCAYHArkGAHTumOA328XfEQsW47ykozIeikRGJhmlgPfLErlq531klJZ0g2yyBeGoVHi4hHUc8mURiAd9CvcQ5IJw60Qp2NQLcmfBmDby2W6/Xg98lYYUlSQL/tAGicYRCYQSp4+H4ZSkVB3ydGJgIYMa/LIeIFAgcWAR4ueXIyAgGBgbAz9jx48fBO1vqdLoDi8murzgNdIH6NUkyIhKZxtDgJEaHRee2o/dNFC4Q2EcI8EwdEw/4rVQt3jSF04PBIHip/kp8z40PjWLaYcegYxVO7vN83Rie9MHhXYXvgCcJp+6AN4CdrH5otBPt31zHNzfvoWewHZ/+6mt02IPwkQ8GvwOOzuv42W8+we9ujSPinsRQ+z18c7sLHaMejN75LT7/phOPP/8MX3x5E1/1jCLiGsTdTz7E7+/ZYXezECAZ8sDT8xV+99tPcKNvHI8eteMW8V9/ZEeCKi8WIREI4nNgEXA4HBgcHKSBkZC6zJLfnTMYDOrOspIkHVhcdnvF01EPvIM38N9+2YvOnhGM+/2Y9jox3X0bn/3mGh7ZZ9Df/gD3PrmGGze7MRoIw9v1Db7+/AYGRqcR5dfqdnslhX4CgX2KwF6oFjt0iqJguZm6eNiPqXsf4+ZXnRizj6Kr4x4+/OUX+P3dMfjjPgzcv4Gvv3qIR497YO+9i998fAu9gx24/tWXuP5wCCMLnLLI2APc+fJz/P5OOx4OjuHRF5/j428GYZ/sQefdO7hxpx/DLj8CfV/h048+wfXuETxq78Sda9fx5f0JRGjWTnRnT1uUcOqeYiHOtg0BdqUi6H44StSO0ZEe9I04MTgeRCyRgmpLBv2I+XxwaXIhTQwiLEfhTwYxPT2L4QEPnCMz0OeZkKs3wqDIiAWmMfXoJm6OONDZNYIpTwAR+BAIzaB7WIfSfAP0vl709ffizuMxTPaMIUD1TRGJj0DgICHA21BnZuf43TmTyQRebllYWAiz2UzPn3Dmdn97SENWkkibCmCy6pGOBjHRO4iO2/doJLsPHUMOdI+EEI9EYNbMYnxmGLc+78Fw70O4ZmcRie3+GgoNBQICgZ1DgB06pmedujiisSi6hk3I188gGpzG+GwSPn8auc4e9Pfcwlddw3j8aBjjPQOwe5yYNhXCoE0gHnZjatINx1SYKsYD7yPoHaG+TNLDBidcw49wrWMSQ/f7Mem0Y8TlhdPjQijmQHu/HoW5BhgCAxgc6MGt9nGMd47Ak04jiX17rLtiwqlbN2QiQ3YQSMHtiSJKQ8Z6rQYS/en05ISFU4jxsx6PIRmLIaQYkA74EPb6EVVSCKcT8E7TeViH8qoiVFQVo9BmgSYRhnfGjhkpB5KcgiylkEYCvN7bPhVHrs0MU9qLEFkzobgOemr5UnYqIqQIBPYMAtFoFLNk1I+Pj8Pj8ajLmXmpZXFxsXq+ZypywBWVFA10lhwU5hhhpcEtiQbDQtNe+GY9SFu1kFNJ+KMGGHMsKCvSIBwMwU6GlCzL0GhEzwdxCAQEAqsiwH0FO3W8vHIxI1lW1L/MBnSwwIdEIoBAUoN4QouUcxze4BRmQjISFKdLJiGnJegqq2GJhCDp0wjGowjSoDuQAhDClCNCNpsOVn0CqTA5cREjDLJE+RRo5BiS6QBmPWGMT0ZhsZpglgKIRKI0I6iDQYE4liAgL7kWlwcFgR2tp0Sl61FRV4z6tkOoqz+C1rp8tFQGEQimEI5SMo29ROkBd02Ow2cthc6XgE7WQl9gQW6uAkthEYyKAmOeEXqjHorGDF1pJerKqtF2pBbl+RYYqcvRKVYUGKZh98qQC6pQV12Pwy11qDlSAysVIx4AAkF8DgQC/OXsIUduampKdeh4Zq66uhpWqxWSJB0IDPZNJWUNJK0FlvgsQANfGmMOiooL0NDciMr6NhyrL0ZlqZVm8azQ6gtQYKlA8/FK1DadRBH3nfp9g4SoiEBAILAFCChkXzE9O1OngVbRobzAQ86WBhqdBiZDAr5QDINhA4oqa3G4ugZtRxtQ11yDSkseinRAwulHymgim80AsyFNGmuJKlBgpMH2aAwhbSFKahpxorYaDWebUVNQiYZCDXJMGvj8uSg2TYHG85G2VaCG7LijTXWoO1aHAlmChiSJzxwC8lwg/gsEthsBBa2XL+Limy/ixPE2NNQexYXX/wRvn8xDpY3HcDTQGgtQR07fH/7wMo6+/i4un38T33vhDN596xCOvvUKSk1G5B0+j7MvvIDLR4/AUncR37vShiuHS1GUw1aLDnmldbjyox/g4uv/Cu+99DK+9+45vP3WURxtKQE3fmm7q70HyxMq720EeLMhfomdf3uO36HjDYaOHj2KiooKaLX8xbq363cgtVfMMOS34b1vt+JY3Qkcb63EiZfb0PbGB3jz7Fm0lZfhxRea0HjyKHJLGnCithQXvvctXLx6BlWl+dCJju9ANhtRaYHAWhHgmTomHgxcnEeGOScPF999HWe//T1cOVRD/UsFWi5expX3X0axrgWvvXwKr15tRcPJYyg8fBavl2lQfPENvHT2dXzvxZM4d7yYRLIFloPT77yFS+/9GK+//B6+9/o5fPDdM7h0pgb5lXWoP/E6Xr70Et45V40rf/QDXHzjX+Hdq6/ie++cwzvvHMOJQ2XQ0oCkBHFkEGBUM+ciFAjsGgTi+VWwNh3DSxVGaGkk5nmKsXFqNpvh9XrB7ww9j1+kCwQOAgL8LPAz8fjxY/AsXUFBAappds5oNG5F9YXMHUJAo9Gos628vHaHVBDFCgQEAvsIAZ6lY2KnjgcGV6xa7nE0NjbjYqtWXfXB72tzP8QDiSvmEQlbhoBw6rYMWiF4NQQkmieToKX/umUpEpMQDKdhUXRQoFuWR14Qr9OYYdRb4XUH4XJ6EYuknpNHC4kkg/5DHAKBfYhAOBzGxMQEenp61Bm5srIysFOn09HzJIuufy/fcon6LQmaRX1cNJyE1xNcFCcv6CMz5xL1exLlx44eonCBgEBgNyPAs3QrOXUS9SFypm9RcmAg2yvHaIBea4Ys6eCc9iAUiOEJT4Y366GWejIF4niKgPhmf4qFONtWBCR6GGUiZVmKhGMIBiLQ60yQJQ0k6kRWI0XWEK8RFnMOHFNOMm4CSCWxaj5AhjgEAvsNAR4h5dk5fneOQ35nrqSkBPn5+WIzlH1zsyXq22Siuf5Tq9Gr/Z3X7X8SJ63YZ8oAcUEcAoG9gIDQcUcQYIeOiWfdFs/USaSPRD3IXN8jLehnNDQIn28rRMAfgs8bQDyWXJZvYZ7Nn4v+DAsORmPBpTgVCGwnAhIVtjzFYnHEYjHwduugbmEtpNFoUVJSSsZNCrzULBgMAavmhTgEAvsGAf7i5WeGd7fkd+d4GYzFYkF9fb3q0PES5X1TWVERQuBp36nXGyDLCrjPS6XSi9KwbB8IcQgEBAICgRURkGUZiqKodtizTE/7HizoX2RZgc2WB51Oj0AgCL8/ACxI37pzqIf4BzFVIRrB7kOAjdNEIoFUKgW9Xg9JktakpCRJ4HeFKisr1Y7I5XKB5awps2ASCOxhBPiZYYduZmYGQ0NDiEQiNMBRgrq6OnV2TpLW9gztYQgOtOrssDNxn8n3ntvDgQZEVF4gIBDYFAIKOXRMbEOttz/hlSH8PjcPrnO4KUVE5nUhIGbq1gSXYNpOBDJb6Go0mg0Vyx0Kz1D4/X7wjMWGhIhMAoE9hAC/PzcyMqK+P2ez2dTZuaKioj1UA6HqZhHQ6XSqA8/9Hjt3m5Un8gsEBAIHFwGZZurYBuOQHbP1OHZ5eXlqXxQMBtVVUwcXxe2vubz9RYoSBQKrI5AxSHiUaHXO5VMlSVJnKVjON998g5/+9Kf41a9+hc8++wz8o8vL58pSrBAjENhmBHg0lB06Nubb2trUnyrgZcuSJG2zJqK4nUSAZ+p4ZUMgEFBXOeykLqJsgYBAYO8jwA4dDxbxKhC2p9ZaI0mSwIOL3Cc5nc61ZhN8WUBAOHVZAFGIyC4CmREh7lA2KjnjELKRw4Zuc3Ozut0uL8nkDSQ2KlfkEwhkC4HNyuHRU56JzrRn/qmCwsJCdQnyZp6dzeol8u8MAjyqzv0dj46vxwDbGW1FqQIBgcBuR4C/Rzbi1HG9cnJy1D0RuD/iAUfRJzEqW0/Cqdt6jEUJO4AA7/rHjl1TUxNaW1vBTh1vGME7ObEhvAMqiSIFAllBgL8cfT4f+MfEeZBCkiTwUksmHhmVJDFDlxWgd4+QNWnC954NsFAohMzA2JoyCiaBgEBAILAMAhmnju0mHkRchmXFKO6LzGYzuF/id735e2tFZpGQNQSEU5c1KIWgbCEgSZK6OcpmDBMeGeIOid+vy+jFW7pzHL9/lIkToUBgLyHAX4w88jk6OqouJeb2zG2cZ+j2Uj2ErtlHgAex2JBip47bSfZLEBJ3PwJCQ4FA9hDg7xee/V/v8suMBuzU5ebmgp06lrEZmy4jU4SrIyCcutXxEak7gAAbJ1zsekeGOE+GeOqfDRu73a7uhMmbr/C7JpIkqTtqZvhEKBDYKwhwe2aHjtv0xMSEupy4vLxcfXdhr9RB6Ll1CPDySx4V590vue8UBtTWYS0kCwT2PAJrqEDGqcv0KWvIsoiFdyNnp44H0tn+4p00FzGIi6wjIGddohAoENgkAmycsIjNjOzwzAUbOL29vfjyyy9x+/Zt/OIXv1B3YiorK2PxggQCewqBzIYovOTy+PHjaGxsVB27PVUJoeyWIsADYgaDATyIxYMAW1qYEC4QEAjsawTYqePZf7bFNtqfsB3Grwbw76fyMs59DdguqNxWOHW7oFpChb2MgCRJ6jpsdu54hGgjI87cGVVVVeHChQvqO3V8fv78efCoEe8U2NPTozp4LH+jndVexljovrcQ4M1Q+B06SZJUZ66goECdcZYkaW9VRGi7pQhIkqS2CzbCeLZuSwsTwgUCAoF9jQDbUbz8kp2xjfYn7BQWFxfD7XaD5exrwHZB5eRdoINQ4cAisHLFuSPgER6est+IU8eSeT13aWmp+vMG3Knw7oDs1PH67nv37mFwcFD9XS+ezeOfOuDNJzZaFpcnSCCQTQR4sIHfjxoeHgbPzvEMDM8y87uh/GxIknDoson3fpDFRhj3nX4p754AABAASURBVLzMidvPfqiTqINAQCCwMwhwf8JO3WYGv3n1gNVqVfdJ4GWYPOC0M7U5GKUKp+5g3Oc9V0s2TJg262hJkgSe8eOOieXx73exQczGMhvKHPJ7Srw0gGdD+H0ljhMG0S5rMvtcHR5M4FHMsbExDAwMqMTOHLdJJm6zPDDBDh1/Se5zOET1NoiAJEngfo6dOm5TGxQjsgkEBAICAdUR4/6EoeCZuo3YRZIkqSuveJ8DdurYvmJ5grYGAXlrxAqpAoHNIcAv2PLMBL9HtJGOZKXSuYPi3QIbGhrUjqaiogK1tbXqZhPs3PHsHW9CwR1PNstdSR8RLxBgBPgLkwcUeNa4s7MTGWIHjwcieIaOvxSZV9DqCBzkVEmaM6DYqRP910FuCaLuAoHNIyBJkjoozrYYf0cxbUSqJEngAUme8WPHbiMyRJ61ISCcurXhJLi2GQF26pjYqeMZjGwZKLycgDsoNpDZweNllzyizUszDx06BH73rq+vDzxjwo7dNldbFHdAEeA2fv36dRw5cgTvv/8+3n77bRw9elRth3V1dWJDlAPaLtZbbUmaM8LY+MpWn7leHfYQv1BVICAQWAMCbIvx5ktMa2B/hoXtLpvNpr5Tx47dMwwiImsICKcua1AKQdlEQJIksPPFozvT09PqzxJkQz4vxZQkCdzJ8A6C3NHw8jZ+z46dPH4Hj+O5TIfDkbVyIQ6BwAoI8KwKf9HxzxPwMmFm4yWW3P75WpLEu3OMiaDnIyBJErjtsEPHg1UQh0BAIJAFBA6uCEmSwE4dvwvHtFEk+LuMiR1DMVu3URSfn084dc/HSHDsEAJs1PJWuOx0cSeQDSOFHTd26Fgeb6TCM3PJqA6j/W4M97oQmAXkRC50KIBzMoqxATdc9tiqNDUcwcx4dFWe58lwjEZgH4pgenT9cpyTMdgHw6Tv6no+TwdOnyY9nBNzOnBoH4zARfI5bT3knIiBaT151sI73hemupJOz7kna5G1kGdhvRfGZ/vc64w/8zRxe+R35nhTIJ5hYQZJktSBB4hDILBOBNip43aUjf5ynUULdoGAQGCfISBJc04dO2NMG62eJM3J4X5pX6+C2ihAWconnLosASnEZB8BNnR5Jo2NXt4whWczNlsKO3U8WsQj2X6/H+zYJQIWOEdkjPeRE9cXgWMkiWQwD/4ZPSYH4xgjR2JF6g1jtCeMMQpX5FktfyaN8rOcUQrXLYfycN5N60C6jPZGkNGBw9Ge0MbqRjplQ5+lWIx2h5/otzRtM9cL670ZOavlHe4MgSmdWtyK2QDn9zl5sx5+p47f6+R36XgJML/vybPLi3OIK4HA8ghIkiRm6iAOgYBAIJsIsJ3EDh3TZuTy++GcPxu2HMsR9CwCwql7FpPdGnPg9GJnjmfreEmkx+OB1+sFG8CbAYJHsbljYeKNKXjpWzJsABJWKLIJcZpIYdLrLbBY8qHVmp/EcfwzlABSkJBISqvzzct9Jv98fDIlI00GWTK1fjkJ0iEtyYhTuJL8tcZz+Zm6JBISUhuVy7owzddvreU/j49uEtKE9/P41pu+sN7rzbtWfr8nCftwGIl4EpFIFOzIcZt2Op3gpb482MCzdezcMfEXaFtbm7qb4WbavMh7cBCQJAncx/GgFY+IQxwCAYGAQGATCEiSBLaX2Fbi5Zeb6VdYDqsSiUQ4ELQFCAinbgtAFSKzhwAbKPyuEXcmHnLseNnkZqXzqFNeXh7YqeNlAJKcRn65AbXHclB/IvcJNZ3OA9PCuOXOm87Y0HDqab7leJ4X13g6FyyHw+fxPpN+kvKeJR0onEvbuC5cfsO8HK5TM8mtn79ej2zOy7SePGvhbTlvQxPrtOA+rSXf83gW1vt5vBtNL6kzgtsaO3IzM9OYnJxEf38/uru7wY4dO3AvvPACOORNe86fP6/uGMaDG5tt8yL/wUCADS4e+OJ+kjff4fODUXNRS4GAQGArEJCkp8sm2bHjAaONlsPv5kmSpG6YslEZIt/qCMirJ4tUgcDOIiBJkjpTkXHs2PjdrEbcsfC7euzcsVHt9Xk3K1LkFwg8FwH+MmSH7tatWxgdHYXb7Qa/LzoyMkKzvHE0NzerI6I8msn0XIHZYBAy9hUCPALOS3jb29vVwQKXy7Wv6icqIxAQCOwMArxqigeNuI/ZqAa8GoVl8IDTRmWIfKsjIK+eLFIFArsDgYwTxsvTZmZmNq0UO3atra2qwxiNxsioTmxaphAgEFgdAQkWswU8A9fS3KK2PR5Y4PfmeJdXnpWWJAmSNEeryxKpAoHFCPDM771791BQUKD+JEZhYaE6E8y/ebiYc2NXIpdAQCBwcBHIOHWbdcj4e45R5FVSHArKLgLCqcsunkLaFiHAG5yw4cubRrDxws4dz3xstDhe0sYGdWVlJTiUNipI5BMIrBEBWZag1WpgsVjg8XrAbZANcCYeZJAk0QrXCKVgWwYBNraYampqwCsbeGdfNqB4RngZdhElENgqBITcfYhAtpw6rVarvve7mRm/fQhv1qokZ02SECQQ2GIErFYrcnNz1c1SxsfHwZ0CT+VvtFhJktR3lswmk9rJbFTOrs+XTiEacMPjnoUnlCJ104j5puCaccLjjyCeiCMZ9cA5aYcnEEUsmQZSKaTiMUSjEaIYEvEAAp5pOKedcAcTSJKUhZ808SeJP5mIIRaLUB6mKJ3HwHEZOfFkEvPi1ezsmPM9TEUDCHmdmPFFKZ3KV1P32z8JCar/pH0SvPNqTk6O2p7Z8Ganbr/VVtRnexGQJB400ILfF+YBA+4ruV3xezDbq4koTSAgENhvCHBfwt/VbHdtpm7s1PHgfDQaBbAZSSLvcggIp245VETcrkSAOwI2WIqLi8HvivAOgdzBcEezGYVlRYZEsyibkbGb80Znp+B0jGHSPoapqUnYfUk4R7roegRj43bM2MfJyRhG/8AUpiaGMDHtxsyMByHnFGZCQQRDEcTDk5im/MNDo3BMjWLMm0Z8gWeXID7v2BC85NAFw05Mk/M3M+NHyBdAyDEBZ9APfyiMWDyIQNAD+4QHKcTgmnTA757ErGsS4xMzcHnCSJBPR5/dDOmGdEun0+ANf+xTdthsNnA75jbNcTx7J0lipm5DwIpMKgLcvnhjFN4khc85jMfj+3vASq25+CcQEAhsNQLZmqnjVVc8kCmcuq25Y/LWiN15qUKD/YkAdyz8fh0vL+Lf8eL360TnsNq9TmPi7hcYcbgRSoWQHP4Yv2qPYKBnHCmNH9Oj3Xj4xaeYDAxiJFGF9OQ13LhzH9eudcDefge9sRjCNLWWDg1jNpyE1+dHcuQ3+MXjOPzRp65XcGoC/R/9Av2JBCLSGAYHJoiCSAa8mL31BXr9PngSKZoAtGN86B4++c1dhFNTuPvhNfQ9+A0ejg2jfSYHxRYt9qt/zYY23yl+14nbL7dlfq+A2y87eZIknDrGR9DGEJAk/jmUuLoJTyAQAPePPCPMI+wbkyhyCQQEAgKBOQT4+4rP+Psq813G1+slnqljp44H5NebV/A/HwHh1D0fI8GxyxDgkR5+F45n7RwOB5h4RHqDau7jbOx0hdAdroXJWI1jLTXIa65H+EEHUn6aoRvvx7g3goC2ADmyAp0xF0XH30K9QUKu7zHGnQ/x1a9/iq8H/PBHaF7NO4PpiUnYnUlY88j5UpY4IWRUQm+C2WKCxZIzRyYA8T7c+ZjktI9hcsoNxTmByPQoHky3Y2zUjfFUIfw+L6KDdzAS10JKS5Ao2377yLIMs9mE2upadZOUzEwzLyvmL0xJ2o+13m93cffWh/vEc+fO0Sz5NP7xH/9Rde4aGhpw9OjR3au00EwgIBDYEwgoigJ2yFjZzThkLINXqLBzyLIEZRcB4dRlF08hbRsQkCQJ3CnwRgC8yYTX6wWPSvMytm0ofo8VIUGbToG9pJQCmgVLI5bWIK3JgU0OwJJvgrasBhYAkiRD1sQQU/RIScUoyTuEM6++jfPNhbAZNdCTQyIZChFP5ONolQS9Fs8edG/YecmQJBug0dTi2JW3cO5oLSrkNH0xJKBtMmL8Zy4UHUojnlOLwtoXcP54KbT3fobxYAzkQz4re8djNq8AY8xtl2fo+L1QHowoKSmBJEmbFy4kHGgEuF3xjC//NAYv7eUNUzjkQbADDYyovEBAIJAVBLgvYeeOl3ZvVKBWqyWbQANhr20UwdXzyasni1SBwO5EQJIkmvUwq+8l8UxHMBgEG8k8+rOZpQHYVwc7CjrU5rngne3F9evt6OuYROHhSmhMebCWtKHCqkdubAKTwRAcXZ/j9ld34YYeprJ8pKNuTI8NY7CjD1P+EOI0k1dYVoKKShPsQ7NIxJJ4/pFEKu2Hyz6Gke5+DA644ZdzUXi0AVLciKa2XBiSYfhn3HB7PJgcsZNDlwLPMT5f9t7j4HeefD4fhoeGkUgkwLPNOTk5e68iQuPVEdjBVDa6eNCA+0EeXNlBVUTRAgGBwD5CIBtOHQ8+cb/Ethp/H3I/tY8g2vGqyDuugVBAILAJBHiDCR6N5tBDToHdbge/R8IG8ybE7qOsGlTVFiA3R4tYWIGsFOL4sSKU1Dchv+IkaorLUG3TI22sQJkliGRMj+LSIlS0VMJYlA9TMIBwMIKYphh5+SVoqC9FbVMldAEnZsaGMDrUTw7KKJyhFExNh1AgK9DAhvz8HHJYtJD1ehgrK2CORZAIhhHR5MFU1ITm2gY0nm1GTVUr6mxm5MoxJDUmmGqPwKYnGRL23cFfXvxFNjExAR6E4HfruO3yyOW+q6yo0LYjwDvJsjPHqxb4Zwymp6fBqxg4ftuVEQWuGQHBKBDYKwhknDp+Z3ejOkuSpA5o8usH3FfxapWNyhL5nkVAfjZKxAgE9hYCZrMZpaWl4FmPoaEhsNHMnc5SY4YN6oPo7BlqLuHEmVfw5muv4tKrb+Bkvoymk6dQlF+MsroWNJx5A4drr+Bb3/823vngA1w4VIO6+mbUv/AD/ODN9/HOm2fRVHsBLRUVqKsqRk7JCbxxDPBO9KG3qx1dXX2YjmlR8so7qNdoYEAVamrLiEzQWItQeP6H+Pbr38F7b17CuZcuornpKFrN+Th14RgsBadwuO04XrhwCueuvIjLb72KUoMW2n3q1PGSE6/fi8qqKpSVlcFkMkEcAoFsIMD9m9PpVN8x5kEuHtzia3b0siFfyBAICAR2FIEdL5xtKl56yQPoPGDEtF6njPNz38Tv5Q0ODoL7KO67eNBzxyu4DxQQTt0+uImiCgDv8MaOncFgUN+vm5ycBDt2C7Fhh487ENF5LERlA+eyHpK1GSevvo3X3vkAb7/zKl4404QiErUPfTGqVXY+NEAJq8WCC+cuoJwcOj3NYmZHspAiEKBBFq8XvBtwU1OTOmDA/SEbXFNTUwIegYBAQCCwaQTYCevo6FAdsc8++wyffPIJ1tu/dHV1gVdUvfnmmzh//jzu3LmD4eFh8FII+2cgAAAQAElEQVTMTSsoBGDOqRNACAT2AQJsJB8/fhxHjhwBjwZxB8RGDs/O9fX1qUveuJqSJFwPxkHQ9iIgSTJkRdneQkVpBwIBHjnndzV5ho6dOYXaWXFxMaxWK3imjn/XUwxmHYimICopENgSBNj54lVR77zzDq5cuYJXX30V3NewrbV0AH0lBdihM9DA+8mTJ8F9FQ/Gv/zyy6ptxvbaSvlE/NoREE7d2rESnAB2MwiyLKvL2fhdJd7eW6PRYGBgAI8fP1a3+eb43Nzc3VwFods+R0CSxIDCPr/FO1I9dup4CRP3cfyOpiRJ6g5zvAkPvwfD79cJp25Hbo0oVCCwLxDgQSOuiM1mUweLuG9hO4sHzdfq1PEAE9tpPNjEA0+Zc5bByzFZvqDNISCcus3hJ3LvQgTYiCkoKEB+fj74Haaenh5wh8EjQzybtwtV3o8qiToJBAQC24AA93Hcv7GRxAbXwiK5z+PRdX73hQ0n4dgtREecCwQEAmtFgAeLeDk3O2aZPPxuHDtma7WrePUA90O8/DIjg2foeACe90TIxIlw4wgIp27j2ImcuxgBSZobqebOhomn/Hnt9+joqLqe2+FwqLN3vANTKBBFyJuAdzoGtyO6dpqKYtY+R246XzUvp2eIy6DzRXnpWpXBIacvoFmKY+J0zuOajILP1fI4jXR4cr0gn5qeuSa+RTx0zbKexNG1es4h5+FwIXHcMsQyFtITGZyX+TnMEF+vRhk+DomP68yk1oPiuBxVPqWpcfOhykPpT+L4nIj5mdQ8dJ0JOY4pc70onJf5RNbCa5LxJB/H07Wal8/XQH53HIlYahc/NTul2tNyU6k04oRRLJLCRikaTiESSm44/9JyWRbLXBq/1utIMHu6sB5MmbL53OsOIh5NQ5H0QFqj1jsZlwjHNJDSqPGc7veGEQ1nT5eMDkvDaCiFkD/75USpTXB9l5a3VdeJRBppgvBp6xRnAoGDiwAvteT33vj9N7aj2BljO4o3++JZu7UgU1FRAbbH2BYbGRkBE29sZ6PZv6Iifit/LVIEz2oICKduNXRE2p5FgEeTuMPhkaVLly6BO6S7d+/i008/xY0bN/DgwQN0dnait7cXjgkPxvtC6L7pQceXs2umduJ9/PtZtF8jovNV8341i8fE10Eh8/H54y8oH8XxOcdzyLI4fSFxnEqUl3ke/t41J4vK5PhHn7vA+RfmWe6c9c3Ecz6VSIYaR7L5+okcvqY0Lu9JHF2rvAvCx1+48Ij1oZDPmZflPCmL5DxPRkZm+xJeVQ7ho6ZzGuO1oGw1nq5VPgoz16oOdP2Y9WJiGZw/E5Kuj4ie6EVpLONJfsq73Pkz+hGfKoPC5fiXxg0/9iPoS2Lf/ghfFnoLNtpnp+KYGY/CORnbEE2PRTE1vPH8mXJnJubKZ1kb1Yfz2Ycim6pPRh8OHSMRTI9G5nAh/abo2kHXIY8GEZ8OTopz2eOI+fXwTadVPr9LQipqwdRoCDMTC3AhXtaP5WaTWKfx/pBadjblztB9dYwu0H+D7WMtOjFOXifhGKXnNQvtWogQCOx1BHgDJp717+/vx9dff40PP/xQfS+OX2nhVQJrqR/P6tXU1ICduGvXruHzzz8HL+FkZ89gMKxFhOB5DgLCqXsOQCJ57yHAo0k8vc/T/LW1teD3TKqrq8GjSfxiLi8B4M1U+GXdqqoqaDQG+GbimBoIY7Jv7WTvD8MxHMbUYBh8/ry8C+XzuWNoLi+fc14O7cvowPFMdtLNQWXNkCHH15yH+afpms9XJdJ1oY6cb6neHLdQBvNnylkYv/DcQQbr9HAEHDJxGsvhvHzO9DwZzMPE9VvIy+dMnMbEeC2Uy3FMzLM0nq8drBcRp2f4OGQ9p0nvTDzHsc6ThBGfr0SsH+OfSecyFsrIxK8UOscjiNFMSYrsRDEBsHy/4pmOo/0bL2595Majr7x4/I1v3dRx04fO2/5151taVvt82d13/Oi4sTF57df96L4dAIdL5W/kuuOmH+1Eat7rPnTdCmC0HZgZMGK8S1HL6b4VRsJdgZEOScVg8GEC3rFcjLSnqR4BNS6TP1t6qfLm8eoi7PsfhJ6WMx+/kGcj5+1U3w66txvJu948tz/24MHvPZigPnf5lipidzsCQr/sI9Dc3Iy3334bvHNlXV0dmNjRW09J/HpMeXm5uvPlqVOnUFJSos7erUeG4F0ZAXnlJJEiENibCPBoEDtr3AGxA8fXvGabz3mUiB27iYkJ+Hw+9bftbPkmHLpgxbt/XooP/n35rqfvLNDxwrv5yC3S4NRrNrz7F3tD/53E+K0/LUF5g0G939utx8X3CmDO1ezNh2qbtJYkQG9SUN5kQdNZG1rO562bWi/k49AL+evO90xZF+bKbr1I4fz5MzzP04/ytV3aRP4l8tuoXm0Xn9atlXQ7dKkAhy8X4/Clwrk6U5mHLxeh7WKBes3h0RdLCJNCMDaL6kC8i66XlLeRtFbS79ClfLXsjeRfKQ/LbSPZK6VnM76yxQJTrpYm1SWIQyAgEJhDgG0pfreOHTNeRjk+Pv7MT0fNca7+n98B5p+d4sF3HoRfnXvLU/dVAfK+qo2ojECAEJAkSf3dOh5B4s6HoiBJEnJzc9Vdmzjk6X/+zTqmRDIGa54GxTV6lNUZ9hTll+ig08uwFWtRUq3fU7pvO9a1BpRUGWAwy7Dma7YdK75XikZCOkUtUkzVEQjLfMiG1mhlGK0aWPJ0dJ+0u4A2qUfBJvPnPwcDkp9DZM1fWM7i85wCPeG4MO45Mp9X5vPSC7ZY/vPK32Q6tz+NToY4BAICgcUIsBPGu11m3ovjd+vYjuL4xZzLX3Fe5ufNm4LBIPg1Gf5ZhOW5Rex6ERC91noRWw+/4N1VCPDyS0mSwKNNPP1vtVrBHUs0EgUNyUIcAgGBgEBAICAQEAgIBAQCyyPAs2wejwe8+ok52Eljx4wdtec5drxTL/9mJttdbH/xADtvVud2u9WdylmeoM0hIJy6zeEncu8hBLgDYXV5ExWdTof6+nr1RV9ZkXfcp2O9BB0MBCTudaWDUVdRS4GAQEAgIBDYPwiw/cRO2eHDh9X9CvinCHj/Al5OyfGr/WwKpzPxxio8sM4b2MmyDHYS+ecR9g9KO1cTNi92rnRRskBgGxHgmTrefpen+nlUSZIk9UVfHjFak4293JK5+TgO0qkUUskEEskU9spW2NwBs96s/9pvRRq89XyGf07G+iRk8u6uMI10KolkIonUMtV55p5ShFp3NVxck2WyL2bY+JXIuScRSFHfQO2K+oi5tkHXiQSS1FeobY3bELW9xX0HtUeOVwlq20wlqX2yjDkhi5FIk8xUYkH/k8lPbCSD/j/9LJefU4kv06b5chEtSMvwqCGVmaRKUPIidnEhEBAI7C8EUtT3sFPHyyZ5N0x+/vlVFnbQ2FHr6+sD7zjO8UtrznEzMzPqDB87czzTxw4d734ZjUbBs3XMszSfuF4fAsKpWx9egnuPI8A7YfLWubwOnJcNcCfFVVJtHPUfX80TG0lkdJHtRRYVEA/HkY7HkUykQLYVGVlpxEMUl4gjGk3B75zERN8jPOh1wB9LI7lU3rzY3RRE3R54HDPwk1JrUzeBRDyEGUcICcIBSMJPMpxTLvCrYiRm734SPrjGB9H1qA+jbrrPqTgSdB9T5OQl6B5HIomndSNDNhYJIeDxwOv1IRiMURtIQ+WNJxGNPWVddEYgU1a1PS2KFxf7G4HoNOwDvRgacWA2xu3KhfGHd9DVb8eMN4p4cBbe8S486hyBK5BAnB6mZDyCSNCjbujkC8QRm+nHUFc7+oYmMRtd0BbnkYsFZjAz9AAP+ybhCSWQTIXAS8vDvgTSsTCoWSKdTiAaJVlEaerY4pQ3ze2cOqtULIZYKEDleYlCiMZjlCel9mMpcji5vYd9Xvh9rJMHgWAYIX8AgbFH6B5xwsf9I8kTH4GAQGB/IsAOHS+h5IFwXu3EYYL6EbapysrK1Erzb89FyUlTL+b/sbPGThs7fBaLRd3fYD5J3ZWc5bBc5snEi3BjCAinbmO4iVx7FAHePIV3weTw8ePH6ku63JmoM3XqvwUVi5CTZp/Co9E44rFp3PzVdYz0XUPnyBh6JqNk0E/iy3+6BvvoNVx7NISvb0/AOTFKRtAEvvjrn2LE7kKEjPgFErf3lIfOYxGEwjHEyAFLsYMaiSMRDiNBRlwiEsN0dzf6Hj7ABPGmo2EEyTCLP+GNEW9E5aXkOd15JpL43CEy9sg7iYVnMdYziP5Hw2ADcY5pj/6PTMHt92PcGUG0/W/xsweP8PF1O/q/voPRznt4GFCeVizQjbHRIbSPpciRCyHt/gYPBnxo//oBBjoegqKf8i48ozZGE8QLY8T5vkaAf7/CjRtfDsEZjCIwM4TBW5+jNzyBrhENtMFOdPV048aNYfjHxuDPiaPv07/F7b4RPOodwlhfBzw0Op6imbDgwAgCiME1M4Lh61+ilwYO6DF+gl7Q68fM2DA0Biduffwpeh58iK867uHzrj6EXHfx0X0vZru+QO/oBDp7ezD68CN8zT+z0fdTfN1jx6MHg5ga6Ka2S22anLi07w6+utVJekzC7bbjAaWzAed9dA9j9glMB4fgnryDL0ZtMCoa6BRq3E+0ESd7CgGhrEBgDQiws5akEW12zCRJUl9fYUeNiR0z/nkCXobJfAvFZZw63jHTbDaDZ+gy6XzOq6g45KWZmXgRbgwB4dRtDDeRa48iwFP+meUC/NMGvINTKBQEG01psr8WVSsZQjAUopFzMnKSYTholD3gtcMdCNJIeJJmcYKwD9oRDNgx6fJhyhmjGTwN8gtyUakZgJ9GsmkCZ5HIbbtIRREL2vHlrXGMtd9E98AoHnSSQXn7Uzy0R+DouImOkWF0DU/T6P4QZh2duN41C3v3TTL67Ojs7sfAnS/QPh1FiAzKlDSneTruQdDVj/ahIIZu30b/yCD6aZZuajqgztTtpA87p+Em/tM9jtMXVpgmQRT/IMY8bkwMPcbDHgeGZ7QoMs6DwEXE3Zge6cb9O49wr3casbgd0/238HAsiIlIDlb75QJJ9LqM4MEgmgVDYALjyQLIOWUoNcegiQyjfTKAmWkv/FMDmJmdhdOXQJIanrYwD4X5IczM+DAx2I+J3ht40P4Qo0EZIc8svH4XJqdnMGWfRZTaUXpBk0zQDGA0FIaG2qln0ompIeIfG0HY78Csxgq9/QvcHvDAHweUhAMTI+3o7nfAMXwXfYOjcIwPwDF0D/faH6HPlSR9phGZptnB0VG0j3vgmg1BqzdCCQaQoFGelEFDAxpeTPX0wU99ZxIS/R2M2ypqKRDYDALxaBpRGhhdjSLBFELeJM3Wp9bEG1wDbziQBPMxsfzVyl8uLehLIBJMQ07rECH9dRozwsEE/J4I9QUamAw2RMMpeKivCPhiyMiIBJOYnQ4iHdcjndAhGk4jHoVKfK5IBiTj6fWB4QAAEABJREFUMrzuEDJ5nhdGAimEfIQP6fE8Xk6PMJ7UUXHI18tRmNKZlkvbqrhEPLtWE30tbKZpirwCgb2HAC8b4GWY/MOZ7NhJkqRulJJW/2+iPpICRWOBNacYbVUSZJrYSSSxM0cijJhnFDfGEvAHJmGfmkFPlx2OwR64yeEbbu/GlMeHCJlhab8Lvt7b+IYMvHEa6XfM+mAno3B6ZAAeaJCWJeLC/BFFPDFD6XY8vDsKJ3XCKUrPbrc0X9QOBIlYFNEYfeHktaGlVAdNiIze2SAZwgpyDYsV4iVpSbrBiZQMRQF8rhFMByg/jLDQ9WLuBVcSnTNRID77HAGa8ULUh0RuMfSWIhSTt59ricHhAZKJBHyOADlKGuQUmCHJOuiNNlTX2chokhEj4yjNM+PEpzYwKYVk1IUADbKE9SUo0gDyQvjSCTKMojTIJKOkNgfBoBkKOYzmpBtj6RoczumHA5Uwmy3UlhV4QmloZx6iO5iDtNcNTdSDOMng2bgkdV6yJCHXogeifjgcdjiTGmgMBuh1euj0BuisJaR3LRryYohO9ZGRF0Byv3QEC3EV5wKBLCGQpucj6E1gvC+M4a4QzcSHVyTmGeuldCbiH1uFnvCuwsP5n/D1hFUdOG49ND2ShMeuUYlleae08E5paIAzicmBKFzj1K8F82hAKYaxnuCTuo33R2hWX1HzsYypoTjcdoX6Py3slG9mNE1ytHBPyk/yrEkvwob1WBMvY/O8epM8FXPm3QYa7gzRxEAE7CxnqYkt/k7IltCNyRG5BALbh4BCVjjP2LW2tiI3l4woWYJMhIWHJCNFw0lRrws+vw8RrQGSho2cMMIcFwwiajBDkeW5BykVI0PMTaPsTgy7cqDTKtBrsTOHakyGIRUWwFhdATMZYfq0BcbCerTVAf6QATa9GSW5OujSEYSm7QhEpuFRymCz5qIoLx+moga01pjJQZHm6gdAMhihy7MhDzNwRPNIrg0lBi2Mi6xL7NkjGYsgTCOJiap38FqLASZNCYqVKKzSGDpmAkhH3ZgNxBCl0bXcihYcvfQa3rpQB5siw6evQ37SAxPP8tGI6IogpCmFiQLx2ecIyApgsEIXmELEN4UZb4SeMwV5OQr0efxcFqKQHKccSxKJRBBe5zRm7OTomY0w5pfDVnYYR4+dQIU+BEUyIdemR35pLoy5RTDTjJuEBQc988loBH4v0HBUh4TFgjT3TfEQBkdiKGosQ1VFI3KNQBQ5SEt1OKZ/hGHLqyhRUrCmU9AUNKLl6Ak05VADpWdaKjqEinwbKtJTmEgAFPu0QMkCK/GfvHIK+u4vEHZPg8ZDnqaLM4GAQGARAmkakJmZiKLnrh+9DwIYJSdiRSKnYmIogrH+8Op8LIN4J5mXwhXlEd8YOVfMx3JHn8O7nBw3OXBRnxW+ab2qk3NMQsyXR9cGjJLDNDmYgBwthddhAJ9nZIz3R2nmPx8Blw724TimhpMIucyIeHIwOZTAxGAcQaeJZNlUuZl8q4VjhMv4YGTt/FTf8QHip3AluSyPaaX0bMf33Augj9qBcyK2qJ1s5oK67c1kF3kFAjuAQJaLZMMoTUPMyUR6sWS9BWH7CAZ/99f45MvP0F92CLriBqRGutHzu7/D7+/dwXDDOVi0RpCrB4THMN7+K/zV3/w1/pPjKBSNFTnaxSK37UpngpxfhoKuz9D7i7twhKJQaqxUvAaSVIhjJVPo7b2HLx6Mwk4GXu7hBuimfZB8SdDkHGAg1hU/XNsmHNO1o6f3Or7oHcdkaEXmPZVgzCtBZfNhHK0yQqtIKKxvxJHXz6CijEYfP76F6PDP8C83JjHkJIt6Sc3qG47h8sv1yM0DHtz1LEkF4Q6QjQ2yvSGOA4KArAMsDaic+h167vwd/v7GGO5NVuDFOhlGsw0NLx2FFAxj+uEDTM/cxkd/+5/xH7/MhdVqQo1lBOMdv8E//u1/xV/9+j7GfTHItlNoKTCiAXdwbQbgDVWeIKmxwFjQgMPH22DuH0VBK802f/dbaGypBx49JN7UnFOWdiIlp2DMacSx2npU1BxHuRJDIjmErsFr+PCv/zP++m9+jx5vEPxYWyqbUHfkDE6Y8WRwRy0zPgvP5H38/tMvcWdKQSCuQJbUFPFPICAQWAUBW4kOjSdzcfyVwtXp1eekL8y/Vl7iO/HaOuQuKOPU68U482YpTr1ROqc3yTr5WhFOEB2n8xNEnH76jZK5uAV5z71dRvko/lXiJzr5WjGYGIMTxHeK8px5s2xOLl1z/POIy3sez8L0Exus90IZ2TyvO042YqEW2TzkbAoTsgQCexUBmQx4RSMtVl8pxKELL+KP/vs/xduv/xj/3ZtVqC5rw5k33sUP//JP8a03vod//0Yx8mtfwZuXWvHBD97Da3/2v+N//vP/Dv/zj46jqsiEHXvAZD0MOXX44I/exCt//GO8du4wXj5WhcNXLqNIVlD00k/w3pvv4s/+zffxrT/717hQ/yb+zb96Ey+/fRFtVUVoaazDoYunkBsbwaPf/Bof/svP8LN/+S0+v+6AR3ME771fgTM//hO889YP8ec/ehff+f4ZsKsnYXcd69LG0oK6+iZcbOZcGvp3GOcuVKGhpRG1zSfw5tvk1BtsqCywwVxyHo1NLTjTQGyKCSh5Ey8czUN1/SG0HD6FN8/YKGHxh5fepFIAwb84QVztYwRkqpsBR979Md54+1/hj77zAb79zlWUGY7i5VdKYCs+hBNnz+DKB9/C8Xf/J/xPP/k3+O/+1Rs4UV2I+mNv4OqP/jf8mx/9Mf743ZM4/OabaCmvRF31cVQfu4hjrs/wxUc/x4e//hk+/OoexpNWtJy/jEJFQe7Z7+F0fQ0aLMWoIqft3e9ehL70XZxvs6G8oA61ddS2X2qDrvkdvFirx+E3XsGJ9/4S3/rW/4D//id/gp/8+GW01L2D881laCizoqi4HpdeOASFZNvOXUJ9ZTXKtPmwlZ/CK2+9he/8+R+jvrYSOomqKz4CAYGAQEAgsCMI8DfOjhQsChUI7B4EyBKhD5gWKiVpYLRYUVhaBFtuIUpsOuh1RlhybSgoLkJebj7FaaHR58JmNSKvIA+5RZUoKy5BWYEJes1OPl4yOQ965BXakFtYiFyLETkmHYxWK7RUUW1OIelvI2MtH3lFRbBQHYoLc5Fjs8Ko08Jo0BOvDXolD5WHDqPt2FEcPdaGptoKFBlNsOXpYCksgs1WgOLCPOTnW3bOgcXaD94QZ266Ypk8ihF6vQEWA6dJ9M8Ei0UHvdEAvcEMW0EB5KKzOFlnRkGuBQaDcY5XkgGtDVaThviMMBqJ16JQ/hU+LJpphWQRvSMIbGGhMkx5hci1FaEwPw95thzoZBNyaBpfozXCbDHDSvEmWynKCotRUpQLs14DgykXOQUV9HxRPpsZptxcGHU66PUmGPPLUUwzaC1tR9F2mKi+EtUlNhipv9JAgmLJh5meYb2ihY748/KtkLU2WIwKdBo99HpquzlGSAYbcvQyjCTbRLPUeXmlKKXnurAwB0Y98Rt0MGgVaLV6mj0kfgkk2woDv1dH/aOiM1OfYUM+9Yd6vY5KhjgEAgIBgYBAYIcQkHeoXFGsQEAgkBUE0uDtgpNxCrMib6EQBbKSg6LaWtQ2NqChsQaVZfmwahfy7LFzifRlomDdH5kqbqpEiU0Lkw7iEAjsGAKSxgB9XhWqa+pRW9uA2vJiFFj1O6bPwSpY1FYgIBAQCOxOBOTdqZbQSiCwvQikUwDT9paandLmlvWlqQLZkbefpcjSRj26/YyKqJtAQCAgEBAIZB2BfSEwjVQ8hIA/iFAkjmQqDd6VNx6PIx5PqNepVByxSBA+XwixJKWTUcKDzRTMI0D2SSqCkN+HYCiKGNlbqsFC+SJ+L0JhiqN8SKWQZrlIIZGII8HnTHSeTKbApMpNxubK84cQJ1lqHBVGpcyJJTnzBR+4QDh1B+6WiwovRYA7Anbo1KV5SxN3/bUEWZag1csQ/grEIRAQCAgEBAICAYFANhBIJZGK+OFzTWJsdBwOl191wOK+WbgDPvgDIUTjYYQDLszYRzE4PIEZdxBRyhOOxEAf0iKNdDqGkGcS9qEhjI1PwcX5ElEE3Q44Rgdgd7kRIE8vHYsgNj0OVyxGzl8QAbcTHiJv0I9wNASni8qLhBEJujA9OYqh4UlMU3mxqA/+UISczoTqDAZ9YfBOo1T4nvlkS1E5W4KEHIHAXkWA525kBVAUaa9WQegtEBAICAQEAgIBgYBAIGsIJIMOeB79N/y6K46UToZBC/hG7Zi6cx3dVEqUCMEOdPd0425PEDlmF7766W8xMvAhHg+PoW+KGNJhJKK9+PjXvfDRZXCiG71f/w73pnrx87/6HF5dLkxmCwxkfoWcg+j79P+FL4bDcJPwQG8XJro7MAKSkWzHr37djvGeb9DZ2YsH/UGYDTO49k+/wdjQb/G7r+7imwcjcHvG8c31bsRoFpGKO3Af4dTt+1suKvg8BHiGLhJOwe9O0IhU/LnkdsTBvyvisseey+tzxeGdicMz/VRu5tpNcR5KY57lSM3jnMvnpVC9JnkZXpYT8CTAP8UQ9Cbhn31WfzUP5c3k8dE568/hk7gFMpmf01l2Jp3jFvE/R0YmnxrO86oy6VyNW1AeXzMGq5a3hJ/zMB4sk2mRbivwqnWYjcPriiEeTSMaSi1771gPlqnyLyOLy94ohfxJJFPPa40HOz0WScHrjGF2MoKpwTAm+9dO4z0hTPQS9YXpiz+k0lryc56x7tCisjhutCsIJpbLNEFyM/L4ms8n+kJg4vOlNEH846QPx3PI13yeIY5jORzPIZeVSVsuZH7mZWJ+vmY+1pXj1HMqc4z05vMMD6dleDnka5UW6Ma8HMf5lhLHcxkcz3yMFdME1Z3jlhLzjnWFnsWfdOPymZ95WJZK83pwPBPzjNG9nOx/ek+4LOblcjlkmlylbUxQWVwG8zAvE8fx9VrIRe0v6EsgHj/Yz6Oo/cFGIBSWMDiqxaHWEpSXFMFi1EMre2gGrR3Xf/sz3ByYxRR5bmlIMDe3oLSgBidyJuAIBzFNNpX6fRf1Iz1+F/7yw7AWN6K5QkG+bhSdfUMINr+OwsIKFFiN5DB6EJY8GNG2INpphy6lkNNmglFvgM5shlGXpOcxiSA5lUmF0qi8svxKnMwZw0QohGRoHDPTI/hmyK/yrbgh2j6/pfI+r5+onkBgTQi4JmPouu1H+ze+51LHDR+6bhHd9D+XV5V33YcOIvWc5fM50aI4jl9CajrxZfKp1wt5KG2EjFF2FibIwOlcTn/ieUyUkcHnrH/7grhMWjvJ5jSmRenE+5jSnvDRdSdhsIhnYfqC80x5z8hcwKPWi2Q+le8F53tyvYB3YRzLZFqLHiofyem+EyCnIY6pkcjy9470UHkpXFhWNs7HyHgFOXW81PegfuE872Fkh9s9FcNEbxC9tzzoubkOYn6mmz6D/9UAABAASURBVG70cEjU/Zz83fO8XFb3jQVlUd7e214wZWT1MC/JU2VS+iJ+in9WVzd65+PnQtJr/lqVweckR5VLoVoWx61AT2WQHOLn8lQ56jnFqfmoTNK7+wZdU/zTPB4Vy6fXc+lqfs5HvKoefP4MLeAlPsaq9/acPNbhGWIeTqdwIUYq1iR7UZnEM6fTYnlcxsK8ahnMS5S5H2odSZ6a9ky4WGc1D92/J2U/w7+4/LGuAGbHo4h4E89rsiJdILBvEUglUoj4otBZdNDqZzE6MoLeHi90hhLUHDqO+nIbbNokJElCUm+FTmuECUEkUknwK3JzwPCXXhwpjQ4ajQFmHcgxDCMcjyFtLoReq4dOo9AU4BT89hEMp4oQG3wMZ5R4FA0UDZMCWZ6TpknEwBepJ+UF1PJ0eZWw6RQorj4MEMtBfXLlOZjEf4HAwUWA+iNIsgRJkSFpnk+KTobGoEDh99jWwC8Tj6yVn8jma4WuM7RSmTKVk0njPAtlcLwaR7IhAbIiLas/68p8zM/E5xzH58sRl8HpHGbSWU/Ol7nmcKFufL0ScT6Wx8Tny/FxWUyZNEWrUH3kJ3hl4heGzM8ymRbGL3fOvExQ768CyBJA3xAr8bJMpuXSNxXHZUrYF8dWVSKdBrgt5+RrUFimRWE5hWuk4kotiirmiM+Zip6Tt6h8nr+Kw6dlsZwSimNiOUwcx/oUkcy5a82T8jg+v0SDSDCOSCAOgxFzaaQTpxVRmMmvXs/LmJOjBYdcFqetRBkZLIf5mVgXvmbifBwWk95qyGUyESbMq6bPX3O6Skv0YJ6lpPKRDC6L5bB8Djl+KS9fc/xTHs2Te6jGc/lUJteFZTDxOefLEMcx2QoVhDwxFU+zVVYxysjldJaXybM05DSVqCzmZcpcL+Vd7tpWQIYkdRWJKBmkW9XYhVyBwC5HQKeXUFwiYbirF2PkaPUMj2LYEVK1liQJUacLEbMVCXK0Qn0PMDTeg8ehEljJUVO8oxjrvYvOwTFMyA0wuzoxPf4Qj0cDmImWoLakELkzNzAy1oOuwVH09TjgnkmjrK4GzYV22L1hOIPPPn/awmIosTC4vMHxfjwKlSFXq4PVVobColJU2xSkJeyJIxlPg1enxLPYz8h7ouZCSYHAliIgoaBcj9ZzuTh8KS/7dJlkMmVk8/lCysSvFmb4F/JQXM1hC0xWDSpbzGg7v036L9RhK86pXoeZsiz7CMlrPZuL3EItSmsN2b/PJH+19sP3CNTjSkTsiG9pk96jwhWNBFuRFkcv5eLF7xTi6veL9gy9+EEBSqr1KKnSkf45e0bvLcZ4wzhceKcA+eTYl1TrcPJl24blbKR+R1+0obBCD5Bjt0cfJaG2QGDTCBitJtQcr0NwaBSOcT9kgwF5VVZIhjhcXY/R2zUMh76cBrGMyJnuwJhjBGO20yjLrUJ+YhbeyUfoHZnCtPY4apUJ+F296HHrEDacwJnaBjSlHmHKMUg8Exh2aQFLG14+14YXL1dCS38p2QwDOY1GehAlyYrSEiuMtYdg0+lgdnRg3DmOsfxzqMitRIXVgPzySlQ1n8TZMgu0PHiL3X0kEvNOXSydNUXZvMiaMCFIICAQEAgIBAQCAgGBwJ5GgKaMU0T02dPV2FvKC213HQI6G/SVr+EHP/wAV1//CT547SrefetFNLzxb/Hvfviv8eMfvoqTtW04fvwSXvnBj/HKlR/gL79zApUNL+PSGz/AH//pn+KDt7+F89UFOP3tn+DVV/8QP/j2O3jj6kmU5lbj1A/+Hd65+g6+/fJFvPnuizj14mnkaYyQ6r+PV46W48QLh1HZehh1MEGjOYYPvn0MVdUNaDj9Il75gx/j1Svfx7/9znGU1b2CQw0VaCwzI6+gBpdeOASdTrPr4FyqkN4ow2LT0MC8sjRpw9fyhnOKjAIBgYBAQCAgEBAICAT2GQKSJEGWJVAAcQgEBAK7DAGhzooICKduRWhEgkBAICAQEAgIBAQCBxYB6cDWXFRcICAQ2IMICKdu8U0TVwKBpwik00gm04gn0qCTufh0CqlkEolYDNFwCOF5iieSIPY5nj30Px6iOvh8iKxZZ65/FH5fFPxTEGvOthJjOIhYPI44QYx0HKmYB95AAgnCfaUsWxafDCPonsbUxBRmQ0mk0kSkRzpFdU4l57ZJ3mzhVE+1nVC4WVEHK3+anq80knFQCKQSCSQTcSTpeeQ4xiJF7Yjj4skUYpEYEu4JjI7PYNYfRTzJHLucqCLpoAuzwSRia9KXG1EMoWAUsehchlQ8gdCME1Hqo57dYmCX13+d6kU9dkzZiWZDUPtousn0uCJN7YL76BTDMy8zFY+o/XUoFKY+O0Z9ThKczG2Gefl8nlUEAgGBgEBgzyIgnLo9e+uE4luOQMIHl9uNgREXgmMPMeCOkwE1BY/HjWl3HGGfF5N9PXCRUxQlI3NXGgbJBBk8SSTJwkmTN8EGTIp05fdFUuSI+icnYB8exCyZOOl5XnbWFvOCUufRTieQiIcw64kgMDpKdfcjoFpSaXD+WCIFdoKYknSepDLIAledNCp+XkgmSCFJ2IWiMUTZcYr5EPYMon8ihHAWd4PKlMYh14vDZSnugtvlwPCwA+7xR+ibtmNozI/Z8Ul4nRNwrN3zXVb8k8hd2VCeaLejJ3x/EuThR8NJ8PlTZZLkVIcwPBQmByYF/9goZuwDmArNYmw0Ah588QwMYGayByN0D3sGPQj2d2N0dgYj9IxOTNjhIYfwqbwdOKMHgJ+5RDwJ1eEi5zNFz1ySQqZ0xIvo+AO022PwUP2T9OwkeECJ2kuKeFL83NJzQmLmlaeEZAg+GmCJkFPHz1zU68PEvQfwRKLY6erOK7llgXtsEFOTw+S4j6G/fQAzQ8OYibkwTI68cyaAhVuau8dH4HTNwBeOwu/1Y3pkmPrycQxNuOHyxp7RkftApjT1m88kigiBgEBAILBLERBO3S69MUKtXYBAzIGR8TF8c2cQzju/wGc9dkxMPcLQpB3DThkJMpxG796Cl2btEvIue5RoBiOVCMPt9MJDxozHH4TXF4R/ZgpuXwgh7yw8Xi8mevsw0vEIUxEf3G4/vGQEe4NhMhQDKq/HH6ZZgzQZ2PP3IxFBPDiLaW8UM7duon/cTs5OGPGwD+5ZH+V3wOt3YcblgdPhhNc5BQfJdTvcCETjCwwtMkgRg3/aDV/IT+SDZ3ocLkc7Ho/4EYioZu98odkL2CBmWlZizIlANKJuo5wa+Bd80t2Jr+8OoefmfYz29cEe3+DLzMsWJiKXQ4Careq0hfxJkP+ygCVOMyxe3LjpRpBmUafv38dA59fo8o7i7j0v4uQITt74BgMdn+HucBc+v+NCoGcciQINZgdvoq/zMYZ8W9OmFii5ymkaERrA8NKzOEsDRTOuAKLOSbjcXniDfpr59mHWToMHA1/g5tgsxhxeeGZdcNMzOuuLwG8fAz+fIXLe5ubkqCgCKx1ywUVOnd8boGfaDfukA31ffg1nOLzvnTrnhJMGmGbhnh7GN7/4HL23r6PD/gjfdIxgcDKAhduajz+8jaGhfjiob/O4fRi69RWGB7/B7f4ZTMwmsXSVZYoGqlLkUK/YVxD84iMQ2CgC9OhS/5bG3MBn6kCHiXiKnuPUgcSAv+Oy3cfsMkt0o4+IyCcQ2EoETECyCuj/OYacdsyQca/RG2HKyYXJbIE1Nxd6nRbyUstgK1V6nuxUEGF3D/7+N73o//qfcfPBY3zy1V08+s3/F5/TzMYoxX3d8wiPpoMIzjgQGPoC/3zDgZHbP8Xtrl58df0mHv7uv+LLiQSC1OtkDKRUbBre6Xu42RmELxChLyYylH2DmOy9gV/eGIHrzn/FtXu/wH/99Tf46Je/QMc3/xn/j99P4tbf/RMeT0xg5onelA9BDN54gInxu3jQcQdffvYYPr8LcfrGY5fvCWsWT2S6Sc/b/EAiHq1BC61WA8l3Cw+mUxiNNeFMfhYUoTYica9LYRak7TsRsiLBZFFgK9ZCofONV5AAlnQwWUtx/GozSkpz4J8MblzcpnPG0fnF17jz5W9xs/sO/vZvbmD0d/9P/OxuF7oGH6Dn0Q387PejcHodSEbv4fq1Djy4/hU6u77CP308hPa//b/hs45xjIbI+KGqsTrpVBwJz0087nWg96uv8fjGp/hk3A3PLJBKMscBIEUPrc4Ms8YAfSKK7p9+CZTnIq+tAvqF1ff34uHXv8Xvbz7GQFAmjKfx8T9PorjKgop6y0JO9VyjlaHRyeD2CHEIBLKMQJym0QO+BD2rkVXJ7QwjQx5X5Lm8nlniIT41jyus8vO5Gs9p8/Qkjnj43D0Txux0SC1rKe/Ca5WXdMrEuSl/5pzDpdccl6Hl0lje7BSVu6Ts2ZkQDUZHVP0z+Z8JqWw3883XScWH6s58LJfDFYnyqvyUl3mZVF7Oz7QgnstwEz4ezkPxKt9qIednWo1nPi0YSCKxcElBFtoZmxdZECNECAT2NgKrOxESFK0RrS9fhOSYRICckyjokIh26yceAwKziNW3ofDMceSbzNCGjDCVtOJYYxxjLhvK8yrRVmWDFT74+rrgTjjg0tWgwJqP0vwSWEoP4WhjDqwaMm7m6ykbLTAUliMfWpiNJnJq9Yj7ZuEc7YM75YPTcBhVVhOKiwqQV1qK8sJ85BRWo6YsD0aDBk9x5q4nF6WlFpj8I4jQWHmy+SwqikqglWW6wo4csYCbZkcS8Jb/CN8+YoQhno+cgAPGeDe61Zu+I2oduEKlrLUAkhTwQ0YKisW8gziGMRYvQdpyBscrmtBidiKIJjS21CCXZr9lGrItPt2EqsI8aKYfYzDsRH/ECkkpQ0t9HlB4Goebislf0UE3XwtJVqApqYJNF8P0rIJwqhQXmkvpmQM0mnmmPR7Q+A4NHAE0rvRsTWJezE56oOSW4NS3T6NA6odcVYbJvhBcg57F/LnHcP617+Nbr1/EcVsU8qwdJa1J9ExEMTZFFvZibnW2mJcAJ2m2bknSbrkUeuxBBLgdu6fjsPcH0XnNjRv/4lyVbv7MhZs/c6p046fO5/Kq8ohPzfNTl8p/k2So8QvKehJHPDfn5d/6uWuunAV8z+Zz4ibJz8TfpPyZcw6XXnNchpZL47Jv/YrK/QUR6ZHhvcU6LygnE78opLJvMl9GX+ZnoutF8XS9KB9fU94MnjepXCaVh/MzEQ/HzdG8bpyH4lW+1ULOz7Qaz3xa99duTPQG4XU+2wdttHnLG80o8gkE9gsCaarInPHAZ3SxzEeSNDDm1aK+oR4lBbnQSNgdB31L8LtHvISBTp/qpNFCMuXCOt0JR8cYAvEkNIVWyDorLMZcVFi9cDqGMDDuhDdtgL44H5LbjWRESyPfGuhMWig6E8wGBQrVlT5zssnhkjU6kHToTRG4p13wRtOQcsyQPD4kYkbo9Ap05MBpdDrotBpoNHoY9BooNAOGJwdL1FBZJD+3EHKYn28hAAAQAElEQVQijOhQO4bGnIgmUwucvycZtuVES5jZyupQVVGJIquC3LJaNBxroHuuxVT7+KZ0kKjKDEGaZ1HSmxJ1ADMrkOIJaMY/wq37n+BWSIOQoQHlkQSSI7/Dl3c/wZ1kHtK6IhSq6MRotmoE9z79ED//yg9HyEwDBrKasjP/DCg1+pAMdqHbPoJZXRXo6aJnUY+cYhOQDmGKZsj77T7ETZXITcahjwSRokZjtOoBrQUmoxY66nioGUE96ETS6aGRjCgw0IhDZBztvaOY8AIJbmPYBwfXcZ6eqY02F3nFFaiuKUMZDSJp5QrUHn8BJ3NcgH8Yd/sm0f35bYySwxxTzLDaCpBvs8JsNECTV4/Wc1dRG5qAMjuBYGqxdHbmmHgZ5uIUcSUQ2BwC/F2dW6hF6xkLzr+ZtwbKJx6mtfBmeBbyZ+JWCon3rXl6k0LSqe4Q9U78/ZevobIX5qN05iWetem+MO9y5/m4QPKYzs+XrcqlODV8Xjlr5VtVDtVpYdlPeOfjuQwmij9yMQeJaAplNXocv5yzBJvl6rd6XPNJM3LyNEgklnRAm2hi8ibyiqwCgf2DABkOgPoPTw5tHkqLi3C0tRCWplaUkhFRUXsWjQ01qLABGr0BZS2HkMOG1ZNM23vCvgE7c88st1KM0OZW4WSVGQW2KpSXFqGBRvpLahtgkU2oPkT1IUOorK4e1acvob7hHM631KGutgZFeRYUkZNXVF0JQ9INR28nejseo7OjG4NjfkTkUrS0WpDb0oLSvDwUFVSjtPEUzjTXoqq6BoXFLWitLUVdfS2s5cdwrkKBrbkJeUk/2VpdJIdkdXejk6xPuYL4K0+gubwWzZWFMBcewpFaK8wGeXuB5NJ0xSgqq0FbQwHyLTrIUhkaD9ei8eRhVFTXo8ysYa4NU+ZecbhhIfs9IzVmssHV9yvSi1x7DfQGK9qOFyPPZqHnrgmVNa00OFGC5sNFsJjNqDxyCBV1x9FUVo1ThwtgPXQUtTZqn6XNKCkpR4kZO3joUN9Ugrq6Ytjy8lF/pAlFhw9RmzIhr6gWpdUNaKJn1Fj3Es4dPo+XT7XgRFstKsuKUVZgRAXx5hgMiLvGMdb3GI8fPUZ7Ry/6pnJRXF6E5pP1qKZ+qbQgH7WXX0CB0fhkRm8HK73posmnBdNyggobDqGmoQGl1B5MZgushy/jSHUjTrRWoKLMhHQ0hNnpWcSpTRU11CHflgc9CdLn5KHi9BXUVR3GsfpilObpnilDIedZo5XE8kuIYysQsNg0qGw2oeWMdVdSeb0RVnLobEXaXanfTuFWd9gErUFCcZUe9UfNm8amstEIc65Cg3rZa2XyZkSJvAKB/YCARJXgGRSahKKzBR9dEarKy3H2eAlyjxxDpVYLg6URZSUlqC4AdGQ4VR8/CZvBQDNX2JFDgkTlSnhGd0lLnU8xTl44jraLl3GovhKtlQUoJ+c0R5KR0/Iijh8+hctXzuPE5atoKDqOKy8cR+vRZpTl55AzW4xyMpgsqRD801OYnrJjasoBl5tcEpplOHY8F7bWs2htbkB9RR3KK4/j0sWjaDjUSAb0cZxoqCLHrxm2mvN4qVZB4dEjKNECcDlIDslyTGPKE4a+sRWlhc04VH8Ep6+8hJZjr+FSqw25JoWYt/ljKEdhYSkaSrhcLr8K9fUFKCotRX5RDVpbSzlh40TQkX0Jgn/jMg5ATp555p0HF/l0kKG35OHYO+/g/OkX8crZQ2ijgYNcui8n3n4bF09cwmvnW2gg4RCqqxpx+XQFbGfexVsvv473XzuNIw1FMEo7CZ6EoqZDaD31EjltJ/DCyWLknT6BSosFVmMVqhpP4uorF9D24g/xalsLrlw6jhPnTqCxphJV+QbUnjqJfJMJCHngmbHDPklkd2LGX0aOTT6qTx1HA2HwyvljuPQHr6PcatoXTt1qd6yUBoqKi4thJCaFnPrckydQpdejsPYIamrq0FyWg8KmGhTSA1fV2oqiwgIYiNdgtaLm+DHYtAZUHDqMkopymJa0DZ1ehs6ggJ07yiI+AoHsIaB+D/C/7IkUkvYmAmwP8GoAdfVOlqogZ0mOECMQWA0BkbZVCEgAO3QanQxJynYhOijaCrRcfgWXX30Dr7z6Es4ea0QpW1EbKEpX0oqW01dJDsl66QpeOVwKi0GzAUl7OAvdI/U+UbiHa7F1qhM4iiKpy3IlSYC0FOjcqiM4+sIbeOOtN/D6a1fxQlMOco3yUjZxDS1yCorRfKoVuTRipwhEBAK7AQH25VI0MZMkYot+N+gkdNgxBNihS8TTSGTx3V15x2ojChYICAQEAs8gICIEAgIBgYBAQCCwDxGgcSqJRhhkjQSJBhv2YQ1FldaBALcDrV6GVi8hW4dw6rKFpJAjEBAICASegwB33bwpz+Klhc/JdICSU8kUwoEkZqdjSCZpWHu1uos0gcAWIpCi9se/VbeFRQjRAoFFCCRjMcTjUcTTT7e6T8aSiIdDiAR88PnmyB+MIUHtc1HmnboI+hENhRCiGchNqxCPIOmexIQ7hWjWtvqPI+yZgb1/EPZICE5nCLEoTZVuWtmFAvi7KoLpnm4M9E/C7qX7mKIZOKoEv06QjEaR5N+xWJiFztkekNR/dJGlj3DqsgSkELOXEeAHci/rL3RfKwLcwa6Vd6v41E58q4TvcbmSJEGjlWAwyVuwnHiPg3MA1ecBEN44Z7ODIBuBTpIh2iDEsZ0IOB8/xkjPLXRO9eP3v+yCh5yPib5eOBx2BEJ2eOztuD2QQDCSwk59lyUTCUSCQQSJItE4or4QQsEwggk6j0QRDSegvhO9DHCpWASxWBxxcnjSqQSiwajqnKorUZNJpPwO+Ieu4+vxODyhGDlfcURjz3qLKdIhHg0jykTOXypFeRNJxAmveDxJ2CQQDUURT6SQnB7E1OggOgI6mJIh+EIJhFlHSkuTHqn4s/KXUf05USzDi8HRKNwTvRjpb8dn18cwcv8u3O5HuNs7hRFH9BkZ8Vga0TDpGM+eDUrd1jPliAiBgEBAICAQ2AIE1K47yyNzW6DmjomUZAm8HMVk0UCm8x1TRBS8KxBQn5cd0kSSJEiKtEOli2J3CIEtLZadlyQZ8AlyVHgmeGlhvpEhOMgpmPCNofdBB9r7PRjtH4HXH0RSiiIdcWB0Vg9JViBLO9E204iHgnAND2P43k30ujwYGZzCzPggxmeGcffRBFxjD9Az6obL/3Q2LE1OV3i0C0N2O0acATjHHZjpfogB9zS6OgYxbR/AhJ3q3DuK2YmH6J0ZR0/fFCbJGZuYGsfAVGwRVIHJYYx3Ed+0Ez13uzDt7EPHwAh6qVy3x0Ozcp2YcjnQR/JGOzoxPj6BYfKpjOFBjE6F4B4dwfRYNwbtkzQrmCAncJH41S+oU+KfO+F7+ZSRIhGmOmuQCs/CPzuBh91OTPU/RPvdR5jwBilVfsq+5GyxrCWJ67xcuZR1ChLsAoE9iwB1jpFQCt6ZGNw0mrKbyeNYrGPAHUeCRpqC3gQ8e0D/ncbW54wjRqOcYfrC2W5d+B6pX8Pc/zPt2QdmCxWnbzcevfS64nDao3BObIImN5iX8zGtpezJGJxMxOuyxxANJREJp+BzJRbrvlZ5JOe5dWZZTGvhXcizUp55/Z9b7kJZW3XOOjKRfDf1dWz8xqMpeLk9UNwTHed5nlwvTFt6vh7e+bxcXiSYhFh+uYXP+gEVzU4dE88SrQSBTp9GTn4Cox2jsM9GEJF00JtMMJuNMOrNMBm04A2lVsq/lfHJWAj+qWF03niAYXJWJkfscI4+xtB4Bz67aUfQdRPfPBjDqCMyr0Ya6WQYEze/Qc/kNCb8EcwMDKPvy68xEvej8+Z9DLZ/jccDvbg/EqCZOS8QvItbd/vR1dmJ4dEBdIyRRzYvjQNPfxcG791Az6wP/Z9+ir7RG/i6cwgdoy7Muidw+5MvMTI1gkeP+ym/C6EYO24hxKKDGB4LwDvZj5HOm7jzqBNjgTRowo7FronoKwp8/1KpZ9nTiSgSMMNoLURpgRbJ8DQ67s9AMetgLTBi6cG762p0EjhElg7h1GUJSCFm7yIg0VMwNRTC7d86ceMX0ztDv1xDucRz89fER2FGz+6bHvjdCfTf9ePOh9ugP5V9kyhTvhryNdM8dmr6gmuVZz5txXPmZ3oe3wrpXCbTivI5H8m//5GTRgKjGO0MLL7PlHaDifnWSszPtEb+gXtesFNHg5Z792HZYs15BNRNgxMPfu/BZ38/g4//dnpD9Anl++TvNpZ3PWWq5VBZnOezf5iBfSiCqeEI7pP+HJehhXyZuI2GG5W1er6NY73Rejwv35c/c6qO8SRheuuj2Q21g+eVsVL63U/dmBgIIxLkZVVb3OiF+AODAI0fQ2eSoTcrULTyyvXWFcBQdAFvlQ5gyheEPSitzLutKRJM1jTy6k2YLn8fF0rKcKzSAptNB0mnh760HOXHj0OhmcWULzCvWRzJlBud4zkot5XhRKOJHBw9nIlaHK5qwpkiLRIzTgTo27HoaB3Kci2QpzowGHXT7FoOtLpiNFYa5mVlAiP0piJUVBfhdFUAnmgK1tJaNNTmQJecxOOuFIKOMIoqK1Db2IC66ipU1JXDVFaNfI0WuY21QCwf6I+ivJp0lzNy1xKmwTajJD3LG/dOYzpYjMKKQ3jvtAny7DTK2mQMkYM7ToNLS3PESO8oTSjw4NXStI1er6sqGy1E5FsfAoJ7mxFIA/WHzXjjxyV498/Ldob+bA3lEs/b/7oU71KY0fPsG/nIo07x+NUcvP6TbdCfyn6HKFO+GvI10zx2avqCa5VnPm3Fc+Zneh7fCulcJtOK8ikfp7/6R8UoazCg5awVi3i5bCbiWxS/2jXzM63GsyDtxFUb6HsLsgJxrIAAj1jainQ49lI+rvygFFf/sGxD9BLle+mHG8t7lfMxkYznlf/SD0vBxHwv/kEJSmqNKK4x4uhLeYv0fonksU7Mt1lSZZG89cpR8y1XJ6rD1T/cONZXl5O50TiuFxPlP/9eMSz5OuRSezh+NX8Rnuo9Ip41lT0vb0288zKPv1yA8gYTjBZ5hZYqogUCW4uApNXBdPwyLjSUocai2drC1iw9hfH2AXzyf/w9zY79Gh+2T2LcPbc0Mh6cxUzn17jxy1tIFRdBV0xOkypXC0UuwPH6GfT33cOvPh+kWT0vqgpG8NFXv8ZHDgsMFVXIibjR/enXuN0/i3jZWdSmErCF3UjS3Bf0GlXS038+eJxduHPjJn49UYVKow7UTVByAWzmapxtDmE2HYM3rUcKWiiU8vQTx9CXXYgZAsi5mI/hezM0k5h+mvycM0mSoOGfkFqmazCWNaOxuQ71ZVbisUAuP4XDF76Ls6kJFHr7EV1SjFYrQWeQoazm4D9Hn6XJ8tIIcS0QOHAI0IOmNUgw2xRYbJq9RDDyiJ9GgoFCS66yp3TfCaz1JupACS+9afux4nukPlsSBxXEFAAAEABJREFU/WeiQHyWIEBfmLysSE/t2ZSjgTl3E7TZ/Ossm/XlL3uFvqi5fW1K93WWvR/LYjz1RhlGiwI+38468rPK91JSpCUNVFwKBDaOAC/di5Nlz68ALLe0t+zCC2g7+RqO59fj4qV86KyFaDl3HLXVpTDry5BTdhKX2wDyYTauxKZySiioa8WlH/0F/vS7b+NKaxGqzx1FVX0dag0W5FQeRfOZd/DqIRnpqQf46uNP8enHX+KLLweQOPEKTp45i0uHa3Hk5GE0vvg2Xm47jdfeOI6mo5dx8uQLeOvNl3H0jb/ED8+ex/feu4QrL1/EkbpC5AV7cZNkfUb06cd30DnoB6yVaD5+Cq995yoaGq7iZGMpGkq1sBZV48x738GLZ8/gQlspStvaUNrQgtM2AySpFefOleHwS+fRduoKTre04VBDDmR5Hc85sdLXFChYgKRC58U4RbJr66zQaWSYbDa0vvw6KvOovNPHUVFfCfpqIL6nH5n6F4XsEVl+GrfZsyyK2qwqIr9AYOcQ4F3W0smdK3/jJafBu2Al4hRuXMiByMmdsCTxf6ouOfL0/wB9RFUFAnsLAX5UM0aPJM0/t3urCkJbgcCzCPB3D3t3z6bAUl6O/OIaFBlsKC83kLOhQU5xAaxWM7QaM3TmElQWABplmczbEiXBlF+E2pNncbylBXXFFtjKimAtbkRdeRuunGtEWW0LakryUVJoQ35hAQoK84lykVvWiOryCtSV5aGY8uRUNKKhpApN5LTZCspQVFxJs1z1KK0/gdaSInLUKlFRXYHC/HzkWcywqbIKVFnlreQUnriAIySvqaUCObmVKMolHrMErdGCgtpmVJeWorzABHN+AQ0O5qNEr4Ek5aO0zIxicrAKqexiax6KCwwUj00e3D+ZUFxshMWiqLI0ej3yKytg1GiRW1IKMzl5spry9B93a0yQnsZt9mxpGZuVJ/ILBPYmAtTR7lW3iL8f2LED1WFvgr99WvOomNqJCrC2D/T1lESNmT7rybGreNXBIX4Nay8/i7sFUcKQ24I62MYnu0UvoYdAYIMIsO3O30EarQxJ3qCQ3ZhNV4T8kgacazFDodkn6PJQUtuEQydP4MTJIzh2rBqFOg20G9FdMcKQV4kWknWc6MTJJhy5cAKNbYdQSvIYUwr27Id/siWb79nvp2a1Z2+qUHznEeAOVl5uCn7esGAN1d2qyLigD82OcQywMC6ViIN/OyUcjSNF+eY4tvq/BNZby2u8s9G7JeNIJFOgDzZ6pCizigsLYLCSMZKZBp9y1G6mNPWwqWQSSaIU3URVZ/rHTjNd7mbV94VuBDXSKwKdBt8TEBM/Xkz0BCK94J7N3bcUiGX78SCFeKMXJlJp+8vfJSWm6f5xH7BYnTTdkxQSCQJpccKKV8zJDh09ipT3WbZUPIJoNIqo+rtUlE43nfOozHROMeKzxQgI8etEgL6jZQWQmJazN7BHD0mGoigw6JDNSSesdMgaDTQ63ZJ35Vbi3t3xvAxXbJSyu++R0G4PIpBKpsHG2CLVadg9SQ4KGxU8sZPgH6yMx5FKsNFP5iQZL/FgHGly5qKxFHwzk5joe4T7vQ74oymQyEXi9sSFzw6Xyw9XaOPaBlwBREPROQGJCFKzo3B4k4gk5qJ27X8aLotHwgh4PPB6vQgGY2Q00n3kNkD3PDL3Pvim1KfvdFCzosazKTH7NrNEho7MI73P1DBNDl0KoVCcnr84+LlkxylF/+KREMI+L/xeD903D923MOh2PSNhOyIkKb0tRs121GWjZcSjMQSoD1mcP4JIxA/HdILu4+KUla4kelhkDch4A7hdYMkRdHRjoL8Hg5NuRGJpIBJHgpw5dva4T6bueUkOcSkQ2FkEqHkiSd+DyXgabHPsrDbbWroobCUEqJ+TJPq3Uvo64+V18gt2gcC+RIANSUWz5MEKj2FsYgJ3BuOIRe249o+/x2DXx3g4NIKO8Qj85Kx88lcfY2z4Y3x0pw+f35iAa3KcRqwm8Lv/z99iYGwaYV6KtYWIpcnbTNLod8iXWGIsUUoqQUZwCKFADHFyOlPknMTDdB4KIZ6IIRwMIxKOg6LJyWCjKITI0Je4NzCGdkcKCfbCKJqd2TR5qMlohJy1kGpAx279Ap91TWPUT+Vm6sffWPEQ3OEAwgn+5qI0zyT8PR/hzmQY7nk/L8O+68JgP8bGBnF3iOBIxZGevYZ7vS7c/fw+eu9cx0gW7iXBCUn0uiveenVGlNqaOnLJ7ekJZww+nwP/8N86MTv8e3z+5X1cfzQK9+wEvrnRi1g8Ae/9OxgdG4WdngnG+UnW7Tqh7kPW0Ii1VoKs4JkjGYsiGqRnLBxFgj0OamPRQBjRWIKeRyJ6vuKUK03PTjIWp1n/CDlCYQTomaUHj3yWFOUjBp5Np8EHPz27aT4n3gg5u7Eo5fE4MfnbX+H+jBfuxMIGy4jEEaFnPhpNIEkjCynuA/whKjsNhjpJzlg8FKFyY4jTcxyOp5CMR+k8jijdk3QqRs9+iLBOUVwScdIhFqFnnbBPRx/izs0u9HTTgBb1L25ytElTJEJ+RFivpBd+/zi6u7xIkixO2yxNj9hJhyk4Jzrwyd/9Cx599Qm6g1347GY3unumkab7sdkyRH6BQDYRkKhNKjRQwZsp8QqbbMoWsvYmAgrZnRodNYwsqb/3zYssASHEHGwEyMYhp4gNnwU4pKJkkEThj6TABo1nxoNIyE1GVgRBnolLROF2uBENuzFLxpHHR0aUZERRcTGOl9gRJiOJJnsWCNyaU4meYq1eBn9hPCkhGUbEM4wPPxvBwOPf435HN7653o7eL3+BW+Nh9H/xMToG2nHjYQfuX7+Bqam7+O3XYxgZHYTLP4WBviE8vvEYzpgTdz+5i96vPsaDng7cm/TBYfch7ZnCDFWOJi/xBLU0maShQTzqd2BqvBsj/R348u4YXDND8JKDuMjGfKLoLjpJhTE73ocHN27gy4d0/+Kz8Ax9g/apEEbTlSjZ0AsBK9RPWiH+gEczLNKys3Upmn2LY3omRIMNHkjeIYyNj+LOqBc+fww6owl6mlKXFBkwGHZsIwH1GeRKPHMf4xi6fx9d92+ga6gbv//iIWZnRjA5dQ83H3bj8d0O+Ifv4fZUAhP3vsZw54f4/PFd/O76fQx++VN8MjKGm9fuYKz7JnqHenG3fRDOrg9xq/cGfv3ZfTy+8xUGhtpxdyKG0PQU/OTo0VjPEy3S0SCi7R/i/nAv+px+jA4Oo//RdQzPjOHGVw8xcOtT6g86qD/oxMNf/RzDQ7/C50MBTA3dxeBQJ77smkLf3WsYnSXMbz3Gw09/hgf3Psb1gVHc+/IhPGEnXO4AzXI7MD09iseDLiA2A4djAu1f3yYnqwfTyRjCId6N6kmP8US/jZzEaOo8TTOjPFsbcvoQc0+j56vrcNNzmi6wgVrCRsSqeVLUWSWJUllyQFWh4p9AgBDgARQJEvgDcew9BMjMS9JMK9/HbCjP3xnSZjqrJUpkUdQSyeJSILDLEFhVHbWPpX+rMj0nkZ5MWTHBZM5HdaFEM3YAD8hjCw+Jvhl4xO8Zp45mARIRN7omE4hJZJw5ZtDXOQn39DQS+hhGu+0IhhNIBX3wDXRiaKgLw0k90hoNFDkOn8uJyaFJBJMB4u1H971BzMyGIRv0MNBMhKIoUAw6KGRESwvrp6QQ9EURGBmC02GHA3ro+aXwRUwLM+yuc1lL9bPkwpZjhp5G0Lw+N9zeABI006lVsqQr27RMWRK3r8TQNxx9IPMSTD5ZoXKWXBsMiCHgGMVEXIFE902r1UGr00Oj1UDede0tRbP4s3C7Q4jFIvB03cMoOXG9k8PoGLbD7ppFPOXB6MAg+gZmEXX0YtYziwlXCHFHH0bjBrin6PkdeoDh4W5022fgnnUi6B3GgCMIr9+lDi5NuWV6JjWEgwJpEQhp6inC8Ax3YniiD+0DQ+h4MADX7AxmfS6M9I1ReeT40Sy7u/8hXK529Lqi1A+MYsbVj/aRUTy83QfnDPF7g3DRtZvOvWTZ+CeGEKKhnbSGnGl6SNLU9wQ9XoBmvntp1n+4sx+OqRlQzAp3c4PRyQjC5NArJupvD9fCmnbAO+unQTgJiTTVf4Ni1WwSNyAJknoh/gkEsoMAPS6IhdP0XMUx1hNC1y3/rqLu23P6jPeHVB3d07Ft1697l2Gy8B4NPA4iRgP6jtEo+h8EN43NWG8YXmcc/DMX2WlhgJwtQUKOQGAvI8Df4UyL6iArSEZCCE6NYto5jYDBCllvBkJ++B1jmHG7EbTkQ0N8CmdMhhH22TFMBk+nqwBarZYcIE7YIZJAThoZc0bSW9IANItoyKtCY6UGGp0VOsUAq14HI1U8TDONSq4OCuksSVpoKK+UCpDR54SbRsQ9IQVKSoMcnQQNzwqadEjHqTNKJJFMY+6QFcBShDwj5Y9GkEzEoVh0kGXtXPoe+G8uqkbjqcu4eroaNp2CuLkWRYY4bNERDM/STOQm60Cwgr/YNylm/2YncOgDXu67GlByfj1KC4tQrfPBnaJ2vksQ4Rl/1n9ZddIapCVyfBQtrOkAZmjWzO4NkxMSRdJohlJQBPPIFxjTVMOiM6PMbIUtrwQ2mxXW3CoU0POpodnkaNCNUDyGsKYKFVYF1sJi5BYXIddEs5UpBQaTTEZCDPFkCgSNqoqk0UJTXAuj3wGPawJ2tx9edxzhQAw55YVIUt+gIUfITAM2slYGCYEU8sLn8dHgjx/xeID4EwiQvqbCQphMxbAaS1BSUoQCSwxpnQGylERa0UPRW2GTY0i5+zEy5UUgEEGcZr3CNDCSCvuRWhEgVdW1/0slkSCH3lpYgqbTTbBIYeTUt0Dr9SMxPQMqbu2ylnDKigRFA0iLHGOIQyCwaQSS9FyG/ElMj0cx0hNeG3WHMMK0lJ/jmJbGb/S6e04f1s3vScDvTmDNOmbKJH2Gu0jOvKz15ad6krP7JA/JWrbembJWCYc5L8tiPZhW4X1S3lKeJzJILzq3D0Woz0nDQ47YBJ2vmE8tN/Rc7GYmojQIniRbKWNEbbp5gXrvzQsREgQCex0BXmaTfOKdzNeGHJ+kZwbOex/hzqMHcFa3wljcCI1zHPa7n+BBfz88LafIuMlFjl4Lo+yGe/w2Pv7oI/wmeBQ6vQUWMgzmpW17kE4mEJzoRN/tHkQVHfIaK6Elp1SR8nG4PkGj8Z24a/fDlVOPlrpCeG/fQffgLEIRHQrJWLToptHR2YHRsAVlVQmEQiO4frcXDwacSNi0CI6Mwzk9C3cwjHCYKYJIXIKWZkpya4uh0SQwda8dnZMRKEiD7CTs6oMcX41GA71mXkvZgPr6Nly43IjSSiMGuv3zCRsMJMrHRIH4LI8A2/vJRFodDeXzp1wSZEmB2ayFTDNCWo2CnIoa1B45izN5WmjJ+JZ1OmpzGijYzmNxWSmamk/x0pzU4nj1KuKCc/wxzbKNYjl7oVUAABAASURBVDz/GCzhHBQaAKMSQzJlApI5KPHcRLKuGilbMXRaHYw6DTlJZhioUjqaJbfW1iKviByqSBI66KExG2AyauiZ05ETogWxQGeLY2bADqfTA7/6XNKzGQwhSrNlkeJcQFeJChqMaq6X4Ve0SGjK0FASR8Q3hAc9YxgP6IGSJuTMDmN8eAJOjwlleZU41iwjqJER15igoYEivV5PuMvQ6o10b3KgiU7A652BOySR7jQgRg6gwWaBZJLIwVKQoHjFN4Ek3dh1mTArMGusVI/6ZtRVlyJXa4JiOoGWoy/iSlUAJToHvJsYg+F3O0lN6rXSEIdAIFsISBJgylFQUKFD89lcnH2ncE105u0iMD3Dv1J8Ru7bJD9DmbiVQuI7/WYBzlJYe8SK3AIdCul775kyV8rP8ZT3zFtc5pycdeVV8xfh9Jucn4iuuc5M65dD+VU9GLdCwq5wTTgvKudJXVjGHB25kg+9SUFFsxnHXspbWeZbxM/lUx0WyVxy3XQ6F0WVBhjMcraaGLInKWsqCUECge1HQFYkKBrqcbHg0BTi0IUX8eP/4U/xzus/wb99qwrVZW04+8Z7+OFf/im+9cb38O/fLEZ+7at461IrPvjBe3jtz/53/C9/8W/xv/zoOKoLTTv6gEmKlkauz+EE6f7elRN4+1ItDl+5jGJZQfGL38PrL38Pf/L+S3j9rYsoa3gP/+7P3sQbf/K/4kevXcD33jiOC3/w5/iDqz/A/+V/fR9X/+BP8Nbr38aPXjmJKxcOQdf0AX749ik0pnrR+/uf4qf//FP8/Jcf4/MuHQ6fbkXN0Zdx9MI7+NO/+AFe/PH/Fd89ZkOZBbv7sLairr4JF5pJTVkHFL+G80eK0NDYgrqWM3j7nI0SNvEh+5ANRUkmGRKR+DyDAOOTosEVduwWJ+phs5XhL/7sBAqb3sTR5kq0lFtRUFSHqy8dgTqQcO4CGmrqULk447ZeydyP0Gy2eo+XlmwuRXnjC3j16tv4o++8gDM//Au8/tKP8efffRfvXKqBEk/CnbyIY/UG5B99F2eOn8U755tQdfXHeKNExqkrL6K67W2cP/smvv/dV3DihQuorXoX37vcgCNHzqCi9hgunSpA3qUf4d2L+VAGb+PGr36KX//q1/j42mOMlL+KFy7+Ib7/4gm8Rs/42Xd+gnfPn8dLRwpRe+X7uPLKd/H+qSY0ludCLn0XH7x/Be/+yf8Z33v3W/j+xQacfP9P8e4LV/Dy0TKcee9NHL34Eo7m5ePIq++g1HAIl199DRcvnsHpQw249MoFaI/+MT54/RX84C9+grdefhcvNx3Faz++qDqq0lJslrum5yWVApi4XSxlqaf7XUP320oJ2lwbil9/G4dMZlQefQVlzSdQQI8wJW3oI0kSJIkI0obyL5tJRAoE5hGQZBmKRqZ+a42kIz4mLYULieOYFsZt5lyvqDopJEMme4jUhJbO10Usg2mjenHeTJksgylzvZ4wI4fzM60nb4Z3iQwNYULdArQGug+ryeS0TN6MrGVCtjlZHrJ4sHmRRXFClEBg7yFAtgONyEKlxdrL0NDov9Fsgp5Go030kCqKBloaoTaaTDQqboBZL0NW9NDTiLrBaKBRHCvMlGY2aqHQ7AF26lBMMOY14rsvlqOiJIf00xIp4PrwQy/rSFcio0EHvV6n1sFk0pP+Fhjp2qDXQmcwwaAzwmIxQGdkDAwwcjzVVdLMnRfUHMHh81dx9ZWreOnKRZypsyLfqoOi1UGr08NkMlJeKwzUoe0kHGu6DTRTpygaUPWIXQJkPbT0xatoNFA0WuipDpQgPluIABsRGp0Mg0nB4i87CbKsUHvSQtbooaGZOg05UBynoxvGvLJWB0VRdnSmjvXAsoeWRuaP4fCxVhTQc8HPndZogp6eLxNNr+l1OpjzS3HkvXfRnGOCmZ4vrVZL6RooxKOXQc8T1Y/qrtXqYaA8Wh1dK3RO9ddQ+1QULXTURmWdiZ7bEtQcJgfrxau4/OJlXDh/FFW5BlgMRkrTQq/XgWfYuFwdt3HqC3R6A4oamtD66ltokA3Iob7BYLLAQPEGnQZa6g9Ufq1C53podSRDlqHR6yFLGugo1Om09MwodK4DNFQWlWOkPkBPMvQaLfRGHVbGCIsPCXTP52i5PNzH8P2WOBfpIVP5GmJUtHrIVFZW+htVOBcgSCCwfQgsLYma9fLPDbVPTlvK/+Sa0pGhJ5ErnBCfKotCjUaChvoSifrYFbiXj6a8LINJLXd5rpVj5/Nn8rIcppUzrJCyQA7nZ1qBc+Xo5WRQHOumyuPzlXJTmsqzUvp8fCqRVpdeppLzEVkI5CzIECIEAnsaAXr++DlVaU9XZKHyshaKPgcN5QbV8VyYlM1znTkPeUXlKC8vR1lpCYqsZNSt94sgmwoJWXsbAfomlOlbSSajAnS+tyuzUHsZuSV5sBXkQLswOnMu0XNjzEFxTSksGiULjqke5rxCFJaWo7S0FMVF+TBrJXK+sOqhs+bAVlUDG5AFHUhINj5SNoQIGQIBgcBaEZAkSR1QoQDi2DoEJBp5UmnjfdwzysnPxIgIgcABRICX9zDttaqnaX6R3//g5Wo847hQf0mSodUAomPG7jr4RjHtLq12hTbp1NzIZSycBLfrXaFUlpSQFRkrjnzTsyopGtDgOLL4/b5uzSXyqBWa5VLWnXMLM4hnZQvBFaJ3EwKJkAdetxOzvjASKdYshWQ8hlg0ilgsgUSSHoZ0EjG/U92VORCJI5lKUTzxplOg7pMtArXvpGiOJIoiHkvRjBDm4pOqYIrfjk8SyWQMwWCKyt5geakEUvEIwgnWf60yCKdkAOFoEnHKt9Zc281H3T5k6mwlOXslZ1FU9pQSknYBAgdIBXr8Qf0hEZ/tvYpzR86bvOxFp3Tvob15jcV9WhlDxiYRT4GduidbN67MLlIEAgIBgcCeQuCJrbGMuRGYGYF9tA8jk3ZMTUzBn/BgZtoN96wPoUgE0UgMYecophzjmJwhB9DngT/gwaQzjLR/HA5vFMGQD4GAF07eKYgLi4xhzOGFO5BAnGQE3G7wHkLLFL8AxzS4LyYPcUFc5pTSUklyJOecTB58S5MHmSJnUc1DbGlKT1FcOk06R90YG4sgkZjLx/FssxAbeWlJcvpSallp0jWl5iPN0jH4vH6EwjHVoYuTs+uOALzJEpeTIgFcVprLYKePr1WB8//I8UV4DNPuMHxhLjcFzkeSgVQAfn8QoVBcLXc+x9oDEkKqYnls1i6GOVlOihx1Dvk6GyScumygKGTsaQR4ZFymGS2Zl3ztsZpINK6v0BS+Ti+Dgh3RXhS6PgTUUTlpfXkOCresSNAbFVjydSvPah0UMEQ95xAQz8ocDuL/nkeAHZFELA0mNuaXVsg16UQ4MIWIvx9f/N3f46H3Mb66O46xkQDYkYm6pzH8m7/CnVAOFFMOclPDGB+6g998PYxk51/j5/ft6B16hM6Ou/j4vpO8oCjSg7/DL289xoMJH7xTkxi4dxMuKni117iSlJhMkN+SIsYln3QyjkSYZPln4fYlEYnGEYuEEAqEEY0nkSbHLBr2IxSMIBLzIBAcR1enF3GVL4BwMEx5kkiSM5aMBMgpjSJG+ZI0GxcN+skpjSEZs+PG9fvo77cjEooiGvQhSM5PMhZFJBBEOExhPI5oKIRI0IMgzVjGKf2JqmlS3t+BYXsALm8SiUgYQX8QEapYKtaO+3c60dUzCxo/fJJlTSfs0NFNTNDMJ/mTa8qyGlOM5ERDKWoPywC9WsZV0uRV0kSSQEAgIBAQCAgEsoWAkCMQWD8CZEitP5PIIRDYfQjw+AQPHssKIPEFlhyyHnpTOepqqvHqmTi6R9NwdF3HnS++xPVHHZjQ+vE4eRYvVBShvtgCk1GnvvuaIB/GOQU4JzrgHOjDxPgYJkLkHCZl9A4XojowCG3ajuklxa10qZB+igZQByCx8EhjemQSN3/9W0wO/RS/ejCMLz77HO0PvsTDvk588vNPMNv9N/jlnUF88+kneHjrK9xyU/4UzQ0O/xSf3u3Btc+uof3rf8Rve+7hp/9wC+PDnZj2T8E+48DI/bt49LO/x1euAFzRFM3ikdPonMBUxz10kRP5zU9/gY6uz/H723fw67//FR78/P+OX4+M4JPffIPBITvCVNTSTzIwDbf9Hh52f4H/8tM+eP0h8Osq5HsuZX3+Nd0zSZKg4UF05fnsz+PgwXidQYYky89jXXN69iStuUjBKBDYZQjQgzrRH8H1X8/i2s+c66IviT9D6827iP+nVC4TyVsUz9ccz8TnS6j9ug++2QR67gTwzQb0X1rWRuqyXJ7l4paWxddr5WNepvXyc56FdPPDWcyMxzDUEVrXfV4og883okf3bT+NYtLoJ42CZmPpxi57irKiTopGW4PeBPrvenH/ExfufuTcM/Tg01m4JqNwT0UxcN/3fL1/t3fqtv33wYnH12bhdcYxS3j23PI8H88stpU+an+uyQjikeyNoGflARFC9jYCZGuwwyQrEhny0jJ1kSleC0UmZy2lwGQGrNXHcej0WRxvqUAuZUmkddBrFWg1MmRJgkRSkikZDq8Fh/QOjMX08EQ0OCwNYTzchXvDCciBCcw6PRhyEvOaPhJINCBhyZFGIh5FyOehGbIQpU1ieNiJkQEvEjQTZ7TlIDQyAY3FjMIak6o/+WL0vZeGl5xBGPTIrzbDqnPB1d+NkaLDsJbUIt8QRsAxgoHecYSiPszGdJA0RmLXwWLUwmJKI5wcR487B3pTI8rJmTWGnTTLp0FueTVydOzORZHAs0fEOQr7aD96nVF4fF6kFA20ejN0Wj008rP8q8aoA0xp1SnMxpLJVCoNdcZPWrXUdSWut0rrEi6YBQJ7AQH14ZQlaPTKukmhPDLvVqdbf96F5SlaGQuvF54rJJtpYVzmXNHJ4NE0eYP6Z+RkQpm+LBQqL3O9lpD5Od9CXoXlEC2My8Y5l8PlrVXWIj0MCmTCWaIvVJl680UyWNd11ntRfmoHz7vmMtNp+laQII5VEOD2bLLKyM1X1kzWXAU5ecqa+Vm21aYgh4jP103LlMXl6/QStPRMmqzKc3Vh/nWXuwwm1lz5mXpYN4DHarqwrixzNZ5spHE5ufPY8v3RaiXwaLYl5/l4ZqP8jAwztT++j5DEw7rKo7o7kvaaFtSkJPq+BoXPqB51YGr4Lm4+6sY9fw1aChQYkl74PeSYOFyYpVmvBtsY7nd04cHthxiesMOdjpMzE8F4ugyHKzTIzatGnqkY1alp9Pf1IFzdjIpjTdDGk/ANDCLg7MKd69fwsGsU3kDkGRVWj5DIkYwjmfJjdDgNo96AXGMa6VQUQZoV1OUVwWzLIyfSB48zglBMA4s2hYTbjgg5eqlQED5XCIGYFjk5OmgDDhoEs8PlHIfD44EjkEAs4UMoQmkxLwIBH3yxNAwGEyTJglw9OX80q+eJkQ5aG3Rd7eeIAAAQAElEQVSwICc3jxw/QKOkQN+umDsIXK0OQbcbLsbI5UY4EUE46EMUeqTjHsTCHoRJ9hz/Gv+TWEBCNrsFSQZhiqwdJC5rsoQggcCeRCBFhratSIf641Y0ncpZNzWesqJxA/ma1pXHuqxe5Q0mGMwKSmqNG9Z/oR6NJ63rrkvjyRxwvkVy1ogJ48a0MO9q51wOl7caz7Np1ifY1R2zwJqnQWGF/kkc869Hhwz/evOU1BnpS0cCd+KQ9uSjsuVKS4SL0aKgus2E1nNWHL6Y81w6dCEHbeeJl8K18Gd4Dl2wgvNmrtcacp4MLczTRvrmFmphI6ppNa2qt5qf6sbhQhkbOWcZTJm8fH6I8OAwE7fpkLDNukyq/zN6cTlEHN98yqI+q4xp7RHzqngyfzapltqfrUgLjZYa5Ja3elHAQUGATA0k42ma7UqBVyUsrbc51wQtOSfBcBKRwuNoyilCpS2BVIKcE08ESSkHrU1WBINBeMhRCcT10BNPQ5URlro2lNe34Fh9I9oa6lFQUgFDPBct546h8fxlNJQVocqShsVmRNA5Q7NWIfVdtqU6PO9ao9fAnGOi7zIjUjEr6uorUN9cgdyCfOQR5TafRDEPniYs0BnKUV+Wh/ISGeamIyigGTYlboRsbUFz8xEcMbiRDnnIiVNgyCtFeXMDCiurUW6woKrQpA7oRBUK86pQZarEyWYL9Log0kYTbGp9G5FPX6j5xSXQpiPwTQ1jdHQYY+MTsEdLYNIB5twC2Erq0VxZgsYKGz3ThcjLpTqYkuScPnUDn1fvJ+kSoGgkULFPojZ6IpNzr9Ags6RsVMKz+eRno0SMQOBgISBLEj3oktqB8CYN6yWjRQODSVE3eFhv3gy/gWToV5DBTpvBrFlWvpbXdsuku1GG3kBk3JweG6kL68f5MnXhkPXleD7PJnE565HLvKyLqgPN1OkMGsjUibKxpsbN48V8K+G/kG8z51qdDEmGOFZBQKK2rKEvTJ1OgWH+3jwPc372zDkaqPdwjXlYpomeOaNFAZ+vh7g8LovDxflkcNuS6B5rdNKqcjmv0Ux1XOGZXyx3dR1NVg0W1oNlmwgPlq9fBx6r8XJ9WSbLXo1vs2lcDhPL0dHzyljKMqhvllbFk/mzSVqaec+W4QZxCAQWIBCLpGmWKEWO2rMORenxN3H5vb/ED999H99+sRE52la88N4HeP8P/xBvXbmA082VyD32Pbz/2hW8/NZVHDl2Fafqz+GDS8146aUjsJaeR3NdGVqPN6L83Pu4+sLbuFSsh01XjrYjbXjxvTdw8p1/hx++/z28er4VRXnmBZotPE2DHVDy3BZG0rkEk6UINa1ncY70k6NJFDWcxsmLr+HS4WYcqcuHUnAeF184jZffvopTJy7icHkjLn9wDsXlL+DiuTN45e2XcPrcSzhUdgSvfPsVnHzhMlpbXsSFkxfw1jtXcf7dP8bLtQUk/zKOH2tFRU0tLPWncLFQj9YXX8fps+/jlTMnceXlI2h6/T00UQfRdPwUcuUwZrrv4sF9okcd6PE24fipZlx86wpOvPgBXj/zGv74u2dRbG3AkTPncehYA3LIbqJK7dhHkgDu4yQKkaVDzpKcAy5GVF8gIBAQCKwNAXW577Pf52vLLLh2LQJ8S3kUPs4v+Cf4atequicU46XK/PtaMcJzQ5sa7IlaCiUPEgJsvBstMow0EKOhAdndWnd+3pjU76olSppzc1DR2AqL9Rzef7kVtRXWJRw7c5lbcwrHr3yAd8kJfuftd3ClNQ82GjTbGW12rlTh1O0c9qLkg4iAqPOBR4BH5g48CPsQAB5spUFjyIoMmWYc92EVt7VKkiRBq5Vplk6GrGxr0aIwgcDWISAB1LSxmw9+3pik5TwERQPFZEFOjgVGLZ3vkspIpKxMSiuKAibugwnq3Qzzlugmb4lUIVQgIBDYHgTSvEwira7Rp9PtKVOUsnkE1vBts/lChITtRkBSJJDNA7IvII7NIyDRczI350knmxe3ZgnJRErtU5d772nNQgSjQGAJAvwdnYimwbP5u7ttSeBnD9KSCvAlJUiyAo1GgRi7YkB2F8m7Sx2hjUBgZxDgzpZpUekUkc5sOUsJqXgK6VSSKA11G1qyNpLxJEBxyWQa0ZAPvlk7plx+xBJpUHbKtT0fiXtfaR1lJQMIR+OIBKNIhEOIriNriiofCUTA2KjZEhGkogEwFOr1Xv1HNyyViCMWiSBCFIslwfeV68l1TtCt3qtV2/t60/NE7Y5uCeg20SM39yymkklEwqm5uJAbbocDDqcXQTLK1TqnogjMOuF2+xDgzCSDsszxJykfPbf8MKfDdM9JMG9gHw954JmZgn3Gh0gCKq8qaw3/yN5RDZ31PIprEPs8ln2dvjNYzpU6939fwysqtwMIiHa1A6AfkCKFU3dAbrSo5uoIkD0HNt4XcSWDCIZCmA2kyIiMYHpkCkHPJNz+ALyhJI22BTE1MIlQYBKT5MiNj04STzfGpqcwOjCKQDiKLfcDyIqUJAmKVmK3DkuPNDkpSXJM+f2UNBu05Jnwbp8Ij2F6NgjnhBuBaQfclDGNFFKcPs/Pxm6KHVaydMl/JQ76EFDJeByeWR85PFQ7kpnyTyHqGoaXPENKJqY9+kn4EPC54XAGEQoFEA3Y4fRE4Z6ehd/lhI8M/KzUjMFkyoqwfSaEGhA1KWpbafDfk9qlEvS8BTDoiCOaCGOWHDf3jBN+7wx6emdpQCGF6OQIJsdGMDAyjomRMczGg5gcHodjYhIujx9BGrxIhKdhd6eJPw7v1Cxmp72IhPzwDzzGiD+OMDXp4Mwk7MM9GJ50YKR3ArFYdm58mirGz1eSnUm+/1TX5Pzzxs8kO6gcDYpXefnZIw80QfwEiLpTGyWRl5lCOhOfpnOSmyQnNkV8qVgUYbsdbhqwianMGQTpIU664ZzxIxCIqbKIXU1M0/POZbMuT3SjlHQiQXwpUDJd7dBHAqh7w3YfikaCRiuDZ163u+ytLU9I30kEJGrPGj21Lb0MmWb1d1IXUfb+REDen9UStRIIrA8BmZ6EZzrZKBl3Djvax+JIxBy4/eHX5Kx9ge7xMfRNRRH0TuCbn30B+/gX+Kp9ADcfTMHrdECnc+Luv/wTRqecoEmE9SmSLW4y9lKJKHxeHwKhGCLRCBmvdO4LIhCMIOnvxfi0D+OD03CNj2IqnUQs6kfQ74ffH0LEH0TM74U/GESYZijJbpzTLEVYRH2Y8vmRoBm6WCiI0FQXvOP3MRMme3OOa2/+Dw9hYnwA9wcjiBJeae91dAzY8eDGYwx0PIRDtbg3VzX6TmebfXNC9nFu9kOS1N6ioRSoCT+taSqCgHcaH37thMc7jAcPetHx4CHG+m/jpx92wE1Tav7BSQRTMbh9Dgz87ld44BvAb375AFMRLYx5NpgTM9RWb+DzBwE4XHY8/OYeHtzvxdTsGLo+/ytc6/NjNpyGx+GGzz2DlDyLr/7mNwh5/U/12PBZGhF+ttwk2xeAj2bIk/EwQj4vvPS8hQIhxII+BGiGPx4MIMK/z0TP2KzHRwMoHoSCfnh9YfBzHIuEafDBTzj4EI4E4PME4XcHEAyGaFbShckPP8J9mmV0k6wn6qYjQPQhvvmyD4PDbnquY2DnLkV4+UluwOVBgHWjASs/6RaPhKgv8MLnDVKZCXKwn0gSJwIBgcAmEOB+LZlMIx5LqbtgxshI2FlKIkqjWQt1SJBuSeo/kkQL47fnPEm4ZGgnMcrowOGcHvFISv1eStB3FJ9vFg/GOUVtIZsdLJmym2idIqtAYJ8gkAV7HZB00OqLUFLWhPcvJ3neCyGypbATR9yHsOMu/uG+Ex1DLvTc+gaPb3+G9pFufPgvX2CKjMin8w9pREMePPjtP6Fn9DG+/uYOrv/6v+HBN3+Hf+7xIrTwBzoTHvidPfjs/jSCE9fw9c1HuPF4Ar6QdydqmfUy/VPkLHz9IX59YxQBmmeNj32EnrACe+55NOk3Xxy3M4l7XWnzsvajBIlw4cEV/kkAPn9SR40RGl0OymZuITp8ExGzGZFkCbTjbtRVjOEuzaZ7EgHMOsYwRLPPjqAE28xdpI68iMKqJpTmmGA2ahCndtr38X/A3/2X/4Jf3uvHUMCFkOLGoPUMkg/HQVPwAMnxO0cxPDKKcUMFErL2iRobP4nh8afXcPPzj3Gz4x7+7u+v0WBQNwZHr+FXv7+Lax/dhLvzGn4zlEDfR79C+/X/ir/58nP8/35xDe3/8n/gP3cP4Nf/+Cl6bv4Wtx8/wO++7sT0zf+CX93+Lf7ff3uN8v8CDztu4KOhNOLxKHhm/lld44gn0kim3RgZ6MHtL24h6LuNn3/+GL/+Lz/H7W8+x1f37+If/uYjPP7ob3FtbBzf/O4b9N/rpGfhWWkiRiAgEFgfAuk0aCAniemRENq/nMWX/zyVXfonkse0DrnXiP/aP06Bw4w+XTfcmBkNY2ogtDn9WDZRRu5zQ+K99o+OOV3o/MsMraM+C8tQ68Qy1pOf+DnftX8iPQgXVYf5/Hc/ciIcSGDooZ8G+Wc2hw3J7PjGjenRCHgQc30taWVueeWkLUsRggUCuwoB6mfVKSbucDetmKQAkhaJiAY6jQSFLrETBxvB5jLUuL/E0OR93OqZwmBfEMlwHPlVZTBqNHj68PtpZopmqB4G4bYHYCCD2ZJTDrOmFLVNRbAYZchkbKvV0BqgsRSgQEki0D+ClNWE3Jpy5FnNavJe/2cpaUTrhTfx5oVGFOgUOJM2pN3TMMz2waM2lM3VkGFU21kWZG1Ok12amwBSnTotnSzy6hQYFAVnbGP48mYQYZ0PEf002ocmqS1P4vFjL80w65BjjsNUZECqsBX1GkCjaKDICpGkLuPTGMyoOvs+Xn/nHVxqqUSp3w5/fx8G4rmIDN3DWNCDWdkIk0ZGkSEEue0YoNNnBax40gitqQJleQWo8nSgr+fG/5+9/3COK8vvfMHPvektvPceoAPoTbHI8q6rjboltVrmSSNptG82Jt7GRGxsbOxG7F+xuy82Yt/uvHkzI81oprvV6lZ3V5vyLFbRO3jvPRKJ9Pb9ToIgARAAARI0IO9l/vLce87Pfu89J8/vnESSm2NLjC1GiLksmIo8xDq/oX0hl+x4klKHC09WEXluK/bsOnLdEJ8cZHq0j8lYFJ+pnEpbHGt2AZ7CXHKcNvSQFYfDiUPpk/HnnuMKS5sdm92D01pAmd1EUXyUa7eGSFd7SdizsHkqKfM4yJu9zdc3x1mcmEIcwJKVi4WX64hGkkRCSRKrF7ReLgiMaJ8QAnaXTk6hldr9Lg69krW7dFb0KdqB3oOns9h/wivkEV+8QllUNTvJFh/zSqyZ60f2U3xpFdqu/MEzXvad9LD/tJeDSm6FdhDPalsZ20rHTuQVv/LjhId9gsvBM1n3MGg64pExVKewwkbTUYXX/bbVdrd7Xt3iIrvAgsWms1vH7mna4xFhrAAAEABJREFULY8MPQYCzwIBjcykj9WH2UbMN8PM7c+5032bqewyzJ4i0rNjTNz6gs6hPmYL67GbrJiVXGyOhdHLXLjwGb+frcZkceB8VrMhlTmkkmCJsbiUxpRKYDFH8cfTmLLysdochBcWiYSniaTCzMw6yHPFCMpkMWZxYrbn4jB7yMqyY5bJoZoTog7djK7iMoHdayXqn2NWJn9z/ohq3fNkcXjlA7eCiqIsbCYdT0EjjTU55Dr8dA8EdyU+edR2Rc8LqSQFSdlNikflRD3D94LUsNjNlLflMJ8oIzcwhduWIlJ7lgP7DpHdd4tQMIKeXUlVcTbVXj+9+j684xfoa/+Kz652cadnlrTJgruohsqqSkqz7cQWEizMujhyrJmz+5aY8kWY9NskiaqgpKyexnA71nSMXTmiQRbnxhmdm2XekkNMdhnjkaD0QaG0E+y5FIz/ntn8KsxODx6rFYfDhd1mxWb34rSZxC8HJlOapD9MPOXF69awuYVHyGaxSPKVxuaMMDMyz2IgRvye4zqYXBCewCeyOHTsWWmuXDFTX+rArYcFh1HGfEuEXQVUZ6cFzxgRWcTRHPbl8e2erhf/RJdVLEX3xr1nHrLhwIuAgHqeTBYNp8dMfpmN8kbHM6eKJgeVLU4qJZErb3Bm/MkrteH0mnBlmzPXT83PpmU/KqWsuOvLU7O96l5UiH2Fh8KlXM5XfCiqsmG26uQUWSmpsT82NuoZUM+Cbtq9p1vfPVWGJgOBvYmAJm4rkmLty5KNRyZLBc4YyZSV0v315BQ2Uuhxk2NPoEnyU9HWhDenjrqSPGqr88jKz0VLJEmXHiLL5WIXF2DW+vbQKw3dZCW3to2G8nra9jfQfKCOgsJCCvK8WNzVFGQ7yS/Jwl1QSaGlnCOnmimrKqegIIeckkK8xaXkSmIYmR1gdEh2M/p6GBydYSFqp7qmCG/dQYqzPHhc+ehZNWTZYEMc2SOHJRevN4fibPFXk1HWUUVTXQ0H2hoorSzBqr77Lk2P81qTpzyOohdUVuGTTqVR5foQNasde30rBw4fpD63kOqSKhqOn6ah6SQnKqzk1ZSTV9xEY0kFLbXZxN0tNBSAwyzJSTRBLO3ALLtRNUUaNklWCiqLKWxooaDsAK8cquHI2f0Ue93k5kkfqTkoSd0+jhYlsZu3v62q/j4iIUlpaiORdIpUMo7udJJ38CgVla3sq66jtb6Ectlp0xJ27IEgOXUFWCr2U1JUTH1ZDt7qfdS6NIpV32xso7a+hf0VxRRJ/8zKq6W5KpuCgiK8smNXoSZjdVXkECYwNsxgdw893f30D0wxHy2guMSOS3YK0lbxxWVhKVUtuk24TElSiTimLHn+D5/k2MnD1FZUUFKSi9djw7T+Zjyla/UcKHpK5u6ZMcvE22LVMJn39IiGcTx/CKSToOlgsenYHE+AdqjT7jJJkmnC4TFhcy77Y5HERTdpmIRsO9T3OPx2se8UPxzi04ovj6PvkWXv+qF8UT6t6LHa9cy9s0m5Uvc4pcmMfNbJ512KXTv0XdNkKDIQeNEQ0LOobDrEa9/+gGOH3+aDIzLZy62i4chpzr3/AScPn+fDIzl4Co9ypKWSU6+eoe3tv+YP3v0ef3C+ngKvHZ1ndJhsWLIqOX7oDG9Lsnb07Bn2n3idky2NHKzyYPMe4HBbHQdOHaeq+RSvym5U3Ssfcrz1GEfrS6jZV01+y36qVFI31c1gbwddXR30Dk6zGM/m+IkGHEUnOHL8JGff/jaNR96j1A2axt49HJUyUS6nuUxC0MyQdYymymyZCFdQVN7MsUYJUJoe9/UsJqmP6/NTk5fnxyQTabvTJM+SXKw2rNnAeoA3ztVR1fYKNXXNnCg3YbHncPhb59j3+lkaSkuoKKyk5PBrnC700vr2h5w7+xrvnN7P4dYWWcA4zKlGHbfdQ92RQ5z97qscPbWfLFkA0Sve5HRzEaeO1lDR0Ei+JPj177yPzbW9+67yOOkustMoH9QPZHUaruJKqluOc+bYST544wD73v1QbL3NH7x5irOHi7HKLjj55zhU5SCn4TT7m5o5e6icomNvczpPo+XoIYprTnJg/wneevMIzW37KS0+xVuHy6ivb6awtI62liy8h9/iXGseLv8EI+0ddLR30t0zyWykjAOviPy+UrJtFplQZnPgdCPZVgfZIlu37wSvHj/Gm+cPUnD8O7x+vJUzByspLfCgrb4PT/E8JTgqTDf+G8En54imaWi6xjMLHON4ERFQY39SLQ6qwWI3fx1jl8GSNEMGsV1Waqh7AIGkJPgJWQRU5QONj1ih70DOYDUQMBB4yRDQzVYK97/L2Te/wwcffIe3zh6nrcL+kqFghPu0EFATabVC/LTs7aYdSQEwy+6Oza5lVrhZc1g58GorrUcayFpTv3JhloSzlGM/+oAmtxMXj3MoT4qoP3GON773Hb7zvQ94750TNGbp2E3LenV3HeWNr/H909nYrfkcefsU+/ZV4Vlufj7eZeKrEjo1CZZNzufDJ8MLA4HHQECTrqnGCDXO8RyvGKj+liGM40kiYLFomM36rprYXW276pqhbO8isMc8l4E2JdvfavKwxzw33N2DCGhq1JVnbg+6brj8GAiYbCZMVtPGGnQzJosdpwXUBtHGTLtXa7KIL+LPikaTZHuqbuX6uSg1MMukR30NUt8Etiflp9oZVLuE6qvAT8qGoddA4HlGQNZUjN26p3CD1NhmlnF/t0zpu6XI0GMgsGcRkNFLraDpT2M2tWdBekKOv2xqZaL6soW8o3jTadTfpe1IZo8wa5rcfHlt7K40SLb/1IagjDl5u+uMpsm5vO5ePjdFxq2MX5m3p+eXmJNHUZ7Fp2fSsPQSICBzjVRccqWUnGwQbmR+lLGhfvrHfUQSwkeCWDiE+v9jg6EI0bjIpeMEJ/sZGp1hWv1ybiJJVP1KaypBUvSmZIstJavUy1/pE34ChINJYlHkeU6RjCc3sLy2SvU7XWUH0g/Wtuz0Kk48HmRmVnx7uNmNlSejJMJ+FiLivwpnY661tYIBsVl8SzFCEvfaxse7Ugs9ccFbIH48RXelFda7uWmrbttd1UZhIPDyIqA6lqKXF4GXI3K1Av9yRLqHo9ykI+7hiAzX9xgCmsyy1GMoefYe89xw93lHQOUlasFgo88i3/g4s5ODTE0Ncf2zrxkODdPeNc3URIBYPEHU72fm6md0zIXxR1Okw5NMT/XzTfssqZEv+WbAz8T0CKOjg9zoD0gWJBnk9FW+6hihfyZMyOdjordX0jxp2gIolbBkFteUs+v5JGFKJaKEI2GhFMmkUEKSt2gc9eeCij0VjxKPJUgkg4TD03R3BYnHUyi55XrFJcqTMSLRhOhIk04mSEjmGRM+kov0dg8xOblIPCK6gn78MfE5lSQhduKSmKoENimYJGNhYgnRLeqU1gypX6MJ9DI8FWLOn5JENr6sWxJLxZZKxIiHw6I7RiojsIM3GRjkJSPEDmQ2YU0KYIlEGglrE46dVxtJ3c4xMyReNAQ0CC0lmRmJMDUY3lPkm5IBTwb3xZkY03vQ/6eK91A4g1E4kGRpPnH/Pg88nXuu7hHyiaI+0FX5onWj3YonIR/qs+NRxvrCjPU+HRrtedDO6Crb6lzRVv6M90cy44gaS+YmYvd830i30vMwfYrnYaR0r6bV/Eq/otV1T+tc+aRsqVKROt8pTQ5GiARTGUxnRuV5WHU/HqILFbcixbdSqvPtknr+IrK7sVvPtKHHQCCDgMw1MjtgKxeZ8v7b0kJIEpAYdtMS8+1fcn16mKtXuui4NcLUnI/F8Bxdlzvwm7LJyvbg1eeYnxrgsiR1oe4v+fz2IP297XR13uFC94wkS0kW+7pp7+hgaG6eOd8Ck/19LInJlNCmr7ufUw8mnmnC/iUm+/qZmemgY3SJkeFxZiZHmZiaZbh/nIivX3YaZxgZGJFkdIiRxXlGh4IkFwYZHp9heHCUqbFBRhZmGegeZW52jqVIiEDAz4IktRM9fUwEZ7nZPsjY+ALhRT/+yTGmolEm+gaZmhwWPVP09wwz1XOd/tkZBvonWfCHkZztbkhyFhllWrb3JgdHmBjooH96moGeCUKBCcYmphnpGWB+ZIiQsEq4d+UeXqiEzmzR0HYhe0pJUpdUSd2WN+PhPq3m2AW3Vqszzg0E9iYCcxNRui4t0vHVwo7pzhcLtF9Y2LFcxpbI3f58ng4pM7RD+8MdAZn0JBjpDNL9jY+Mzq10KDtbtO80lvYvF9bGflf/nS/nUfRQf5Qvd2Xu8a6/VjwrpNoUrVxvVgrPnfW+CW/f1UWW5uJMS4KXsSd8Cn91/xRl6oTvoaXIZe6XKrfDLzxjPWrlNIUsdO7NTvIUvFYrxMHFJN3Xlrj6ex+Xf7PwxOnSRwtcEjuqXLGXuZa6e9e/Fh5FwrtSt75U/s5NxJibjNF9NZDxW+nM6Fonl6kT/apcr2e71yu6vxa/vv7VPJc+ms/YXJHfiW7Fq2hFdnWp6hWtrtvq/JLEusKfOVfX4uOKjGpTtHK9Uankbny2iG82jsK089ISSkbRRvwb1Sne1bQRz2Z13VeWMnZlA+IpPPWGiWeHwNO3rJlAN2lo2ga2dStWRyGV5SW8ciDJwBSSePTSe6ebrqFRZs0hOpIHOFqSS2WeE4fNgqgjkYCZKZ3wdBcqiRkfn8IfGWdJdszu9GdRujQA8SnGZeNuA6sPVOlmMEnioj/wffA0c2NTXP/d50wO/Y7ftw/z2ScXuX3tMu0DfVz4+DILHT+T+gluXb1M951rXJ0X9ak4yf6PuCD8165ep+/ar/ld53V+/mtJDqfG8IdmmJyaoP/qTdo/+iVfz0XwxTURTJPwzTLX10l3YIYLv/ySvoFbXLvdyaf//Am3P/pPfDYzx9efXWdkdJqISKx/zdy5wM2Lv+aLoUku/+qi7IR+w8Xb/SJzjZEbV/AJdutltryWDDCVSpNZnN2S8eGNmuCbIRXqw9m3xaFvi8tgMhB4gRFIJVMUVVg5+lY2J97P3Rm9l8vhN7I59k7OzuTu2jku8kffzEGVJz7YxLbwnFB0V2a1j43HPDi8Zsob7Rk/VrdteL6Zjbu6j6hY3s7ZdizH383lhKK78isxHH0rR/Dcpp71Pq2/XtEt5bF372Il5xvGt1IvOo6JD8dX3xfBsO21LHJLrFQ0OzIxKtzV/VMxnBSZLXWu6Fal4l0hdb0NqjvkznwQ6OpTeBcH8Reqa8oHptVhovagl4Ov5nDofO4Tp9bXcmkTUuWKvVax2ya0cr3/lWz2n93anwPSnpVvwZNrpfqAO+O30rlet9K5ol+V6vpRaEX3AfFt32nx75W1/in/t6tf8SnayA9Vr2ijto3qVvxSbQcFw5Yz4ptgo64VKV2K1PlmpHSomLy5FnIKbdS3eVEyijaTWV2v+FbiXylXtz/svKbVQ06xDbUi/0L1LyOYPYFAPK4T9FsoLtAoauxRwK0AABAASURBVHubt77/bb51roUydKzESZBe87XBRMrEmD+Ls945BslmMeHmvLmPvuBVvuoLkfBPMDHup2ec7R2yc6QWH2U43oA/RVqStHhE+qZ7gtHxEEO9caxps8xDqgkP+CkqK6DpVCnFJR6SMwh/mjmpzynMofFkGWUFMaJdXUy3vkZhQxsV3jjByUE6uydJOzVCKSdWmwuXw0ZOjouCIqdEPEx3vIa8wldok6S2wh4irlfS2LKfmmJNEtzEqp26VW4nsvB6amhorKEqLwSmFKlYUnjtpG1eLKZVvFud3m1TCV1oKUVC/X3j3bpHLUxmDfVDUCbTo2p4UE5/sMqoMRB4uRDQZdXM5TGTW2glr3iHVGKlpNpOYZlt57JiK7/USrHIqzJPrjcksZGnaIN2b44Zm00jr0TZV7RD/9fpVL4Ulm9fT0GZlXyh9X4XVdpRtL7+ca8LSm1sidWqeAorbRSsuy85co9tDh11v5UvSldprYONYlDtu0kemaDqu/zzxS9aT1Wr2Fa7jlue6yy5V1lFVp4HyiuzkyfPXvZW/hRYUb5b1fOVbXlqfueX2ymsdKB8fB6wWu1DrvTHAvEvV7BbXb+dc48kyCbZLTBZpb+q52Er7He5zSX3z2rT0XWMw0Bg9xCQLCklO0PJRCqT6DygONBL5zc/5e9/8Sk/8x/iWIEJfegzPv+Xv+cff3mJmyNwqvQOP/3lJ/zs7/+Fb252M5qMENcWGbJU0dCUy4HKJhryysmK++i8OEDOu2/Q9sfvUWw1kbxzidn+j/mH//Xf89Pf3mR8JvCAC5kKHTRFrD80dFOURHKem9cTWC2l7Ksyk50bYSYJcXsWRYdqCff1c+2TUUam0hQWpIiP95BqKmFpdIxbnwzRN+2m/EAN+Td/Scfnv+NaeweDS1EWdRvBwDTBJROWxRHGJsYZkF07TXOgaw20ZQ0yPPArvpmYZ8ZchRvxRzqprpE50pl39SYVNifzo5MszS9KQqj6spAmHGYL1tAwM0uL9MfdkiQr/u2TLsYcLn1XFnzU39IlJTlUCTS7dOi7pMdQ8+gIGJLPGAFNBgZNQwYrsMgEYqekJnIWmQDsVG6FPyP/CHaVvPo/TtQgs2xfeyT/lZ4Vyviyk1g24VUTIkUrenet3MTeRvoz9tfxqzpdX3uvMzE/Iv4b2d2sziyrcuo5ywzg8tnyjB/759K8pmlk7o8kvyaLLh+czwdl+pc8S2Z5Tsyb+GWyaugmHZPcZ5NFe2q+Z3yTRFiVm/n2zOoFL+WXokfxQZMJlG6Gp/0smOT5U7blowHjMBB4WggU7jvOoTPv8MrRo5w8cZAyZwMnzx/n1PljHGioo76ilMqj5zl6sJHmAw2UVbfSXH2ID89UcexcG4U1JzncXEPb0SbKj7zO0eZTvNpSQnnlAQ4dbOCVV1tpOfdtXmltZV9tER6XdcPQtC0efJszi+Kqehr3FxL2pShrlOTz7Ctiq5aW2nwc1Wc5drBefDhMU9MRWquqOfVOIwUNr3DkQCNHjrXSeOgsh+sP8/a5Ruobaykp2c/BA4d5/T3heevbnC3P4/jJgzQ0VJBTXIq7ppWTeTkcExxa9rXRtr+R4+fbaH7zLepNJuoPHsCV8jF67Uu+/PxLLly8wrVZtTtXzNF3jtFw+Aj1bhd1J0+S5ymVncQa6iudlLuXln8dcyefxxpoModgFw6lR5dNBU107oK6jIpdci2jy3gzENi7CEinktdz7v+D7qVlDUp9HSARk7OdDEwPqnopajRtL97ll+LWvBBBqg/pLeZDL0SMTzMI1V0VPU2bypb6gYgVUtcGGQjsCgLy8aPGCE0WK9jgwc6qaKGx9SwnWg9yuLEAh6mI+rZW2k4e42BTDdXF2TgqDktSU0+zJGllFQ1UFVRzpKFQEqhS7FnVFBd4KaksILv2IM0N+2nwmnGasygtK6axrYWq1nOcaDu8nNQ5N07qNo9Vw+XNpbqlTewfoL4km7LaOqrqmqgvK6Qs34Xurqa+vpKWQ41UVdZSll1Aw5EqvNm11NdKvfhdXdtAaXYp+w43UVVfR0lxHXVVNRw81EDdoRO0iJ7axjoqK4rIyc/DXlhBvcdMSWML1TUH2VddTlNLKUX7D1AkOBZVVpCdlY1dEjyT2YTJbMXkqKChvpD6tgaKq6spstkoaqjH7aqiqqaB/ZIY11QVI+thoPFMDvUYqEVM9N0zv4uqds8pQ5OBwNNGQJOeoMmKydO2uxv21B/sJhNGUrcbWD4NHfIZ9OTNGBYMBAwEHh0BWSBTSR1SProSQ9JA4EEE1FxDl9n8Xv0csLud5FdW4fE2c/ZIOcX5Dp6Hw10kieGhU5w6fUp2OY9xqNKN2yYTuzXOSfZmyaO4IIuSuhayq9vIE/eldg3Xwy6e5/u3PuKHxWK0Gwi8RAioROlB2hyA1bzClU6RSiZJJqWUzEtNEtaS4tl61pBOJUgmlA7RLewPvjQ0TcNslXKL3pxOiQ9C9+VFX8an+zWbnaVT4qO8NmvfqP5+nMt/JL0Rz3Ldih/bMKDwFF/E7WXRvfauIfdK8NhGqBjHhghseO+l8v7ztvw8bSj80lcKNhv0n+3BIg9tpv/J8yvjSAbv7QnuSS5NJt26rqPKPRmA4fTzi4DqSjJmPb8OPsQzkxmTw4nX68QqfUR/CPvz2GyyO3G4HDhtpufRvcfyaS/ej8cK2BA2ENguAql4jEhwCZ/PJ7SIz6+uw8TjceIysUkkEsuq5Bq5TsaiRAL3eROxBcb7+ujpGWUqFCUoehaFfEJLAcUbI764RFy0yDiP5H8ZSokuZUOqCYx30N3VRc/YApG75lT9CkmeIBMPMMkuo7ZS+UCZwDe3wPyMj/sqwiwuBAkGYg9wr65QCZ1/xk88prxc3bL1edi3kIk3Gk+wOL0oyW1qE4Ewfl+QwNLD9AtC0UmmZwL4lpKb6DKqX1wE0tLFkoRCcVKJuPSTVOY/uk2nksQiIcKLPvxCi0LBoPTR+w/6iwvJjiJT/S/EgvT5SORhfW0DxakIicgkE7404akZgqHghj8fvoGkUfXiIGBE8pgIqFwuFkkRC6dQP5DxmOoMcQOBBxAwkroHIDEqXjYE0qQzP0+biKqJz+ropSU0yvzoNb7oTqHmQqOffkpX11Wu93Vz8Z+/ZFRG6c5f/Jybg0PcGR5i4PZN5iQpS6bj9Hx+hanFedLZdszJNKlYjLkLX9E3M8tsOsLsQCeX//mX3I5AJN3Hxc+vc/1qL7Pjg1z48ZeMReOMDIwTDk4wMdzBV7/8cs3PGK94mknmMm8rNXdL8S0RDBCJLTLc2Uf3zT5mJblMqNX6WJigZIlqkhwLhQmHZNIm4acTUWJRaQtHCUVipOIhZgMBqZNzlbRGIiK3nFQlIkEifj9h4Y2J7F2rmWJ+dIzJkSEWYsvySUl8k7EI4UhU+EVXVM5l4p2SMih+BEf7mbp1iU+HpF75l9Fy9012CNKxAIGZ21zqHKdvMkxSsAwHxWdhSXR9xc3OQTrm4iTTSdLxMEvBOAnBXJqfn5fkpfLK7NY9P049X56oRYRELE00KPdRnoP73sVYCszyTz/rwjd8gS+/uc2V9jFZbJnk8pU+YrEE/pvXGRkdYUo9L/cFn5sz9cyqvhaVPpBQ/UV24aPS72Ky8JFIJkhEo5lFl7QsFiUlnoT0t2imf8RB+mQ0nkI2/SHDGyEg/SYt50mRj4YTxKNC/nmmPv4tt+f8LK5+/mUsICaLJ+EkkUhSbEWISzIsKtToJ5PMiPTxKMHxEcYuXuBGMCGLSIlMfVTGoWTcT9zXSedokpmOXqbm55kTZxIyRiRk/Egk40RFWUJ8REapVCpOeClMXAJNxJNiLyz6Q6IzSToxzdXLtxgYnJbFogRJiVHFklI+rrtbqkpuJ+LkupYne5kS7BSp5/HJWjK0v0wIaPI5bbHqqB8O0s28wIcR2rNCwEjqnhXyht3nBgEZZ9GlJ2iy27XaKU1GXYspgZkQixEnNpuZyMwUi4sjzMwP0H+rnc6pCfputNM94GNUEpnRjq/45spV+v06cf8o49MLTPrT2K0WrA4HJr+fhEkZW5QJzSgjS0G6OoJE54aZ6eqmr7ebrtE+Oi4PMySreT6ZGKVlqpeQhMg3vrDava3PEyGiC/180jVP/9gi88MjTA920jncw2+/nmBpppPBsTFuXG6n/euv6Z/o5+NP7zDd9SnfdHTzzY0Oxm59wVcDQ3zTPcti/yWu37rNJ990MXrrS+5M3+HL22N0XrxMb28fQ9G17kSDIcKLUyzMj3Cla4bYwOd8dquHi199Q+eVz/m8b4SrH19lauo2fWOzTI7NE5yfZCSQQOZT95Wlllia7+frz7uYHu9nfN6Pb2GBwGwffYM3+ejCOIujw8z6FpkPzeObHeDq10PMjV3idv80kzv+n0Xvm34iZ5msTjSrh04K4/UgApp0D5NZW5f8pojHIwwN+yU3mSIy3cfA0DDXRxeYnQthttkxhUPy7KRI2myoLvag5mdZk2Dkzh16bl+lZ1gWcL5uxzcvO/jy/F9r76PzVjdLo7e4MZNk6s4VRns+4ULnLT69cpuhb37Fl9JXr31zi/H+6wyM9HOra4j5no+5MXCV31+4Q+eNbxga6eL2eISALKbMR2LEVifFqRhJfwcDY376r1+k6/YXXBka4fbFW8x3fCILUj30zgWYn13CPzHOnCRj8aUp5qbbxVa30BSpmJ/FEET8S5mFoonhbtovfELfzE0++u0tGQ8/pXuon+u9UwzeucS4b5wbV7vo+PJX3LlzgasDI7Rf7iIgi0wTU/P4/VNMjA5y45tuFmfnSEqSuOYOqb4ipBI7nnJWl0ykZaEvhWwEr3HJuDAQeBwE1LOckGfLPx+XBeAQNz5b3JKuP6T9YfJr2j/1cUPROp0b2RhsD+KbjjM7EdvSvzX61+ld33Z9A9vreVZfb+TX6vbdOr/+6db3YLWdrstLstCVYqwvTMc3S4+NzcCdIL6ZOMm4DHSP82CtkpWPz1VXe+DUcNFAYPcR0NAloTPJRJJVh2Yyy4qaFbvdhs1qx2EzoesayKQkxRJhC0xeusqi04ZvSSe8IFtP0jfTMnLrJguF9VXkZpkIzc0zPB7GanfgsIoumYCm/dMEliaYzXYxfHmA4PAUujWEz7/ASP8kWk6CUV9aVr+jhENJzM4cShuqEOurPNziVJa3k7Elhvo6aB+cY9YfF+Y4kaif9o5xovFZVHI01DnKcO84wXiU4UtXmBj8htsTswzPLojfPVzqm2d0PEB04pYkhxP0yKQwMdFBx0wv1yRZG+gYYGJymvnlzTuxsfqVICY7fVMTfpLjl7kz5mOwf4hZmQx2LESZuNOOPzrFXObrl0l0k+Arya++WkV4lsBkJ5dG0qiVfLXSGV+YZGboDreGBvjq+rjsKCbQLWb06DQLwzcleZxkanKIyfmQ7CqmVmt75ufKf3k8eMpz1GfnZN0sAAAQAElEQVQe93Yd0KR/maQfmm3yFCiwNhH0uiWJSwSZmRhjOmHCJH3KJn3LKqVZniGTvongM6tOMjUwxtTEDP7AIqPXLjM6eJ2e8W6u9wwzNDohk4VJemSxo6djRBK8awxPjtE1Mkdw4BodQY2x/n5mei7T19/O7aEJ5icHmJ7u4mbfDFPTI7LYNMHgnI6m65gtqrw/WqRJktbnmZ8PM93RyeToABOyaz/d08mSf4zxwQ76R2eYDmmYBDyzRSMy0cnImNI/TM/QPGuPCIvTEwzJQtRieoIr18bkulsWuwYlARziluykTs9NMSpjyVj7TcbHhpkIiu3+XoKiKK2bxQ4kwnNMD3XT3TUqY1JibbdQ7gtpQtsf+ET5LrwyJjNvu6DMUGEgsAoBNT+IRlIszsWZGY9tTWMPad9MXuSmhVbrnxqJMSm0um5G8Qit5/XLB3oklCISTG7t3xb2M7pX2sXG5FCM6dHYg/qkbQ3vKpkN61fad1JuZWO1ns347vLMTydQCz5Bf5K5qfiDsdzlW4PxFnWLc0li8ixk5gSrnpHHOdUfR9iQNRB4jhHYmWtpYVckxUNf/gDYbOgtTdivtOM+UY/JYiEdsOAtaqK1rZUyewRX1REO1TtxRke4cGVuldooMyMLTIxH0bNl927iiiRTi2gNWehON0ykaHzLLpO2hOxKRIgEkrgLimk+d3D7cxuzDZOzgJroLcam55lJePAUVFFdXkKJLYotNx+PJKp2zSq+Z+F05VCuLxLTEmgi68zKwpKbKytIXgptGjZdfMjOpqSsjJI8L5G4zHhCS4TSdtJWF27LqvDkVJPdxaTJStqeR7E9jUlLkpVdSEF+Ifl5eeTmlVOSKzDm5+OWZNdlNqMm47oko6kU9yd34QCpgI9IYQV2ZxYW3UR4dpJJ2XkcCWiymh5Es5rRZSJK0E9YJpJjiQhzwXzyc1x43Wbx5vl4qcmppmlIiM+HQ8+jF/LpJi9SartWnWzio17QRGleHhVMMZ6A5CZ8z1W1JomoNVeedxcFqRkmBm4zNBdhMRwn7XFjKizAPvAZg1SSZXFR4ckiL7+U3NwssnJqKMyxYYouElILQok4QWsNVV4T3sISckqKyXW7sSfMOJxm1EOWFPykK6EOzWTCnFuMx2zBmvLgdpVRWlZIQXYCU0UjrqVp/NPTzMqOu9VuIiX6F4a7GJWdu/mwTGSSUcFYIxYJS9+MEU8kiaWdWD3FFBYX4PHkkl9QRI4rTSrkk0WVBCFfmOzSYtzOErI9Yq+0gHxPjKTFjlVc1DUXWZKcF2f5udk+RjQmN1I5u4qku6DpqkJTb0+N1KKCRRbxTLLA8NSMGoZeeAQ0eYytdh1PjoXSehf1R7K2pIajqt27imf1uWrbhI56WZZV7d6MfG2blzqhNTbv6Vc8ihR/FsW1Djy5FrLyrRnZNTJrfL4vU39k1bnSq+ger5faVg91h72iT9GynYyM4lN0j3e5LeP/vfp1Mut46+9db8Yn9Rnby7rv8Yv+BsFq5bpOYlC0fC0y9/Quy1Xuc2ORBcf8cjvVBzwSi6pfzbf6XLWtptVty+cldc7Ms2C2yIOxS0+/vkt6DDUGAnsaATWJVCswDwahOpt2L5nSNDlfTGNO5OKuP0x1TTkNrWW4NEk+Zm4z3vER/+nf/2/8Lz+5yqVPfs1Xn39Fx/gCyXw3GSUiT3qYgZiXePZb/Ouzp/ir/X1cHYVITi2lrfWUtxTSVp6LNrogMvlUNDTRWFdKtpntH4kYqeAsU95imYgl0aJxNE18R0hKMqW8R+aZG7omO15fctl7mCKT+Dnax62vbnOn00/VoVwsVhOazKw0bVk2c2624vB3MxSMMRez45RJuFqBXCFbco5gYJ7BhWUZ7slqYlRDAzQt844m/7CnJFFcZPxaN2PBBNFEmoyurAL03CLsF3/M9cvtTC76mQ+mCAqPx+pnac5H0B5jdmSUcb+ZaGE9jcEpkF2ctFlHU8keDzueTns6DalUGslLUSFjHA8goBL6eDSFWiFWeK1m0ORCU28CnirdZbXUHjrBYXlk1WeipmnSQoZ4Ho/QJBP9F7nc30GH6yC2OTNZpiBp2fkPhOyQzKZ84bdEaqpJuLNAxbNCoC5loagcT04OlnlZzIhKvA4hNS5ogJBuTmJ2LTJwc4SpuSARATHTj9JIMgas6FMlGpo8j8nREfxeMyHZ4SMSIJWeo/vrPvrG4tIHw+jJRQKyqxfULUz39JPURpnyLTEzm0LTRAdCmVLUU0xBVjEt1REmEwkCaQdpzYJJ8QCapgFW7MFhxmQH/saoT3bUnRRrfnTS8k+an6eX4PY8uWP48mIgYJWFE5U05RZbeTjZVvGsPt9KdjXf8nlhpR1F6+3lldhQlFtsu2fHnW3B5tCxuUz36nI39NW2qn31+TrfxEZxjYP8MsWjaKV99flK3Ublar7V5+t5V7etOhf7uaWrrtfEcr9e4aBoOdb79cvXVrIKLOiy0OPwmDPny/Wr+VafP9w3T44Zi01nNwc+0fZidBIjCgOBx0FAN2lsuCrrrCGv6jTvtIHNAnXf+Q5t3/kLzu4/ygcNXvZ/91vUeg7wnuyivfeXf8Zbf/3/4N/9zV/xf/jBMU6+8T5n3v1r/uRb7/PDEzkyGJjJe+tNWoqP88GxVs6fr0Z355L99r/lj/78j3m3volzjfUcO/eqrL6f5Y/fKeaVb5+nuroaNzs8zA5sBU188Pq3+evvnuNP/tWb4s9JqrPLeP9bbbjdbRw9XkFjWwV51Ud547UP+bs/OiK7H07yKuo59PZ3ePc7P+Dd8iK+9d4hCs78Oa8cPczbR8vwtr7Bt8rLaT5xntf3mcgLXefCxx/xk//+k2X6ootg2QkOn3mftxrKePfD4zhO/B3fPlrN+ddP03LmXd6t8dD2nQ8p8x7n1JEqqTtM5eF3+PM3K7H1/IrPf7ms6xefDTDMYf7s3/4J57//P/Gvv3OcH/zxG7zyfcH1zR/wf/+3b1B99Du89doZ8e0Q+5vP8Ed/+13OvfYmB8pzyLHvEDeD/ZkioOtkPuQcbhOavtoVO9nZpfztX7eR3/guBxrKaSzzkFdQw2vnD2CVrZ+s46eora6hjCd4PI5qVwkl9Wd48/z7/OkfnOHYD/+Wt8//GX/zgw94/5UqTPEkC8kzHKqxk3PwQ463HueDkw2Un/9z3inSOXL+HJUt73Pi2Lv84Adv0nbmNNUVH/CDs/Uc2H+c8upWXjmcR+4rP+LDMzmYB77h63/+CT//55/z0e+u0bd4iCMnyjj5o29x8NSrHMzNY//b36Ls4Hu8fuaH/ODcEV555QDlr3yfPzrTyKs/+AvefuMv+MvvfJsffOt1CorP8ed/2ET9G3/CK4fO8N3zbZz58G1KbW38xZ+0UXHwLRrqGzh3ppmjH/4lH55+hfMHizj63Q85ePw0BwuK2H/+bYrMeRx78wPOnDzHycPHOPvd93n/T7+N1+NE5/k4YuEk0VCSxC7+rcvzEZnhhYGAgcDzgkBmAXOXx5nnZQx9XjA2/HgJEVCLsbKgzYZfi9OtmK0uvA7QNbBlZePMzsPtcJJlM+HIzsJmcuB1C+Xl4s0roTA/j4IcJy5PFm6vTLKyvOTIiheahtnrwW5xkeV04HFb0XQzJm8hObk5eG123HYbTrcbk9lNjteCO8uNzWaVle4d3hiZEetmO1niQ1626MrziD8u8dVCVpZMnnQnTmcO9W37aHvlMGXCp3y2VL/G0f2NnKjLxpstZBV+Cd4syafb6cTrFF+cuWS7q2ipK6G69ST7Wk9x6uA+Dh85vEz1xRQX5UkcXjziu1fZc+VLzFbcHjd2t1diNeHMysJicuESnXa3E6vTS0Guh8LqQ+w7tKzrYHMdtcU55Bbm4skuJD/LRU6OB7fcgxxPDiWFHmzOLLwel/jmwGGX9vxssePBITuMkqtjHHsIAU1T3QRNdTa0VY5rmEwW8vOdmG1euc9W6Uc6ZrNN+pEDTdMwuVzYrDbZB+I5PMzUtu2n5WALJR4vudInnTn5eN255MsYkiXjhzO7gIa33qMx24nbkYXT4STLJfF4cpGhQPqTG6vdi8vlJSfbI9cuSWazyHHbcAivxerA7TRjcueJXCHldS00ST86dEj6k/SjAuHJ8lhw5WbhcLlxmM04vFlYHF7BMEf0iF23A6s7W8Yrm/QxsSu286Sf5mR5MFvc5MoqiU3q3A4X2R4HbhnbLJqT3FwnVtFjV2OY2y59W/ngxuOw4JT4VuzZJXazZsbpyZI43LicLrGThVd8Muk6z8thtuiYrTq6iUc+DEEDAQMBA4GtEDCZNSxqnJFyK76dtD0/o+hOvDZ4DQR2EQFtRde9k5WKF720klWUT0lVIfaVUHMbqJAEqtS9UrFBqZnA7CEvz0tOWS3F5XXUVVZQU1uzTCXZkgRbNhB8eJVKcp0FVZRXLeuqKiukwCP2Hi66dzgyqwh7x92n6qmsrshLFlgUSE/V8q4YU75v/FUaE3nlheQX5WycdEqiY3VlU9pYTbbVjPmxvXHiLSilVHYuq6qrqCgvIsuqsScXOZ7Bo6DLJEtNuPQ9CRjGsbcQMLzdSwjIeKT+VGfDTYAdxqF0qD852M3/OkXfoQ8Gu4HAC4mALPSj6IUMbougdJOOLqvS91h0C2aTCfM2RgaTrMrbbRYs22G+Z8A4kc8EA4SHILCcHO09pJTf6oNaletD1KWf6NLf1tdnrmWhRDNZsJpAwzhWENh7T8CK50ZpILBzBNTfXCtCDSAy209JB0jFE6SSKalKkIwFWJybYzEYI6b+jl1WkFKJKNGAD18gRjyVRMmrMUgERE5kM24kSCaSQnKheMLCP+8jEI6KjBiR6tUv9Xe4Yl6pWF39COcp8SdOOJx6dF3pJKlEjGiCR9dBSvxIoP4vTRXbIwSyLCJQKflU5m/+l6se5z0p9zARF9+S29XycL5tTN0ersTgMBDYywhIP5UOLwNGam9Gocb/DO1N9186rzOLB8bMfeP7LuDIi8wOiTrZmOu5rVUrrmpSJXOt59bHveaYGttkdN5rbhv+GghsjIBMOFRi8OAYkSbgDxEMRCT5ihPz+wipHxuamiawtCRJTYDwwgBdtzsZHB5j2h8mGAoSWhhncmyQ/oklQnG5DsWISBKVjEUJzUwTkiQumZhjwednbjFJKh4mMnKHnt4+Bscm8QdCkvKsdVUlG8lECjWerW1RVyqAlMyZFEnPlA6q4lG80qIYSEtWmc7UR4hGfYyNx0hkEqGUtKWFMmwinBI9d68z/KnltnRCEsEIsViCdDxCIuRjLgLqF30zdhSvqMjYkOxTLh+EU9qVsgyP6EvGQ8zOhkVXgEg0TkzFJ4LLPi+/K5GHkvpc2qXPb5NZI/M1bykfanebDEZSt02gXnS2lzk+1T916QmyWL7nYEjLUKYGrURUBiV57bkADIcNBF4gBEwmDZNFQ5PxBON4LATUctbajgAAEABJREFUuBaPpYlFU8i89LF0GcIGAs8DApJDIBtrQuqZXv+BnaL7crskbX3MzUwy9Nufcjs0w6Vf/zNXb7UzFpqTHbkRBmK1uCd/xsXb/Xzx+2/o+OYCN0zllGepnf5+OrqG6ekLEJycoOPHf09HJEJw7As+v/INv+maJRmKsnirj2ixh+nrF5i6eVUSv7XomCXJMFt09MzfNq9tU50xGQuyKLuDi4Fk5r83SUQjhIMREnd3nJIRSZzCMUmclgiFRrhzy0dcdqSS0aAknJKsxUWnJH5IohWQXce4JFhJASYmSWo4miQdn+CrL6/Q3TNBRPyNhZaQPJV0KkE0KEmpJGVx2b2MR6LEZdcxLMmfXIrSdS9JCCPhCCHZkUxGwyxFUsRu/ZbLHf10TIeIS+KbkN0yyaJFdxp1f9ZpWHupkfkmRebv4Ew89mESnC3yeWHaBV0rzhgfPStIGOVLi0BKVnqGOkN8/pM5Pv6vM9ui3/+XGX7799P87h+mt8W/ovej/zS1Yxll57f/eWM7Nz/3s7SQoOfqkvg/i/Jrxdb6UrX9fof+rtfxu7+f5qP/OLWjmFd0ZOwLbivX60vVrmJdX79r1/84w+c/m2NqJEbfzeCWMTwuThv5fPuCP/NrepkJ6vrP85e2960LXD5VQ0sJOr/2celXM3z9i+3RxZ9PZ3gv/vM0ijaV+/kMX/3TNF9LuZ7n4s+muShtF/95ezbXy1/+1Syz41HmxqJ0fb3I16v13PVvvcxW1xfFxzW+iI6Lm8UnvBvFdE+/tG8W91cqbmnP8Ep5UexkzreJveJdo0PJiR5lT9FFOVc8O6Xrv58nOB9ncSZGx0UfD8grfLfSLW0KLyWX8U/xK9+2QV3y/M3JvUwYv365roMal4+DgCZJgckKandGkwWgtbp0qrx+zOYxri0u0REsoibUAQU2phZNzA6GJBkMsTDez8iwfJakZ5jRnYTMdZwtzyYnx4VNkoPAwNdc/ug/8t9+8Us+7Y8RkR2ykXEX9rkpshP9jJOQvGyeidFBhufi+GMWSd7WeoKkLspXKVh7pJkZGefKr3/DxNA/86sbI3z56Rd03LrArd5OPv6XT5jv/kd+eW2Arz/5hNtXL3B5IU0qIVnc0M/59HoPFz69wJ2v/4nf9t7g5z++zNhQFzNLU0zOTjF84xq3fv7fuTi/xEwwQULkInMTTHZcp2tpXsbUX0rS+hlfXL3Gr3/8a27+y/+Tj4aH+fg33zAwPIVs5i27m4rB3Od8drGDGzeH8E10MDF9g0tdIcLBoOx6JogHBpgcuc7vby4SuflPLC7OI+tHy/Jbvcs9fBCXrQQe0rbL+vSHmDOaDQReeATUJFs369jc5m2T1WHCbDVh91i2L+MyC5YaFod52zLKJ5OsmJms+oYyVvFDlw8Hq9OUabd7ttAt9i07tK3sryaz3YSmb+zLar6Nzu2Cr6KN2lSdikHFahM/1fVuk1X0WgUvk+Bl3gTPFZv2HdzXFZmHlWabTkpWBTWNl+TYeZhq8VbB48k2kZNvJqdgu2TJ8HpyTHiU7CZy2aLT5dXJkvIB3UWWTH12vtjeRP4BmVV8SrfVpqFWXl1ZoqPQnPEpI1O47F/mfJXMVtdZuSYU3eMRHR6JTcV4r26bupRvm8Wt2u7pE59zC3bmq5LP6M6TmO/6o/B1enWy717f07+D66w8GcvsGjbBVMX9gA7xNUfRZjqlLVcwU3JuuR9Zq/xTdVuRW3C2im2jr+68DxsSWyOg6aDJDpimBjpWHxrZpVbS4XHG2vtYymsm2t7OginJ5LwsGI2OETXpWF1OFoLZFHhlfPCYSOkOsuxmGXdM6KLU6i2luOYAzXW1VHiSmJK99IxFiIiOpH+SzildchIrbusCcW8hSWchVtYf6eVdqwcWH9PEImF801ME/XOE4mP09I4z0DNDOBRGMlJCg33EzFZc+RomPcr8nPqWZQr/0AARTcch/dCaGmW8t50eRzX27CK81hBLU8P0yS7j0uIUUxEzaZMNq8WCQ3ay7OYoS4lxOiZMaOYSsrU06blRfLMhzHlFWBKLstkWknSVzJFOJvB3txOwmLEU5OPN9WKzWyAoeOhWrA4bFk8OmpyHRjro7Pdndhx1LSP+1N5kDRPZU+CB778+hgf6Y8gaogYCLwYCmob6j0DLGpxUNLu2Ry1uqva5qWzZJv9dvVX7PVTePd+urUplR2gj/vxyuwxQJnJLbZQ37syXjfQ9rK5Sxb3fvT2M1sepsFK0vv7etcLTTfm9692Pp6zeiVM+DLMLrVvHsKWfj+ZXXqkdlYBrunSbp/zhIRb3xktwsdpNlFTbqdnvou7g9qj+0DJf/SE3da1Cm8kJX33bxu0ZHW2iZyv5zfRKvfLXLcmAohLxv05sbdf/DflULOt1iG/1Qg/wKz5F4scDbapO2jaKu1baHtAnvBvqEN4N64Vf6c5gv8IjdQ2C83K9YLpSv1m5QX1Vs1P6qhlPjoWyOseDz4LY2NCf1bru8tS3ig93zx8qI/IlNXbcWWb0pz3L2xu91PDyURGQJCkpu7/q78I2UmHJL8eWduCcn8Fba6Z72EF2bjV1WWEssVGGY1aceWWUVOZjSsozmgpiSYxy5XYP/bc7mApGSGWVUVrbyv6mBqo9sis3epuAMwtPbQVuSf6mu2dJaS6yC8soLzDjtSVI3v3a5IpPKtFIpSRxEn9X6pZLDU2LkxK7E6Pgsus4zCli0RiRlJwXFGJ3uMXXCJFIknjaglNPk/RL0mexQTxKNBInljbjsoCWDEty6CewOMnMwjyTixFiyQChqE3iChKOhAinNJxOp9i1YLekiEaDxMQ33epGvCcnr4AsF5hNKVb/LIJM60glQkQCS4RiaRIODw6Ez6ETD4vehAuzxU5R7CaX47XEdQeyti8cT++lkjr1LKhyt6zqu6XI0GMgsFcRUDs3DpdJVnMsZOVbt0U5RVbyymzb4l3RmV1gpaTWQW6JbUdyBZK4KVrRs7p0ycRDff/d6THjzdvaf5XI7NT2alvqPE+Sx+Iax478V3LbIYVpQYWdbMFpO/w75cmWe+vJs2CRHTO73O+dyj8uv7pXulnDODZHQJNJtNohcWdbyJHEWz0TO6GCchuFQpvJ5BZbKa6yk1diZSOefOmbecKzUdtD62RXyCrPls1hwpNr3lD/Q3XIuLLCky+r9vkyxqxcq1LFVrCuTtU/jDaLO1fsKSxU+8N0bNaudBRXrsVUYZjB+VGxFL+y8i2osc0qkzDvY+JZJP7ly9i1WQzr611eM2bZIYAHZrWbP7xGy1NBYC8bUU+T+maQ+nvRDeOwV5JXeJCW2iLqKkME8k/SWn+Ktw6WUlPuJqAVUFKUR+uxCszpLLItZvI8Ibp7hxntHWAubMbmceJ2mzHb7bhLKnAs6FTub6HptfPU1dZQGF+S3asycvMP01pioVTko6uzIeWYOKq+NbGRnxb1LReniaWA7ComcqirKaCyNherx4M7O4ecpkN44xECsxpJ8qgqdpHrjGBvbMaVThKeTcuOYzX1zS00RgcIyg7drC9MyplNdoUknrmiw+Sg0A2pdAx/0oLZU0yhrYq2mjTJ+CiLmglrSROFJWV40PCIXbPwBucnmZ6aZGZ+nri02yQpjEyMMzcfkqTNTX6BDVNeLrZEHMJxtFSCfPMMs6UHSFud6GzjuIvNbgwNmphTyaeEIGe789pWDLtjytBiIGAgYCDwbBFQK5BpGZSfmRfP0vYzC/rlMaySUl0+VdWH9csT9ZOJVE0oY7EU0XBKdhKebsdRP84SjYjdxNO1+2SQNLQ+LwioCbzFpqGbZJBgo8NE0b79tL75IfvcLXzv2wcoKHBhrz1Nw/E/4b0DJzm/z4Sj+CxnjzVx5MxZWs7+EX/+vTc5970P2Jd/lBP7KqhvcOEqLmP/j/6Go+f+lHNVxVQ4C6mqPcC7PzhB0Wtv0eR0Ubr/PHn1bXgta31R3yhRixqqXNsCDncBVc0nOPtmLTHZWctvOMXJ8x/yRtt+DtcXYCo8x2uvn+b977/HqROv0VbRwpt/epaSitd57dUzfPD9dzj96ru0lh/hgx99wMnX3+Tg/rc4f/I83/vBu5z7w/+R9+sLefWtNzl+9CBVdfV4G0/xWpGdg299hzNn/5gPzpzgnfePsO87f8Q+k4l9x0/hTfsYufw7Pvnkd3z2xVdcWjzI0TPnefO9V9jXcpS6nGbxqwBnwxu8cuoopxqycWEhlqzl2L5s3A7T+lAfvE6DGpeSMi7sxjxCk8dAYazKB409Wo2ofDRBQ8pAwEDAQGCvIZCZcGvP0Gv1oaBWRaV8hl4Ypg0E9gQCahKsiN1cyubhh82uY3fqmC3GFAnj2DUEVCIQU4sFmZ9q3IsfAhrOLC9l9c2yG3iCD19vprrUs2v4PI6i7KojtJ77Hh9++D0+eP9bnGvOIdtp2kKlCXtRNZVvfJdXckx4zFuwrjTJ3EHTNEyyi7+biRi7eBgj1qOAacgYCBgI7EkEtKc8OXwAJA3kMwHj2AQBmfWorycl4qnMiugmXEb1S4CApmmYrTrqK6266ekGrGma9FMN5IVxGAjsEgLqcVLPtK6rM0W7pHiX1SQTKeKxNKnkg4mnbrZi9WThzcomx2XD8rT/EG2TWHWzDZvdhdMl5HTikLEjA/Mm/EhWZrbZcWW5cJi07X31EjnktmlCcvZcvoyk7rm8LYZTTxOBNOnM13uSsqW+xm4qStA3y8ToJPOhJCk1viXjxKNhQqEwkUgM9ffF6cQiC5MTTM8usiST0WRsuT6ZSqG26mV2Cup7f3eVpyJRkvE4KZnApmUGq/5IWU7vtj6lIh4gHIsTVQE8JZOGmWUE1GO0fGa8r0dAYaP6jKY+jdd8cEofjYWZ6e1jbDrAkjy4qv+on8qOhkLSH0NE4knpxzEi/nlmxsaZlT6r+mJKVsVT0v/SQpnHXfU56cyZPhdPkAxHCIsjYoGUjAHqb0nk8iV7RQmFYwSDahv5+QldlxmKSug0bc3D8MQdTMhzoL6CmZCJ7RM3Zhh4eRCQx/hZPM87BVjTNFTf0zRxmHWH1GkmMxaLGV2dr2veO5camqax6TdhefJHSpLmRDwtnzu7Z0uGzN1TZmgyEHihEFDJ2vwsg0PTzI/e4tbwErODI8zPzjAXiRCR5C4ZH6e/d4zJqTkCMjkMLCwy232b2WSAkd5BZuZ8+ETHbH8PszJjTRJjrrebifFJFiWxigfGGJoBmY8+GnQyM1WTYDU4iPq1OmR2mkgkSIjyVGYSmyYlGWRKEspEcEH8lQmwTF7SMslNxBKSZCrxFEmRSSaSd69VnUG7isADNyqj3XhTCAg28kjLc6pOVMUKJYhGl+i+NcXsWA/dfWOMjI4RXByjfywsyUiYqPSnyZExhvtHWQgECYbjhIbaGZ/3MTM9ydxYPwO+KOnpm/RMhZiTTC46N8Z07y16AikS6TkmJpbw+RIrRt2aeXIAABAASURBVHdernd7lYa09D21mJNY6Vuqf6qk8m7SmZJ+l0mpJPlMqzrhT0hdTPilE5OQPiyvzAKR4o3JanpadKSEN6EWk6RMRcIE+vuZDEWJZJjvOiCgKhmVCKflPC1tKbGTiscyetPpBWZnfExNRkinEoi6TKkWplKKL5kgpirvqnvRi2WMQJUveqxGfAYC6xHQZefKZJakx8gQ1kOzq9dp9XkhiV1KxuPdUmzcst1C0tCzZxGQoQvT3UFsTRBxH0FJiBZiVkxTX/KbrwfpvXSJ/sEuBpYCMmkMkp6/xJc3fARNLrJz3KRmphj87DcMJie49umXdHQP0NvTSfunn3A7kiKemGXgxkVud8qOw8I04fmbXB5Ads3WWN7RhRoYkpKcyYbjfbl0gmQswPjkAguzUzJRXWJh3o9/aox5fxC/+OmT3cal4BJLC7NSFyAQSRBYnGfJN8/8gvAuhu7rM852BQFZGNwVPS+yEvUBp3ZJ1HN9P05JKhJReqezccVG6L56gxtXLzM2fosLt+aZWogQDw3T1d5H52AYR3ExWaY0wVu/587IBF09t0TmUz7vniN45x/5zc1JBufDLIx3cOfyZ1zpD0nfHKSza0YSu3v/he198zs5kw/qB9nTLM3OMT85xdz8AlMzfmKRgPS9GabmFpkXiizOMhtJy5gwy9L8BJOyeDQ6OSvJ6Bgzi4tMTfkILvkIBPzMzcpi0ewEC/5ZxifmmZucYdHnY3ZWdH/yGXfml1iUycKKH2m1cDM/zoIkuks+P6GlRenvYfxzs0yNz8nO5yST03NMDs8R808y4k8T908wu7jA5JyfhZl50T+HX+1+7uIEZMW/rcoN4dxKYBfa1I9EWO0aFqsxRdoFOA0VqxGQlZtELEV4KUFgIf7EaWk+LuOJ0A5sRYIJ4tEUcZmzrPdxSfQonevrV1+rdkWr67Y6V7yKFM+KflWq64eRktuM96Ftgs1q/Rn+dXWqfaU+tJggLeNqVMbBoJyrto1I+aNkNmpbXRcTfNX4pmna6ifksc6NEeux4DOEX3QE1Pe0nYU1lB37kKaFTtLRbjrvfMbnn3/FtcEQ3Bkk+2gz+bU15LpdOG0KEbXSP05UdhFGxwboHxlhbCLA6EiSxNxtokUOZkN2ZvtEXrE/DslgoOsy+bDpyOl9Tckg4flO/uFnPXRe+TFfXL3Cr3/7Fbd++f/l4+Egwzcu0z89zZ1b17nx+W+4LruJvZM+bnz6Kzq6vuHKrZt8/cWN+/qMs11BIDOA66Jq98ZwUfbivNQzrCbULo8J9VyvjkzTTZid2eQ2vM+xrBR56WE6Fybp/uwn/Pj3PYz3XCOeV4ij+SQVWR6yPJZ7OvyxIGPTE4x2DtEzNsbs0JAkL134pN+MUgdX+0jLrtlqe490romUIinWvmLc+t1nfP3Jb/i6/Sr/8A+fMTHSQf/wZ/z84yt8/tHXLLR/yi8H4nT/5hfc/uo/8J+++IT//88+485P/mf+fWc/v/jH39F58VdcunWNX395h6mL/yu/uPRL/uf//BmfffQzbtz5io8G08RjMdYs8ChHogG4/TO+6F/g8mdX6b52gS7/CB2dPfzu//djbo5OsqD4FnqZu/kz/v3NNIs3f8zHV3/Df/7tDT7/7RWmhn7JZ7f9ktjJrFTxPiXaEM4nbDsZT6Mo9ZQT2F0Py1D4XCGgFqrU36rNT0TpuLjIV/8088Tpwk+muPDTKb766TTbtdf5zSIzoxGmZIHsQRmlR/Rt4fuFnygeRduL74L4pihj66czfPlj0S9l5noLO6r9S4nv4qY802wWt7L3pdhVOlZI+a1o5XqlXOad4trv54kEkgzdCXDtN/OstD9QKr2KNvVrGZcuwdk3HSMt/3brQdV3S5Ghx0BgryKgJtpJmackZQVm4xjipNLzzJsLsel1HDr6Pu9/+C7nG9xYLMiHv8yhMn+sc1c6KRcz43CwGXyL6LIbZj7WQmpwgfEvbzEeDjLhG5NBsw+Zat0VegKFrmMpKKb4QBtOk4WkH5wlrRxpyqehogCXfYqxsIm51H7OVBXRUjbM0HCUKSGnzUlhdRnGYSDwNBFQk56ETKiDS0k2n1Av4dfcoGVRmV/Owff/FX/9/eM0luVi05AOKf1PivsvP0vpYrR0Afu0r/jc/n1q9CjOgWuMDo4zIh/SkaGv6ZJkKKAGAx7tUKJqdTumfoJf7ZyvV2PJxZ3fTF1ROfujnXR3XuDGeFR251LoBR4s1UXoHV/SEaygyOSgOSefsrJaSovyKSjeT2WRHWbHmB8fYF5Lseg+wP4sMwWV1RTVVlGck4UrasWlfihAElqT+f7Hu2a3YTnWSqL/S8ZlHEgJfjlT3ZIgzmKOp4iLr4qkWPua62VqcZiOhJXFSCVVJXZs1vt61zK/OFfqq2eKdFkwe3GiMiJ51ghoMj5ZrBruHBMVjXaaT7ifLB1303BYbBz30HLCs7Et4Wk+7ma1L6U1djzZZrILLQ/ItGR0eR+oXy1ff8RF41H3ljyr+ZVvijJ+iD/7T3vF323IK95TXjJyG2DZeNhF0yZ+7DvpYb/Qaj+aJbYMrdPVKBg2trmpO+jCYjdRUGqj7pBr0/hULC3rda/TqeyW1zvw5Jgxm+XB2KWH88UfnXcJKEPNi42A6lJqwF0fZWCqj84v/oXf/uoWjqZa7N4EMyPtXP/yay7dHGaq4RCpW5/Q+82v+fzaHW4MLIJKDifCmEqaZVAso7Qsl4JaL9Hxa1yfrqSm/CRv1dkoso9xVWZYo5d+wu9+/RN6h0Z29YdL0qkEoZkehjv6CSV1bAWF6BanJHNmmZipXYw8sq0JbIlubvR0cmfITY5LJsTmqEyCTaRt7vVwGNePi0BaFgCEdnFh7nE9eu7kdemI6o/XpVjjW0p2m3x3fs1vf/pPqCRDK67CGfQxfvsLLn7+EVcW8onKYkqg/Rf88uIVPvp8QHaV4qTTM8R1G253DW3lWTgqTlKhLTI2HCGsl/HGq7W8ejDI7YEkY7e/4fKn/8ynFy4x5tswzVnj04MXGmrLXN1i1h8RH3Pj3XRPjDJqKyU9HkJPBImFlwgmJGEz51I8+VsWSqrRnF4cZjNWqyRjFrMsHjmwWXScRVnY7BbSvpAsJjlwuDTMKmFTZDJjlgfL4grKruU08/4Isme37IVuRfPspyY2h7fYAdkONPVVa10nGF7EH9YJLywSjgQIuNyY+29ys32Q+YQHl9mGJ+wjKsm21W6+t/u5rPjFfNc0DU3XQF4Yh4HAbiIgs26nx0xhhZ2qZueTpRYntZKIVO9zUSXnG9pT9YpW+VJYaZPE04xKOB6QUbyKVvGv56k74KJmv9jcgme1TPU+J4oyPsp5pnyIjYy84lmhDWzViB/Vm/mxgVz1fvFDKKN7lb4awVDhWFprR9bH8eZZKJHz9Xz3rjfQfa9tld6CCisOt4ndHGd0nvhhGDAQeL4R0MQ9Td40Td7k/N7Lkku+7HQ1VuWTnVfDwaZCCltaKC2totzrwZOVjaXwAE3l+RRly+THYSenqJDSY2cpzTsoO1/lNB/YR11LK/UlFRxqLqC89RgN1U0caG6iseUgRfmNHGrIIj9XJmtWy272bdGloZvtWB0V1FSVse9gBUU1dbg0Hb2ogbLccg7WVNDYXC6JnhunrZiWI6007W+hqryYwhwXL9qRlknvM41JPWIbzvifqVfPjXHVBXVZtbTY5KNJYXXPMzM2exaHjpVQUFxMdX0lZTWN5OfXc6gxi1y1S5VVTVVlGXXl2XidDjweO57mE9QWV3OguoSG1hbKG09yoq6QxtZGyvYfpa5hH4dbamg6cZw6bxX7W8qorM6X3S4nFtMaB+55stmJ4pa8CpP4r28kq5sxWxxkFxZTf1LsHXiFw02tnG2ro7mqQBI8K6awiaL6XOy1R6iuqORgXQG5zcfZ79WoaqqjqOk4TS1tnBCfK2tqyCvcz1HZeS8rqyQnv5SGGifulgNUeVOEh/voviHJ2Y073GkfYSqSQ0XTIfa1VFBcVkZ26T7OnGjmwGvHqMmrkZ3OQiqaa/CWtXG23kFuwxkO7n+F1w8f5ExrLZWVFeS5TJjl1mAcBgIGAjtGIC1jfzySQv0NvNWu45bdsCdNXklAPDnmHdlyus1YZAy2yK78o/j3KDZX7Hh2ERNPriWTmK7oflipcFK0ns+ba84kcs67fxZgd8m985pYz7fTa/XftaiHKCVr6arcDdJ3Q4mhw0BgVxB4hkrUZFLRGhes+VQ0tPLGe29w9vyrtBTYyG88zqETb/POq6c5fqSRfL2AA2fOcejoGY4019F6qIaKs29SUXOcA3lu6uoqKCpvpNxTxclTRzhzuoacHIckgw0UN5zjROMx3nr/Dc6df4OKkmKspjUePPqFZsZsz6Vx336ZzJ7lYEMV+2WCWFrfiEcC1UtbqMrLlUlgLXWHXqGtvoV9lV6qW0/Ssu+wTIJLKc+38cId8qH6zGLSyCTa8oZxbIKAejblU8kkmYO2BigLTm8Rr/7he7z+wfucPVBFVWEp+dLP3vv2G7zxxhu0VRfTfPAgh06f45VDkrAcraDoyGuSrBziSG0pdfsrsJUdoLVQp+LYEdrOnWBffZksZmRjKT/LK3X1nH/vHK998DbHWvdTKKvp7PBQyZzZDGqTZ62oTnZFjfhwlGMHDnHuZAN1Z1+jdf8Z3jrVxpGWAqxmG/aq1zhU7iC7qo36mlqONhaTd+AMbdkatfubyC9vpaH+IKdP76OmuZ7C/FZOtxRJwlVDXmElzbVuSepOc6wpj6xkAP/kFFOT08zM+mQ3MI13/0nqy8soyy8lr/4Erx9v4fSHb3KotIHWfbU0HjlAcfEh3jjbxOE3/4hXW49x/mgLR84cpl7wyXfqyK3hZTjUL1+mUy9DpEaMTxMBldApShl/r/k0Yd81W7ImjtmiocrHVZqS8SWVTJPexWdBPj4f1y1D3kBg7yOg5vpqFW3vR3I3ApMTW1Yt7x/PpyDLcrfyxSkeNRJN0x5V9PHl5CGT4ZuMC8/QjccP5ElqEIQEJzXhkeJJGnrKui00n9xHy8FqPBtaNuPKL6b1u29Q53Tg3JBnu5WaMOZT3XaSM+++zdvvvs5r59qo9ejI4ru07Z2XSqoU8Qx22NXquZp87x20DE+fdwTU2G93m3DKgpHaBXve/TX8e7IIqOTQIoOy+nbHblkykrrdQtLQs3cR0ED90lk8JssmezeKdZ5raLoJhw3U3yetazQuDQSeSwTUBD4eTRFaSu7W6uVzE6fJZsK02Va8bsFkseOU9RdNe25cfqaOqNXrSCiF+tGcROzpp/hqoqUmXc8UBMO4gYCBwAuLgPqveyKhJLs5vukvLFpGYAYC20VA5gvqA9xi2YPdQbYX1X8onJCEVE4fiNiYHz4AiVHxnCOgmzRMZuCle3i1ly9kNj80XcPm0HG4TJgs2uaMu9aygaJnZHYDT4yqFx6BNLFGlPlkAAAQAElEQVRYknhcFpfVh3kiQUJO40tB4tEYyWSI8MIQnVeu0TnswxdJkpJ/8dA8c4Od3B5cZCkazcgnE7K3nRRd4TBx0ZUmSCQcIxyS+niE2EQnd653MjDpY0nZe2LYxiSmAJNTCfFfJlqPYicRIRHyMReSxfdHVPEoZp+GjNqttdn1XR3f9KfhuGHDQOB5R0Ctjmt7sTfIpEP5rssEyJgRPu9PmeHfwxDIPMuS1FlsOur8YfxG+wuOgBrfdNDkH8ZhIPC8IPCofkhSkpRdZ7UIq/6Waq2aNIPtQwz2juFfmGfimwv0hhdp//ICXT2DTId9RBaH6Z51kBz9nOs949y42sngrRu0R2zYtTSaNs7g4DQjI2HCc3MM/v53DMYkmZu5xdX2Di72+0mGIyzd6WbenGDs9g1munuIpNd6suVVOklKEsNgOEgwnCKRFIrHiUXiyGlGNBkLE4vGpS1IKDRBZ/uSJJvpjJyqj0vSiSSbJCOEIwnhk7ZkXJLXCFG1QJ2Y586tXoljnlgkSizoZ0lkUipRjUiiKAoSqbTscImNSJBoIkXygRiSGdl4LE5oapLJazfoCCeJit1UTHQKLvFEgMhSD19fHGPOFxMdKZISS1QS4JVYMgE9oTc159Rk7rabn3UyXD4hbw21BgJ7BAH19zv+uTjjvSFGu4Lbp85l3hEpM7QT2bu8Ix0BhtoD27d5V27Fz9nRKDEZWH0zMSZ6w4+sR+kb7liOR51n4ll1rerWk+JZX6euVb0ida5oeIv4VvMp3q1I+TeyLv6t+B9o6w4y0R/KfLVvcSZ+D6uRu3Eq3YoekNvApvJb0XZ4V3jmxiOkEmnUVwyfwZ8I7ZHeCHH5UJ8djzHUEWLgTnBb1H97Hd/667t6HuC7W5+xs4FM/611elfzrz5XskKBhQRLQpNDkXt+b6hDeDM2V+vY4jzjt8goXZnzLXi3o1fp6bsRoPd6gAHRu6WMalf0EJsZv1b4VKlotYxcK7tb2lrhF96RbtVXl/Ec6wuzIpuxo/iE56G+C1/fzeDDYxS+1X6p+xf0J6SvPjBT3DP9yHB07yGQnhtlfnaIbknIujrGSQYHGZ8YoGtwjompRWKhOcbnU4RGbjM8NcadgRnGJsI4cwopzrVjM/kY7b7D9a++4dI3V7j4+S0mJKmZHp1mrKeb8elRfJK0RCbGmE+EGO0fZnZ8BsmXtglWmsD8IkN32pmevM61gQV6u/uZGOljeHyCrjv9hCSBvDM4RV9nLyNDPfQv+pmaCJGcaad7aIKezj7G+tvpmh3nzrVBZiYnWQwt4fcvMjs0xPDNWwwuzdMhye30jF92J334RocYlV3HodsdjI320D0wSvv1LkZvfsGd6Sk67gwxOxe4H4dKEEdu0Dc2wtB8kIXJeeZ6+hiJJknEgyzOzzDcNUB/VxfToVHu3JllKRhjbmKE8WHxW3zquDNMPP74P0u5TWB3jc1I6nYNSkPRXkUgKUs8i5IUqcn3sCQg26Y7SyjegRt+FA3dWr5WdduhIZEfFJm+q36Gbi8xKKTK7ciu8EwPh4mGksyORiRJCTygQ9lY4d2qHLoToO/ash/Dcj5400+/xLWVzLD4v1G7klOxqDYVT/910Ss61fV6GhIdKqldX7/RtdKr9GXaRN+QrP4Nr9wvuR5WtHK9STnaHSS0mGBhKpq5d0Mi0ydxDik/doC/4h8WmXv2N7G3un1mOCKrgHeTur3aWZ6w37KISiSYYrQnTPe1AF1XHk6dlwN0XlpClYpflR1Sp85XU+elAB3fLNG1QZuq67y8lNHRKTYzJPztF/2ZutV6NjrvEPvtXy/hk8UC32ycke4wik/ZvHNR9Iouda1I+adsqfPtkOJXfquY7nztR9nZjtxWPErfrQt+bn25+ND4lP3t+Kt0KhwUv/J19T1Rvqj69XWqfj0t8yzRJwl1yJ/MJMmDHSE61P0RHNvlHipdK7bWy6++VnwKL1Wurn/Y+Yg8fyo5zyzAPOFn3lD/EiGggcmqYbbq6CZtXeA6lUVxzLLbdmtshgFTDUVTd4jnWZn0JZgZ8BGXZCWyNMfIpIbdHiTudBKzVnCkyIXbY8di0kksTsjiZTvtPQMMLaZJJvz0jVqxzs3iiQ3TJ4vAaSKSnI0yFbMR0r2s/3azWuhWz74aj9c6mcY3NUvHl5eYHvuKb/pH+OrLa7TfuEnf8DA3ZefQ1/kbLg3O09/bwUh/J3fmREMqQbz/M64PTNHT18tY12dc6LjJb76ZYdG/QCQ6x9TUOP3X7tB74VOuy66ZP6nLziOkgz78YwMMhqb5+pObjI5LDP2DXPn4Il1f/IIbgRDtVzuYnJ6TqMSWvNJiLzF6g+7uW9wenWNySS3OpDGZpTEyJjuAQ9z86ibtV+4wrkMqbUbXggzduS2J5g36R0e4eb2fWGz76a5o3vFLPQFa5m3HopsKSDibthkNzzUChnO7hoD096wCCzUHndS3ubZPR9wZ3qp9TqpanNTuUL7hsJsG0aHk61pd1B4QOrgD++JraY0Nm1OnuMpGzQEndSJfe+i+DmVjOzHVHXJS2ewgI3vYRY3oUX5tJat836g9g4X4otqUvoyeVmcGK1W3mhol/gaJY3XdRucKnyrln2BUL1ip64Y2932d4nO9oq10iVxVkw13lk5+qTUjWyd+Kb11glkGf6V/Kx132zJ+i+8b+bpZXXG1LfMhpRmj7qZdV00idLNGXrmd0noXZQ0Pp/JGFxXNblS5zO+krF5onWxpg3NZp/Av863SLXXlTcs6ykVOkeIvqnFSJnJlUrcVlUp7QZUD9ct2Do+ZvDK7yLkobXRSXOvIlCvyyk9la+V6O2VJrSsTX2mdE0XbkdmKp0TwUbGViN9l4uNWvOVNYluw2YpHtSm/FA5lGbyclK+5J0qHi4qWZYzLlN1NSOlQ975YsLe7zbiyLRkMK0VfqdItGJTJ/aqQa+XbVroU1pVis0xi2IpvfVt+mR2H2JaZ3qbPqtFgILDbCDiqskgtzrB4uROqmxi92M9MIsmcT3bWZMcuYLGSVVZGLF1CRY6L8ixJVNJRgrIbp75mmEylcVUf58S7f8qPvvMur1fFsUSv0TXpxx/wE/YtcKtPQyObsqIotvJydG8xVtYeyXiaeDRFSvStbVFXUp+Oy+KbmWzXDFPTIUYG45jlX2l9JbGxEPlFOdS0FZJf6CY1nyYlMcyPBsnK9VLTWkhRbpz4QD/zzSfJqWym2BUlMDlEd/8MKRuEkg6sFjsOmwWv10l+gZM0EwwmK8jOPcy+gmxKbFGSejl1jc1UFWrYrQlW9tU0swXH/uPkz46yODImu5VmnC7ZybTpEOiju2+Myakguq4Ttrlw2N3YzaOMT/oYHohjSmiU76vFbDHzJA+ZeqI+8yS4XTMjEe6aLkORgcCeRMAiK2d5RVYqZXKjEpKdUtNRD03HPNQdcmeSu53I10gSsf+UF1VmEguVTEmCuF0dhZV27E6TTCJtVDQ5qRX5WtG5Rn4b+pR95ceKrEqYmiWmnepR/EquvnUZC6Wv5YSX6v2uHWOjdK1QtSTOSo/CSCWJ1fudj6jPnZkk5hRaM/I14pfSq+JXuhWt2NztsrDCjsWuo+nSTTQh4/UAAvIZm/lhjPxSmyRgTsqkT+6U1ES+otn1gGyFTOwr9z1Yv5l+xV/b6skkU5vxrNRXir26Ng+eXAvuHDP5kpSqtgpJPmoPeVClun4UKhcMqqRPq7L6gIeqA+4HYtup3qr9bhqPemk47N1WfNvRXyk6FQ7lErPCbjsyG/EoWXX/imsc2F0mnB4TBSt4qnsodsobtvlsCF9Fs5Nt8wvWyieVlDvErq5hHAYCTw8B1z5yvftpzk1T0zLAV9HTnD30Pn97zEVV9hRfz1uxuUt5/S0vE2NmUjPT2MOX+f/8h1/xq//wE65NLbCQuu9uOp4kdLGLnCOtHPyz79BQV0b6huz+aVbsJa/zSs40VXoPsjF2X0jOzDInsspnlW5a3wE0dFOERHKO61fiknhVcLDWSn5+hOkERK1ZFB9pINTdw6VfDzE4nqS4OE1irJP0/nIWZTfv6kf9kmR6qGqrp+DyT7n9+19y6dYdBgJxFk12gkuTBJbMWBaHGB4bpXcmDDhkfaWZY9m9DPT9jC9kJ3PKXINHWjZ8JZPEh4aZzzIRkBQ2HVoikZrl9heDTA5PEZW4Inoc31JQkl2N+NRFesdzyc9yUFQYYSqRJoRLcq318W9o7ZEr1besQgHxNarSu0dWs0ZQX3NlXBgIvIwIaBq6GdRAZrHq7JTU4KdI/bjDTmUVf0ZW2bWJbUXqfJtkMi8POuqrEmY5z/iwQx3KB0UZP1Zkpcxcb9MPJb9CGTmRz1xLmbl+BD0Z+VVyGT2ib339Tq91Hflg4t59zuhVdpRuRer8CZDZoiGPGs/z8cx9E4DkhcmsY7Y8Ism9MytaLy916lnZtl7FL8/Dhro20i28ukwWNMkEVL/M2NmJjvU6V66VDiHlR6Z/q/OVtkcsFQ4ZXeKz0pvx9RF1rcgqnRldyj9Fj6pPySoSefUsaDqYVp4Hqb9nR9pXbG9aCv89n7bDf5dHA9T/U5fOLKPLhfEyEHgaCOgOSva3cuztdziUW8O73zpMZVkBRftOsO/Ed3it+SjnD9rIqz3NKUmKDp84xr4z7/DhG0c5+sZpanMOcmxfGfUNLlwlxez74Z/Rdvw7nG+soL64moamg6LzAIWvvUazN18WgU9SVN+MS+Y/q8PTNOkBy6/V1ZlzuyuXivoDHDtTRmA2SnHTUU6/8TavtjbR1lCAreIc58608tq75zhy+BWOVjfw+h8doaTuPK+ePMwb75zl6Om3OFp3lG9/7zRtJ47SUH+K08dO850fvMnZP/gL3qvN59XXT9PW2kBJdTXexuO8Vujh2DtvcOzEW7x+vJXX3z/C/m9/hxaTiZZjR/Ek5xm4+Bt+89Fv+O0nX3IpWk/joff44PR+Thyvp/TEG7y7v5iixjc5f/YVvvvH7/DG++9yIreBN797hqZqwevkGU699Q7n2lo4Uu/FInOqTNBP6E2NwTa7jknmBrtlQt8tRYYeA4G9ioCMXXvV9WW/JQA18UHK5Qrj/XlFQN0ilYDLEuDz6qLhl4HAdhB4oXkyc1rVWV/oKI3gnjYCao0gEYPMVxuTG+3OaDhzc8ivqCTXkk1tTS4OhwWTt4jsojqqcgspy9UwO4spLcymUBK3nNJammpLKa2tINeeT1Gum6xs2elyushtbKKwrJ5SjxO32YHHm0NlXQHO8jKyzWZcuSXYs/KQtY9tQqHhysqhquUQNQ2HaKsvoKK6kqKySsoLcijItqM5SigrK6KqroLiolLy3dmUNxbj9JRSVqrqyykuLZf6fKol2SwWX/JyyygrLqG2rpzSuhaqZMestKJMds1y8WR5seYUUqa+kVRRRUlJLdUlhVRW5ZNbU0uudNbcokKy84vJyy2ksFBRc+/chAAAEABJREFUEfll5VSUVlNTnEtRUTauogpqCt24cyspLymlrqFKfK+mxJ4tSWoFedkOcoqKJZYqiSWXwiwLJlmg2yYwj8RmMsm9lIRONz2S+IZC+oa1RqWBgIHAnkBAk0xOl0HNZFZne8Jlw8mNPssNVAwEDASeGwQ0mWzpQpquPTc+7V1HDM9XI5BOpUlJdiev1dV75tzmcpJbWoE3q56j+0ooyLE/F7478yqoaGylta2VQ4f201jixLn9bPW5iGE3nDCSut1A0dDxYiIgWyqJWJRwKEIskV7eXJE69X+lJJNJksnU3bo4sUiEqPp/WWTATqeW69d8dWfVCJ5Wcnd5kHp5PRZ+Sj6t7D6gRbKHZJRILEF8w1VBJSBxiS+JxKov4kt1WsUXj7Pyh8dS9WgvcS6t9Kjy0TTsqpREu6v6dqpM7giaSaSMuaKAsMOXPEPL/U71vSQpeW7T0h+lmkw/yqgThKVCXgiD9NH7vKmk9INIiEg8nalPqWf8HolcQnSKoJwta5LzuyeZIpWMyQp7iLD0c+lumbrn5S2VSJAUWtuLnxfvDD8MBAwEFAKajPsWu4bNbkItxKq6PUe6Cd1ux+22Y5FFDwlp90J4yTTJR9jy17x3ceDWXzIMjXANBLaPQDLI3NgQnTd7GPZJgqNmcpLkRQJL+Hx+lgIR4qItHZ1mpLOb3oFpZsJJ4uEwcZkQxtUkK9NrpcfKubBmXslAkHgkmvmPLtOpBJLzqDlppm2nb2oCKvNaYtH0gzrUH4Us9NE5PM3kYnQT1XFJRoPMz4TXyEcX/fjGJ/GLlHgv74/2SkejxCbG8cvkWWH1aFp2T0pBorQ90w+izE1TXhi0bQTkIU/Goywu+u5SgJDqR9If1X9CSzxBUvqaopTc5IQ8b+lokIB/UfgDhOQ5DAVmmOq5QedElMDSEsGlu7r8S9KXY6R8iwRFj+opKdGVWOmzqpTrqG+c8f5b3OqbJBBNsek6ybaD2j3GyPw8i7OzBHZPpaHJQMBAwEDAQOAJIhCNpAgHkiTk82S3zLwsSd1u4WXoeZkQiM7gi8QZ86VIXP/3/L9/PcL1jy7SPzTImOCQTgVIB77kH/9pgNmYhZw8F/HhEe78t3/gTnyCT37yO67f7qer/Q5X//lnXJGkMCZpUvuv/oVvLt1kcGmCwPgFProJSxFR+AgvlZxo0outNg21CnhPRTpBJDTPL3/diy4MbrtZks2oUIS4bL/Fg0uEJbZ4NEZMEky/JIVk/g+cMH5/kKmuLvq/+pyekJ+leIpktIvb12/x9aVJwol7VmQ3JClJaRJRI0lhWpLVOOlYWHY3o6I/SSIQZOHGLYZiMYkxSUp0pWRXMHFXSSLjh/ggPq3S+sROZZExo1vlVZmTp/2mITg9baN7x15a+kg8liIaTKDO13qu0q12Ln0zzuREhPDIbQYv/5rPJ0NMfPG/8HnnGIPdF+i59Sn/dNXPzGe/ozscYkmUpMZvM9l7g0vpanIcCcx6GpZuMzLUyfUhSMZCDH38/+KrjgGGlwJM9tzmwj/9nmFJ5u7803/ler8sjsz48E2OYjJP8Ov/7b8zOTVLQnRv/5UkHo0QCUakD6blPE5mAUjtpEv/iAUDhGXlQ9aDSIaDRGX3PxYPE/AN8i+/uMD0bBCVrCai0YwO6UYZ04lwhIlb1+ltv8lkpub+WyoeISYYRGISryxBzX7xCXd6+hmKPqUOd9+VHZ+lBYiE7KrGZWxKyXOxYwWPIZCUZzAhlEwo3B5DkSFqIGAgYCCwCQI2u47DbcJsk0ncJjw7rd49TTu1bPAbCDyXCKxyShKjtGbGlFVKQW0jjuFuAtN36Lhzka+u3KZjNATd3cRLinGXlZGb5cKWjhKamyaUnmBmqJf+wQF6+gcZ6BqjbyJF3NeDzxRmeDbO1OCSTCaX8ImaZGqV3R2eqmROW/81iFRcJoYL9I7PEAwlmW3/hjtff8qVgVmGL/2aaxMT3PjqOl03v6Z7qpcbHQsMffJruke/5pPrvVy7NSgr/7109g3x6W+uMzY9zrw/ILsecdbMr7RFxoaG6Lh2i+DCLT67EWRieIzpgS+5dvsqX3YGSARlgppepOObW/T19jE8NsylX35J18VfcXV8nBsXbzLe2b/DCfIOQbrLrqHdPXs2hWbMEbcGXm5P5pcOrTqanN9jlgvdbMLtTpFMWjFb7FgkSYkHJNGSpGhqRhYh+ocZHOhleKiHMVlcifnauf71J1ztnWAmlpTFCz9j7YNEdAu6zYVdFkLMJo2kpmOzjjOUzmK230dsZoywf4jxvh66J0YY6u5jYCTAzEJSkqoEusVEeCGEWpy4599DT9JMdVynu/0G3fOLjEzMM/jxf+RG7wg9Xbfo677KDek3Hb/7nBH/GCMz47RfusatK9cZj4eYmVkiJonfRI/wdl2he6ifrz6+xMilf+GKnHePzeObDwoiqx2JEPTPSsy36Pr8Y274kyzMzhEIhZA8aTXjc3muoaHL/TGZ5UzjqR7Kbob0p2rWMPaSIBDyJ5gcDDNwO/jUqP9mkD6h7dicGpGxw5fAPx/f0L/+W6LrRgBVbkffap6eqwG6ryw9oLdP5g691wMP1K+W3excyW03ttU6lEzPtQD927gPCr/hznBmV21uIsZw9+b3T8Wi9K62tdH59EhUFt+TaLs4zuyiqpekNxphvnAIpGWinZIl99RGq7K6CbPThau4CHs8jimlY3d6ycrJwmszYZr3Y8nPxe71YrdakPkeSDIoW3Ak8pz4p6YkOZollJvL4kCQhdu3mbOkmPQHJfGZQO09PB6gadSKdlJWtCWM+6o0DZn5YnHl4Laaifv9BJYWiCYX6bt0neHxSWbmAwRlJT+airI4HcLX287U/DDDM4vMLSbRTVasdgehiWFCiRhJsw2z1Fn0+2bQzOjBBYKy43Gra5g5S5qpYZlYD3fQOzbO4JjaglSehZkenmB2dpaFxVkGbnXS/vU1hsYmmBY/Qnd37lZpfv5PH8FDhYTMVR9B8uUQ0TQNXZ4vk3rI5Jx7h4YmfdGq+pjFRqY06wJlUhYZIkzFynD4e5kLxJkNu8gJThLTbDizcsjyunDmlZNX1kBzns78zRvMR+OkLFYsVivmZARt5g6DehkBeWb9Ez349DBRl535S5cJ5XkJRExEF4KZnbVgyELN0UO4PS70e/4tn6idHUXpBxZpIgwMB5meS+J0iE0thU/GhrgWYnZ8SBLHHibnF/AthokFBoV3mP6OQabHJlkwmTGZrFjMswz399PbOcy8b475xTn62kdk5zyN2WZGQbbsxd335AKzkpQOdPRJ3+tjMKiR0EwSs9Kn3WUyio0Q0CSZ1IU03cBpI3yMukdDQJMBo6Tagc2p45+Ly8JR+KnRWF+Ysd4QI92hNTYz9dI2voqCktDpspiiolxdv/p8rFd87xdaJbe6fbPzUfFhtGetnNI1JvXKl83ktqofU77s2I8woz0hwSTMcNdyuaUN0T87HsWdbSYaSTE7Gl2D42pZFcd2fAosxDP6iirtCupdIXnEdkWPocRAYE8joL7ek3pgIgbx4CLzo30M9A0TzS/HYcslL6eIgtwsPFqMSH4+yclR5seGGJmaY1r9L57qe1ETc+hNzdgx47WCu62CxOCg7IwFwJ5Lji1AammQoWCMpYlehmSHYWFxCSW6EyDTwqz8TkhCqpJTuVx+6WZ0u5f8/DIKvHYcnny8eUWU5cnEbilMZN5P2isJX3EpeW6JhTS6OcHSXBDdZMIhdTZ7IRWVFVRkJbHYrOh6Gi0ZzfxozLIR9e6lKMdKtiPOzW4z9Y26JLGTzMgEWP3dUTQcRjNFWAqY0NNxYmEfc+rvoiJxwoEwYeWHJwtTds4DE2Sl/UUkTc0TFb2IwT1mTGqBQj3PSdUR1jzQmymOSlK3wIJ+jDqHD6u3iJS9hurUND7NTXZJBbk2HZNmxZZbTE2lg5ELl5hZCtxdUElJEhVgunMSc3YJBY5Z6QMjjCYdmBuacPUNknWkDrNZJ+0LkEpq6CYPLa+24pFkUWfVkQaVzKWTUsr5qhYgQVB2GFMpCy5J6NTiCO4aSorcuM1JYrLIE4smMJeW4wmOMTM1z4JfVoVlCz+MFaceIRJfYEn67tJiTHYMwVtaSCxqljFGw24GzcTaIzrN3OwUY7NLJLQIobBJkj8T6WSchOxurmV+/q4UhOoRUM+DDE9P1cGkjKfJRErut/LiqZo2jL3ACOiySFDe4KCi0UFuiU0WncxPjdxZJlxesecxrbXplWtFWdJ2l/LLbVQ2OylvdK7lvdvuUrokuXGtk3Pebd+q9OSY8eTet5XhFT0ukXWLzsy1nO+kdItO5dNOZJyCg8JDyTrdD2KwXpc720ROoYX6wx6Kq+148y0bYqPkFG9G70PiyCuzUSU4l9U52K1D3y1Fhh4Dgb2KgKaB2aplaE0MsgsVmR9h4Ovf87vfDFJypBZ3aZrx3qt8+YuP+f2lEaYOnMTZfYGhy7/j82ud3BwNYXV6sC7Y8BY3UtbYRF1LNVVVLizBbnr0Ixxpfp0/OVpAU3GEW9Nx5m/9go8/+gW9Q2Oyk8bOD/FfxbBeUNN0HLIrYDJpmGRHwmL14HHlcbg1l7TFQSKz62HBabLgcJmweW0sjCyQkF0Ma5b463JiRcPqcGCWiawlsUgkMMLobJhwMEhIKBiMQL4HW1MdVnM5B2xhNN0rE1cXblOapC2EJSfM9JQDryNBJDhC78g0flsBh9rykCVLEhaxItsMGi/RYcwVN7zZKilKxFOS/KdQE/q1TOoJsWKzm+R51NDMNiw2Cw6TJHNZ1dRWNNFQ00JlYQF51iV8tlnaL/yOT3/zFTdv3WJg9BZXevqYclRiM4msbsUsq9Eyf6ffV8frZ47wrbeK8drt+Pz55NYepLq+ltrmCnJscWxiL6e0kabmGtGvI6KsOTQyY4jZpqGbWHe4qcv1YYq3801XJ3eGw5hsDkx6NuVluRSXeYlgI203yzgRx+VxYvFYkRySVEwnOzXB8FwOedLXikvNhMxOTPYiDlQEGR/rpXcqRCBuRYuFCYWkbyryLxLXLODNJq3F0GNg9aQIzC+yNKl+Ammdi8/ZpaaByQRmCUHTtafqXTySJBpKkVQPx1O1jGHtJUCg9qCbw69lP116I4ejb+Vw7O3cNXaPvJ6Doh35IzJH38zhsJQ7kpOYlf3j76zz4a5vGZ3Cs1OdSu6I6NiJnJI59rbgIZiceDeXh8pLrEdUzNvwT+k6Jnq340/pLiZ0quvo6s0gAwEDgQ0QcFZx+NwH/J/+r3/H3/ybv+TtOic157/Pt//03/J//td/wo9+8ArV5hre/6u/4tt/9Kf84I0TfPfDYxz+23/D4VPf5/3qXM6cOUhT61kOFbbx53/5bf7qr45TUeHFXn+alvP/ij87/z3+3f/t7/gf/83fcXhfA07LBn5sUaVJ0qXLhMciuxFqEnSf1YzNlh3PJJ8AABAASURBVMPb7x7MTATL9++jsa2VAm8BRW//a/747XN8eKaZurIWykuaefPdUjw1rZw5/yrl5gTeojwavvsHHLZaOPz2W1QUtHH85Ku8+VYTRfF2Pv7xT/mZ0E9//Alfd6Vw1x3lR3/YgtVSyJlvf8jr3/8bfvjhh/z194+TL3H+YF8+r6r6b/0P/NUPfsD/9H/5Hi1v/x0/fPs8H74iflTkSiT3vX+Rz9RXfV/k+B4nNl1HEjVddopNPDiRt4nqNk6fLqO0zI6j+jC1r/wF71Yc48N3Kshre4PmujpOHa+n+Q//Fa++9+/4t3/2P/J3/8O3Of/qOQ42vcZ33/kWf/tv3qWxMAu79xBVNYd5+0wV5/7obUocNqwV73D89R/xw/PHeKs2i+b3v0W1+wBvnD7I6989R+OR4+QAGjs9NCqPvcErb/+Q94+f4LUjhRx65z3KcnPJbzjL4dd+wB++epgzh+vIOfiHvP3a2/zwL/+ID77zIa8WlvPqH/8pp/bVcvjce6LjB7x3rJXTB0oofvNf863X3+NHf/1D3ni1Bfet3/Lzn/90me7YcVae4I//9Hu89cP/I99rMFNx4n3OnD5Jm4xNO43gZeK3ySKXw2PCYtVfprCNWPcUAoazBgIPImCMWA9iYtQYCCwjoJlkldiKw+nA4bBjNWmYLDZsdgdOubbbLJjkn9VulwRKSBIgm82MWe1sWWzCr2OxmDHJUrNZN2O324TM6JKEaSYLJosdu/A5M/odmM2mR5gskpHRtOWSVYemaVity/Z0sxmTkK7p6FYHNvHVajFh0k3oQnaXjfz6/RQUNnDiVCtHj9Thtdkwiw6z1So8ZonFgtWVjae4kRNvvcnrQm++dZxD9aXkmszYbSZAR31V02qzY7NZpc6CLnHazHfrrRKz6HU4bZju+mHL+KHxshwC98sS6s7jlOct8yRI+aCwajHLc6ijZ/qQGZM8W1Z59qxWE7rZislkknYTJnn+LFYnDumrDul3FosFs8mKTZ5lh9q9VvKaWfjNshAhMjYrurKpWzGLTrvwW00aJuE3CZ/VYsZqs2BSfYhHO3SzFYs8/1bRbZH+YBbduiaxmCxi04ZNbFjMJjSzDau0qfHCarNh0XUsKh5pM1usWKw2rBleHT3Th6wyrthw5JVS1HCa8+ffXKYjLdSX5mCT+K2Cg80EupK3iD2TjnFsjoCmaWiaBvLCOAwEDAQMBPYIAhuO7HvEd8NNAwEDgV1CQNNNWLPy8WblUSS7dLnZLklXefDQzJjtXvJLiikSKi7JI9tjx/ogp1GzGQJqoqhos3aj3kDgERDQzHZs3nzpv9I3i4RyPLhkkekRVBkiBgIGAgYCBgJ7EAEjqduDN+05ctlw5YVBQLIM3YLVZsFi1lGL1C9MaEYgeweBNJm/pXvw/6jbOyEYnhoIGAgYCBgIGAg8CwT0Z2HUsGkgYCDwsiFgxGsgsE0E7iZ2mexumyIGm4GAgYCBgIGAgcDLjoCR1L3sT4ARvyCQJpUk80tn6v97exgl4mkUPYxvpV3xKlLXK6U6X02qfjWpNnWtyi0pmc7MfVMJ8UloPa/SoWh9/Xauldx62o7cRjwrenbatp5/Rc9KudK+/nqlXpUrbeq/fVCkflVR/Uy6atspKV07lbnHf/deyQNnvDZFIA3yqaR2itU9Sglme4Xu/VcGKilNIWNK2qDHvH+ZxySD59PFcnmnWBnOeGC8GQgYCBgI7AkE5ONzT/hpOGkg8MQQUP+R5FBHiIv/Ms8X/zTzUPrsxzMo2g6v4vlc+D/9bzN8LrqV3Oc/fdDGx/91OqNT8X7236dRPJ/81xk++8mDvErnCrVfXMQ/H6f9az8XfzG3xnel4/f/ILrE/gr/TsrPxfbH/2UapUPRZ/99a1820638UHpUbBvxfPKP03z636bX+L4Rn6pTOCnez348zcf/ZeqezKfi22b+qThUu5L/SjCaHokyeCd4T1bVb4dUHMqGKrfDv56n/atFIgFZPXhiT/LeV5xKpQkvJZgcCDN4e4n+m0+YbizRJ7QbdgbvLKH+M9mAL8FIZ5DOrxefvP87wKf3qn+tPxJ3z/q6Hehbj1nX5UUeRV/f9aVlrMSf1ToVhiF/UjBNMN4XWuv7XT9X868+Vzp7ry3tSGa1/ER/mKAvmVkw2/u9yojAQMBA4GVBwEjqXpY7bcS5JQKarmGy6kKmh5NFRzfrD+ezLuvSRa9u1jDLtUX9H1u25XqTXK+QzWVGtemiWzPpGd2aSfn0IO+KjCp18UPTwSI6zUKqbjUhcSn7q+u2e678sYpfiB9Kt1l8367saj4la3Ob2Uxek3gVrZbZ7FzhZHWaBX8TSOArfFaHCYvQyvWa0mISfp1l/HV0iUfRGp5V92KzehWHsqHKzXi2qtflXqFhHFsgkF1gzfxnrPFIgsWpKAsTkSdK80r/+OY25rdoW++bbyqC063jcOnExP+Fyc31rsjOjoSZHwtvK8a50YjwRljYgU/zYxHmhJTMvPLnrqyqnxV9K348rFQ4KPub8c2NiF9jUTZrX12f0XPXj+V6iV98UzaUn8t1EZbmoniyTRlMo4E4c6NhFF4r7ZuVikfxrm5X8Wb0q/u9DYqH4xRVWak54NziaTWa9hAChqsGAi8FAvpLEaURpIHAFgiYZLLtzbdQUuukrMH1UCpvcqFoO7yKp7zRTUWLO6O3vHFj/RVKp7SVN93llfPKfW4241d6FeWV2bFKspVXaqOkbp3/oqNqv9KxbFvx75Qqml1U7fewHV+20r0S30Y8lYLNCj4bta+uW9GjykqJrfTu/VI4KVrNe+9csFVxKN5iucdOjxlvvjVzP+7x3NXzsOtNbWxDXt0rsyT4WzyKL32TN9dM7UEXDW1uqvc5qW55wqRs7N/Chmrfpg81+1zsO+ll/ykvzcc81B1yPdT/mv3CI3LbibNG+an8UbRNnxSGNYpfqDZjy7nsk1wrfbUHxP42dK3o2NRP8a1W4t2OPmVX+XVPl/iVwUp0rK5Xuvaf9rJP8Kw75KZG+Gq2gVWGT+KqUfpWYlPxCt2zuVK/SVnf6s48fzlF1pe+TxoAGAi8XAjs7Wj1ve2+4b2BwOMjYJKdG5fXTG6xDTXxfhgVVDgorHRsi1fpKqiwb5t/hTdfkrWiagf55fYt7XjzrFgkUXDnWB7wX+lQiarSqfx4FMroqFHx2h/qy6PoVzIqzqKq7eOpZAoEfxWb8k9db0UFgqG6X/mldnKL7FgdOq4sM1vJPIk2r9wrs0WDNMskhfFai4DFpstzbKVOJtVPg9TkXdFmtrZq21RGEtLGIx4UbcazUt9w2E298K9cb1UqPkVb8axvU/yKVP1KuXK+E9tKRvGrciNSbY1HthfLaj+ULoVxo+ClSnW9GSm5BrGxWftKvfJFkeJfqVt9vlL3sDJfFsrUZ8PaJ9S4MhAwEDAQeH4R0J9f1148z4yIDAQMBF5iBCSfU1+/VD/U8hKjYIRuIGAgYCBgIGAgYCDwBBAwkronAKqh0kDgMREwxF9EBGSHTiV0mhp1VYL3IsZoxGQgYCBgIGAgYCBgIPBMEFDTi2di2DBqIGAgYCDw0iGgEruURC2lvO/Cy1BhIGAgYCBgIGAgYCBgIABGUmc8BQYCgkDm/8RKrZ1pp5JxYpEQwWBAKEgwpK6jJJIJErLlkkwmRVJeqpTrVCJGLLzCmyAZX2J+Ypzx8RkWojEiGT2qPUA4IryRBIlgiISoUJaXfYC06FrRHZ4fYmx0mPHZALG75oT9/ksJylVaJQpSPp2XMprANzMvcUR5qqafToBPzIqmPTHVhmIDga0RMFoNBAwEDAQMBF5oBIyk7oW+vUZw20YgM9nOvN0XSSVJhKbwTffSMRolGEkx13GHyYkBRmYm6L/ZxYIkYJM3rzI2O8P43DTTw32SwEWJxONMd3cxLXxLkhzG40ni4TC+znbG5+fwxSMsTo4xeFVkJauLp6fp7xliZGiKJd8MvVe78CWSzIwMMj87zNjYIL23ezK/sXHfQTm76/LGyYIkX6k4sZgkj5J4piWepPIjmiSdTpKIxUnIdUpiUG1xSTSTktimU/PMz4wzOOhDmkmL/8s6RJ94kFY6wwv03+5jZt5PTNxY/UoloqI3QVKS3FBgjq7OISKSwIqZ1Wwv7/nde/byAmBEbiBgIPA8I2D4ZiBgILA3ETCSur153wyvdxkBXSba+vreoOmYkj6i/kF6pixowjDfcUMSrHb6xrq59dk39AeX6Pn8EzoGJ+gbGWK44xL9kxP4oimme9qZ8vkIm6zYRNak60R7u5mT5C5EkMBcD523btI5FSMa7qP72k3a27sYGevl2u+uMSKJ0PTMAqnkEgHfOD1X2yWl2iRw8X9tS1J2CoNMDk8yPzcvCekCC/MzjPRNsxCOSqI6KtdTTE3PMjM5K7uI88I3zODEAn7/KFMTg3R0TBGJzjE1Nsv87BjTomdySvRI26Rvkp72IWZ9QeL3DKukL07Yv8D82BgzU2OMzk1w7VoPwXACyRfvcb6sJwohTd0rRS8rCEbcBgIGAgYCBgIvAgJGDM8ZAuunsc+Ze4Y7BgJPHoG0pEpqsr3ekm6WZMzhwO124XB4cDstmEzSZVKLkjBNSfIzS19PBxO+AOOTCfwz8/jGb3P10kX6/Ra8uSkW/UsMjwdJYcbh8YoOF06PB1tqlrQ+w2JBAcOXZomOTcLiFDOzQ3TJrtzcQoTRUJpoIkVSZE1Wse/2su0jFSEWGOa3v+9kTHb7FkP9dHbe4tN/uc6U+H/j89/S3XeL67c7uPb1NWYnbtM78gW/+KSTgVGf7OSlScUCxH2X+fiTXoa6v+Rm9x0+/6qD2599Sk8wyLwkrvE1372Ui/QC0yPD9H3xMTevXaE9lJIdOz3jtpHHZGBYfksvF8a7gYCBgIGAgYCBgIGAgcBuILA829oNTbutw9BnIPC0EJAJdiqZlh0xOdmOzcAiOM3QVA8ffYrlWBO63QnRAkpb3uf7P/xTztVYqTz9J7z7aiUlqSE++t3IGs2+gQlGe4eZMMUZv/M1vuFZzM1OEikL0Y4wNR+YmZnWiC35mJ/wYc4qYv/7r6Cv0bLFRTRMan6cuabT5NQfpiwvj6LiAkpaGmj0DNLTG2d2NIpHEsy8PBvBnqvcnrUTTsTAYsJs9+CUVNQ6eIXORJDRcCHZ3hTOnBQjiQOcrS6j0m3GrnP/SCcgOkRX+yAzviXiZjMxJCF2OrFbNWSjEuOAlMBk4GAgYCBgIGAgYCBgIGAgsJsIrJ6S7aZeQ5eBwFND4LENacsa0unl8qHv/gR6IhtHbSvl+blUHSzHTojkTCczA1/y0S9+xk9/d5M7Vy/QfvMqfVOzhJz2+2pTowyHnUScr/CDo0f4Xk0Xt0aTRHOqKWiuobAql/2V2STHFkilsyksr6W6upQ8l/W+joedWe1o3jyyey8wfPlz2gfHmYrq6GYXFr2OprJp1pdmAAAGsklEQVQkaWuUxbROMG5hcTYqiZefcMBHMAqxiI9AYIxhZwul4QUs0QCYcsl1WMlPXOP312/SuxAllFzlSEoulsbxY2UpESEcChAPJLAt9TA44ycYlfZV7C/rqWZ6WSM34jYQMBAwEDAQMBAwEHhSCBhJ3ZNC1tC7ZxDQxFNd19BN6oy1h60IT34TByvBIpPxosMnJIl7TZKiZo7WltJw9iw1RU0cbirj4Ik26o68xsHaeuor8sgrKiO/9DAHmw9wojkLTCbcBw5RmlVGY1U9TQf2U11SSdOp8zQdeYV95Q20NtbTcvQwxYWtnGxw0Xj4MJXVteRJUmjR1rq25ZVux+qt4lRbJVWyq5bnraSiqJTGpmw0PZd9p89ysLWNlppy6uprqDj6NqdaTvHuK8qnGopLqtl3pIW8imOcf6WNg+JrVXEFdVXVHDhxjMrCOk6/fpg8fZ6xOxe5fOkiV67fpn2hisaDBzly/nUOHTzC0fICDhxrJS/LiXkjfLcMYtcbnwuFmrqPip4LbwwnDAQMBAwEDAQMBAwEXgQE9BchCCMGA4HHQ0BDTbQVPaDHkoMjq5K6IiQpgZzGFoobJdEqKKM+10ZBUzM51iLqKoupa22jtu0NTh4+ytGWMsqqm6ioO8r+hkb2lznQdB1nTR357nLqS4upqspBszqx155mnyRCdbkFVOblUVpZjc0lSVWth4qGGrKzc7A94NhDKjQzZlsuTa3N1DQ2UZpfRUV+PpWV4oe05de3UlfbJH4UUFFZQumB4zRVHOJ0WwNlBaXkF0rMLU0U5VXQ3NZCTX0DJXk5FBYVUbb/BPsrmzlxopnSPBcm9V88JBIkUhoJRwONjTW0HD5GY8M+mktkJ1MS2eIcFzaz/hCnjWYDgecFAcMPAwEDAQMBAwEDgb2FgDHL2lv3y/D2CSCQFp2KpDBeO0TAXdxEw6GznDp9lpPHj3OowoXTagwrO4TRYDcQMBDYqwgYfhsIGAgYCDwnCBizr+fkRhhuPFsEVFKn6Nl6YVg3EDAQMBAwEDAQMBB4EREwYjIQeNIIGEndk0bY0L8nEFAdQdsTnhpOGggYCBgIGAgYCBgIGAgYCLygCDxyWGou+8jChqCBwIuAgJHMvQh30YjBQMBAwEDAQMBAwEDAQODlRcBI6l62e2/E+wACyWSK0FIS30yMhcnotmh+IsrsWJTp4TDqfLty6/mU7NTQo+sILMRJxFIszsSZHokwNxbZlv/r/Vh/PTceZXY0siu6lO7p4QiK5gQzdb0bpLCbHAijfN2WvqkovtkosUgqc783k5kVDMd7Q491XzfSre5VMm58yfeBDmhUGAgYCBgIGAgYCBgIPDYCRlL32BAaCvY6AmaLRngpwURvmNGe0PaoK8hwR0AoyGi30Hbl1vOJnqE7AUal3LZtpaMrJHZDmaRL/f96s5KEjXQGGdmpHqVrPXWHGO0MovTtyCelR8kqUucrJPgM3VliuD2wO/7d1atiHbi1xJbYKZwUKRnxa7I/RFyS4KAvwWaxqbj7bzxEr9K3Q1qQpNJk2uu9xfDfQMBAwEDAQMBAwEDgeUTASOqex7ti+PRUEcgvteH2mogE4oT92yRJAiNC8XASVW5bbr3+QIJ4JElYyp3oCC7GCC3GM/8VQ36pHbMZUokU0WBi+zGs92XVdSQYJxpKPJqupfUYJsSvJDHBarf8U1hFxI7Cbqv7pnBSpPjDwh8NpcjOs2J36pvGpnxMxVM7vicZG6swXH+t65BfZsvcs6f6gD95Y4YFAwEDAQMBAwEDAQOBZ4yATDOesQeGeQOBZ4xA4xEP536Qz1t/Wsgbf1ywLXrzTwp4588LefvPROaHBduS2Uj3myL77l8UocqN2jere+tHhSgfFL3zFwV862+KeVfp+ZPCR/blni3x6U3Ro2zcq9smLm+I7AMyUvfeXxZl8FL+PtC+Xd3r+JSPH/yrYsFh85hVDIpWbL79owK5ZwW8JeVK3fryLcH2A8Fzp/dkvZ6Nrk+8l4PJhpHYYRwvJwJG1AYCBgIGAgYCTwoBI6l7UsgaevcMApr0At2ksZfJtMf938vY78h3XcM4DAQMBAwEDAQegoDRbCBgILBjBGQ6u2MZQ8BAwEDAQMBAwEDAQMBAwEDAQMBAwEDgmSJgGL+PgJHU3cfCODMQMBAwEDAQMBAwEDAQMBAwEDAQMBDYcwgYSd2Wt8xoNBAwEDAQMBAwEDAQMBAwEDAQMBAwEHi+ETCSuuf7/hje7RUEDD8NBAwEDAQMBAwEDAQMBAwEDASeEQL/OwAAAP//2KmprwAAAAZJREFUAwAegHC+5He3PwAAAABJRU5ErkJggg=="/>
          <p:cNvSpPr>
            <a:spLocks noChangeAspect="1" noChangeArrowheads="1"/>
          </p:cNvSpPr>
          <p:nvPr/>
        </p:nvSpPr>
        <p:spPr bwMode="auto">
          <a:xfrm>
            <a:off x="155575" y="-2201863"/>
            <a:ext cx="5619750" cy="459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3760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Hoja de Ruta de Despliegue</a:t>
            </a:r>
            <a:endParaRPr lang="es-MX" sz="3100" dirty="0"/>
          </a:p>
        </p:txBody>
      </p:sp>
      <p:sp>
        <p:nvSpPr>
          <p:cNvPr id="6" name="AutoShape 2" descr="data:image/png;base64,iVBORw0KGgoAAAANSUhEUgAAA3UAAALTCAYAAACxPCtnAAAQAElEQVR4Aez993clyZXnCX7dn1bQWmsEEBEIrVMrJjVZVWSRRbK7uqpnuqf7zMzO2d0/YH+fX3b3pz1nZkd311QVi6LISpJJpo7IzNAKWmvxBJ7W/t7c6wAiEQggAlpexzOYu4lr1z7+nrldM3dzNSubEBACQkAICAEhIASEgBAQAkJACBxYAipkEwLrIiCJhIAQEAJCQAgIASEgBISAENiPBMSo249nRXQSAgeZgOguBISAEBACQkAICAEhsKsExKjbVdxSmBAQAkJACCwREF8ICAEhIASEgBDYHgJi1G0PR5EiBISAEBACQkAI7AwBkSoEhIAQEAIvICBG3QsASbQQEAJCQAgIASEgBITAQSAgOgqBo0tAjLqje+6l5kJACAgBISAEhIAQEAJC4OgROIQ1FqPuEJ5UqZIQEAJCQAgIASEgBISAEBACR4eAGHU7c65FqhAQAkJACAgBISAEhIAQEAJCYFcIiFG3K5ilECGwFgEJFwJCQAgIASEgBISAEBACWyMgRt3W+EluISAEhMDuEJBShIAQEAJCQAgIASGwBgEx6tYAI8FCQAgIASEgBA4iAdFZCAgBISAEjh4BMeqO3jmXGgsBISAEhIAQEAJCQAgIASFwiAiIUXeITqZURQgIASEgBISAEBACQkAIbC8BkXYQCIhRdxDOkugoBISAEBACQkAICAEhIASEgBBYg8C+MOrW0E2ChYAQEAJCQAjoBDJaFiF/GuEtuNB8GgFPCuxvRc7yvEFfCgFvalN6BSlfyLe1Oi3pwnUKriKLmXHcUrr94LM+S241nbeiIzPlc7IVGevNy2zjEQ1aOqt/R+WfEBACQmAvCYhRt5f0peyNEpD0QkAIHEECWeozxyIZ9N4Oof9eGP33N+nuhfDw0wD67pKczcqgfH3LdOi5FcLjG4FN6fT48yC6bwU3lXclA65Tz+1VZJGuPcyN9F6ZZ6+OWR9mqOtM/LZTj84viOnNrZ3f9erTdzeMycE4okHtCP4qpcpCQAjsNwJi1O23MyL6CAEhsA0ERMRhIpCMZ+CbTmCsO4pwOItkStmUSyQVpFIA+5uV8SQfyVraT21Sn6X82+Wnlum0JPNJXVeJW0qzms/52K0Wty1hyaXzgE2dy23RYQvnjdkEfBqGHkfgmabKHKYfnNRFCAiBA0lAjLoDedpEaSEgBITAESJAM3U8W2e2G1Baa0NFk2NTrrLFiYYzuahqdX6VfxOyKpupfHaUt6bNibqOnE3Jqz/pAuffbH2W5+O6VZMuy8N4v6rFgepjVN9FfTlsPY7ryG49aTeahvVhffk8bFf9l3SoO0FM26m+dG6WwnbEb7SjsNIKi80AVTlCv0WpqhAQAvuWgLpvNRPFhIAQEAJCQAgsElCo42w0KbA6jbDnbM45co1wFZjA/mZlrMznyDPBlW/alE5Oysf5V8rczDHXaS1ZHLcZmTuVh/V54ojfdpbDTJ3bLHNJv5W+1WGA0axAUSGbEBACQmDPCUhTtOenQBQQAkJACAgBISAEhIAQOCQEpBpCYE8IiFG3J9ilUCEgBISAEBACQkAICAEhIASOLoHtrbkYddvLU6QJASEgBISAENhBAllks+SeU8Lz4ynvC/KvKprzkHsqjo6zTwXIgRAQAkJACOwVATHq9or8LpQrRQgBISAEhMAhIqBFEZwdw/jgAKaCKWTiKaQzWWSyGtJpDfFECtnELIYf92B8zgdfJIJI0I/goovEEgjNjmJydAhDM2GkFtGk00Amwy5Dcjg0hXg4iBDlC0fiiATm4R2+jQedw5jzJ5DUNMTmpzA92IX+2RRSmph2iyjFEwJCQAjsGQEx6vYMvRQsBPYNAVFECAiB/U4gG0HPvR70D85CczhhTCYQuH8TE6EAgrFhTIw9xgdfjqPvkxsIWcjIMhqgaBnEPXNw37+NoVQK872fom96DlNhL6Kz9/DBXS8SqX7c/vwRBgdGMTcxhIeffA53dgD3H8zA445BI2svGgpjdmQYiiuO3i++wMAXv0fv5DB6kjmwGlJQlP0OT/QTAkJACBx+AmLUHf5zLDUUAkJACGwTARGzZwQSPszFTAibSpCfnw+XCUjOTiGYiJNh5kcw4MbYTAApTw9GfAkkNAUWswXGbBaZeQ8i1ixmJ+Yo3AhXUT7sxjQ8PT00GzeA8e4eDI/1Y2h8EH0PhjCZ8mHo8X103e/H+FwA4XQcIe8UwtFpDI+7Me8n53NjfDIImIx7hkQKFgJCQAgIga8IqF/typ4QEAJCQAgIASGwLwkkg8jklcFSVIs8qxVWC83EPTVDpsJM4eVNlTAkQ3DPBhGKZWGx2GAj485sNSMYNcFhs6OkrAyunCLY5scQn5uFYgzD65nF9NQskpY0JgNZJONRRCMxxFMasoYssqkYEu4hhO1FMJW1oCQ3H3nxecyPT0DTNDyzSYAQEAJCQAjsKgEx6nYVtxQmBISAEBACQmATBAwWGFJRaJF5BCNRhKMJwJBGPBpDJBxHKp2BJbcIuSe+gzePhTA5PI7+ocBiQXypd8FlSSKVCiMQnEckGkJMzYc6k4TrRD60JMkPaKi+bMbceBbW8vPouNCB1uoC2DQjjJZ8VDozyKsogqXwGOpbTuNsSy6m3v8dkrEYsosliScENkpA0gsBIbA9BLil3x5JIkUICAEhIASEgBDYGQL2ChR6v8Dcvf8DP//wY/z2424YCmZx//oNfPDre5iaDaOkEpj68le4/vk9zKQ1ZBy2p3Rp7XBhdrgff/pPv8TdW7cQ67iEiNeJwopmFLc3oLKpGC2FOUiN0gzc/V/ij7/+H/GP73+Gu+MJqNYSMv5+hGPBh4gN/wE3Hn2CDx92oj9dBg2Gp8qRAyEgBITADhAQkS8gIEbdCwBJtBAQAkJACAiBPSegWFF/4U28+u5f4BtXL+OtV04g9+Rf4rvvvINvf/8v8NK1V3CxKg+lZ76O8y//NX7w6imcrrXDXFKKkisvo01V4ah4GVdfeRvf+d4P8NrXfojvnMpB9evvoK2kAZfbWtF+9hqKy17Bd199Cd//9/8af/aTf41vvHwRV0/VofXaaygyudD68ts4fvZNnG+7hndffws/+MlrcDqsUCCbEBACQkAI7CUBMeqW6IsvBISAEBACQmDfElBhyytCQXE5SgvyUVzogtFJ+8XFKC0rR35+AXKtJlhyS5BXUIWyAhdybAao/DxdXgGcigLVko/8giI9fSHJKXEaYC0sgsNsQ67DAUdOPsyWApJfgLKaapRXVaO0MA/5OTY4SIZZUeEoKIYrtwh5rgIUFxWhvKIARoMK2YSAEBACQmBvCUhLvLf8pfQDSEBUFgJCQAgIASEgBISAEBAC+4mAGHX76WyILkJACBwmAlIXISAEhIAQEAJCQAjsCgEx6nYFsxQiBISAEBACQmAtAhIuBISAEBACQmBrBMSo2xo/yS0EhIAQEAJCQAgIgd0hIKUIASEgBNYgIEbdGmAkWAgIASEgBPYPgXQqi9mxBO78wYMbv5pdv/sFpf3FDG6w/8vFffbZrUcOpbtO+a+Tf4Md7d9Y7jhsFTnXqbzP/onK5Xjav0771zkfp6UwfZ+PaX9BLunGccsdxV2nvDfY0b5eb/b5eHk6Or7Oshadvs/plqdZ2qe0urylY/J13Ug/XQ865nKuU7rrJI+dnn4teYvpOY+en/Lp/lI452O3dEy+Xt5iugX5i5woTpfDPudZTKPL42N2pJN+THGc9zr5T/JQPj5mp6eh9NeX0lPc8nRP7S+mW1faRTmf/3oOjz72YaIvimhI2z8/FNFECCwSEO/oERCj7uidc6mxEBACQuBAEdDSWcTCGqKBNOZGo5geiKzbTVHaqYEo2J9e2u9ff37OM035F/wIyWFZX7ml8NX9qK7nFJfbH9XzfpXuq2M9ntJ8FRd5kk8PG6RjdpRmtbRTetySvCjlZUd5KL2ef5nPadk9FT5I6cmx7OXhU3q9KY7yr4ybprBVna7L6mU/SU9lTVO6BZnRFVy+yrsQ/9XxQv4olufl/YXwlekWjqf0Oizu03mf7IuA3TTtTy/WYaGc6Jp6LKV7yif9vZNxhLwppBKZA/V7EmWFgBA4nAQ2adQdThhSKyEgBISAENh/BDQti1QyA7vLgNpWOxo7nOt2TaecWHKcb/k+H7/QLeVfLHMp/5K/Vn49/jTpSfmrW2yw5xhQUGJa0JvC9HjyOX8TyeZj3l/unoQvpuO4J2GUh4/ZLYXpMiit7i+L5zRLTk+7Io7T625ZOB83L8lif1nckqw1fUr/JI732S3Lz7KX9ND3OZ7dsjScn+PYb+Q4dhy/6HOc7jhsmdPDFtNwXq4D++zKaqyw2Q1w5hhRf9yxcC4or64L5VmeltM/1510oLLJRt9JIxRV3tK3/1oN0UgIHD0CYtQdvXO+uzWW0oSAEBAC20DAYFRQVGnGlW8V4s0flazf/ZjSruXWK2et/Evhq8mhuLfIsa6Xv16AsloLGjocX+nNcSvdSjlL8cvDnxe2FLfkL8+3tL9a3FIY+yvTcdiSW4pby99ouqX07K+UyWFLbilu+fHSPvtL8ezz8WqO4k69kouSajMqGq145c+L1z4XlJbP2/Pc639Zggtv5+vyTGYx6rbhJy4ihIAQ2CIBMeq2CFCyCwEhsD0ERIoQEAJCQAgIASEgBITA5giIUbc5bpJLCAgBISAE9oaAlCoEhIAQEAJCQAisICBG3QogcigEhIAQEAJCQAgcBgJSByEgBITA0SEgRt3ROddSUyEgBITA4SSQ1pDJZpHNZpDRMkilskCKw6CH6QutpDLQUgloiCEwNYnZWT8CMUpzOIlsolYacUsiGkk9yZsMhZGMRkE0n4Qd1p1MOomYZxQTMz4EoinwiqtZ+i7x9wqpJLKZ7KocjgKbw3rOn6qXHAiBQ0BAjLpDcBKlCkJACAiBw0wgSwZbJsMG2rO1zGoaEhNT8McTiKX8mJ/3YHAsjPj4BHzpFJJJL9weLwaHvPAO9MKbncNQ/ySmRkYwSmmGp0LPCt3lkCxVLpNOI011zCwaqBkOo7plyFBNJ9Pg44TXi4BvHn6NTYksMlQ/NlgzbHDo6TNIk/GazaShh+vJsmSQpJHicDrOUtoMy2VHx0+qmkkiEYvBH0zpQayHb2iIDOAZpPWQw/0vnYhhru8hJmcnMTw0jsmBUfjcM3CnAhgdnEMsngJ9DVeFsBzjqgkkUAgIgUNDYD9XRIy6/Xx2RDchIASEgBAA2TVIJzPkP9t9ziSTmL/5JUYCfvijQxgZeow/XJ+E9/MbGIrFEQ51o6u3F3/8Uy/6//Bb9Gtj6PFYoAWnMNVzBx9+3A+ypfaMciYZRzwchD8YQjCaRsTtRjSRQDQcRsQ3h1DEB7cviHA8Cd+DRxh43IOBaAKZRAi+eT/8Xj/VMYBAKATvXAhhjxvzgRDmvbQfjiCWjCI8H4Cf+AQjSYT9AYTJMAxHEkgTTvosCPgoRwAAEABJREFU1D0VRSwShjeUghYJIkgyRu4+wAwZdgtm3kKyw/o/SXwn+iZgsQfQffMWvvztn9D18Avcn+vGHz4dw3woAaxY5JLsaBppeCYYsgkBISAE9oKAGHV7QX3NMiVCCAgBISAEdpqA0epCbu1LOF5agbOZHsSpwCfGDe3v5ifSfweP7nyG34/6MdznRdd//js8HhvD47t38PDv///44vrf4RcDQ+iaScAfIYOLZvIQmUa06x/wv1yfw53f/hKf3/gH/KePPsb/8n98iOlP/3v8fz4YwO/+7g+4f+s9XB++h9/982N4R36Bf/58HJ/88uf44sPf4eZsGsllPQAtOozpiS7cvjOJ2d//z/jdwDD6ZhOIRXeTxh6XxUabyQ6ryQm7akRsfBq9v7+Jwm+ega3AiWW4wLN20ZCGZCJLs6h7rLcULwSEgBAgAsvbKDqUjxAQAgeCgCgpBI4QAZWuVCazCkXlXvc2VFxRoKgpJKnjHlHyYNwGkZsVMUmzhqlUIc43l6OpngyHbBoaTQFpmoasMwfmmiYU3f8Ug3NhRGCB3WGBktXgH5tHUUM5Gs/kw2EzIpWwwlpciqoCSpNbgdLCXOREZ+Ed78GDhIa5YBkqS5xwFdWgsLwGzVUO2EhphRx/VFcubC47DLEw7o660FJZgcYKGyiIow+/I+6IeTA1EkbluRNoOVMIp9WPeG4phm/MIBFMPsWAudkcKvgdddv1tYRsQkAICIEtEFC3kFeyCgEhIASEwD4ncBjUy1Il+Lk68p75qGoWjsIA+h504/ang3D7YihrtMFeMI9Hnz/E7evDCCfSKKiwP8kbHrmNOx/+HvcmfQjXHtONOu6kP0mwiztOWwKZpAf9A2PoJUPNmq9ifnYI/YPTmHBnkEkkEbcl4fcnkMnGEYsE4Z6LIVOcj+T4OIaHokimssjJNcJotcFqNpGhYYXNYobJlQ+zzQlXdB6xhAKbg8LsTpitdjhtBhiW1VMxmmAw2WBXDSixz2N8bBTjcxFityzRYd5VjIC5ACXlFaipLUNhfhFy8uvRfLIDpxN3EYuHEdWWAaAvjMGogAccVt6WCdmEgBAQAntAQN2DMqVIISAEhIAQEALbQkAxGmBvakKx3Q6HpRglJVU42ZIHR0szSs1mWG0VqCovw8kT5SjrOIsytRyNtTnIzbUhr6QYlU1VT91Wty1KbUBIUVURymuKYKU8qsGAko5TKM/PR1lVNcqaj6PCVY66sxfRXuFEaV058ouLUezIhavpDJpyjLC7alBa3oqOxkocbyqCWnEepyqsKG+sQEF9B5rrOvDSiUpUVVeiNN+CsuoyFJbkQYm4MdHdjV5y3d2DZMBloNpL0dJWhpazzci1mlHU1ITcqioYSbfD8FkYHAD41smV9TGRoVt+4iIaaipRSLOhDprRLG26gDN19TjXnk9G8GGhsLLmciwEhMBhIaAelopIPYSAEBACQuBwElAUBapBAXl4ZjNYYKh9FW++fAlvvvMGzp49hbbiXJgb38a3Xr+AV995G2dPtOJkUzkaX/8aGtUmvPLNr+HdH34fb109g45S8zMitzuAjQh2q8m1VrSiqeMK3jjdgvNkeJaefxPn6Pjdb7yG1777FtoaL+CVM6/j9Y4S1HacRBPNHJ1rqkF+yVm8/vJxXH37JRw/cQ3nmlrx8rkqGJq+iTeaHGg800zG4gmcqGrHtbcvU5pTqC+0o761HhW15TDF5jEzOIRhckOD45jxWmDPr0THpUrkXfg2Xjt7Gm997w20nDmGnSe0GpkdCCOrjmd8sxnaWSHe4nCg4eIFFNhsMFGcpbICxTQwUGexIe/MGygpyIXdQBHyASAQhIAQ2I8E1P2olOgkBISAEBACQuCwEOB3nmXYkHjWltijKjrgKmrB+W99E++S++a3XsOFtkqUWPdInd0uVtntAqU8IXBECUi1d5WAGHW7ilsKEwJCQAgIgaNGYOHZK7Ek9vq880yvoipQyUE2ISAEhMAhI3CQjbpDdiqkOkJACAgBIbAaAZ7lSiezyGj7ZqprNTXXDNONCbbp2K2ZSiJ2g4Ccgt2gLGUIASGwFwTEqNsL6lLmLhOQ4oSAEDjIBHSjiK5WiiJd8oN8HkV3ISAEhIAQ2DkCdJncOeEiWQgIASFwoAiIsvuSgKIo4IVSUqkM/O4UvNPJzbmpJDyTCXjJ34qMuXGWQe45enA5nG52LI75uRQSsQxiIQ16uVS+eyIB7xS558jQ064nnuR4yK07/ZLMRT1YT9b3SX4Kf7K/lHavfK7XouM6unX2Sayq3wv0DvnSSMQzSEQzmJ9ZQ8Y66+mjdAEPnVeSxzPJkE0ICAEhsMcExKjb4xMgxQsBISAEhMDzCfCKhVoqi0ggjZHOCPrvhjbl+ihfz60Q2N+0jDshdH0RRO/t8HN16L0dQufnQd2NdEXABoVnMqnn4fK7vwyi905YP96sLkv5WJe+F+izlHa5r+tBPLg+zEWPo/pxeD/5+jEx225fl79Oucyol3TpuxsG17Hzi+Ca50+XS2nX0ndyMIbwfBpsjA0+CG+N/b0wxvqiCPvTB/a24Of/6iRWCAiBg0ZAjLqDdsZEXyEgBITAESOgpYF4WAOvIhkOagj6N+dClC8U2FzeJ2VSftbhRXJCgQyi4QxSKSAaYT9Ls0TZJ7qHqB4vkvGkTNL7uftk7AbZvSjdinguP0a6RUhP3tfLoPo95a/Io8dtNWx+/eeAWYeDGej6UR0jNNvJ53FNPZb0X0VHrmuaBgdSySyY/5oyVsm7WtoInUNNfyH5c28LPmK/VqmuEBACe0VAjLq9Ii/lCgEhIASEwLoIGIyALceAnAIzjl3KQ8erBZtzrxXg9BuFOEX+ZmVw3nPvFOHU68/X4fQbBTj79kJZrRdykV9iRlm9TdebZZx9i2RsQY/l+p9+vRDsloetd39BF8r/ZqGuG+fjMPZ3ym1WPtfx7NtF6FiD24vk1p10IrfYjIJyM45fy39S303V85UCNJ/NRU6hCapRjDrItg0ERIQQ2BoBMeq2xk9yCwEhIASEwA4TUBRFf6bOQJ1nq8MAe45x086Ru/m8S+WuV8ZSOqvTAINJgcmiPNF7KW5J5l76rItjC0x3U3fWdbPlWWwL58FoUmFzbe17YKNBBqud5NF3UoFsQkAICIFdJLBGUeoa4RIsBISAEBACQkAICAEhIASEgBAQAgeAgBh1B+Ak7bKKUpwQEAJCQAgIgUNHgN9ymOV/21QzXvVyO+Vtk1oiRggIgSNKQIy6I3ripdpCYOsERIIQ2CcEqGe91FenXbDjfyvDstkMsshASyaRSqWhZbJ0vE/qcBDUyGjIENwlrptVOZOh80By9PzsZ9LI7Na5oPK4LL3srfwjCLxwD8ui3a1IkrxCQAgIgW0hIEbdtmAUIUJACAgBIbAmgZ2MoE46EmndQMuQ0aGlNcQT1M2msDTFZchgSKUoLJ5GKhZBCn5M9zzEQP8kpgNJ6IsXQrYXEuBlHuc9iCTTSBLeF6Z/ToLIfBjJaHIhhZZAdn4UvjDJTS8E7dR/fvZNURSoKu9haxuJMJpVGAwKlK1JktxCQAgIgW0hIEbdtmAUIUJACAgBIbAXBDI06zb/5WcY9s9jPtqP4aH7+P1nY/Dc+AiDsRjC4cfo6u3CH/7Yif7f/xP6tWF0TimIe3ow+OgzvPfx8J7P1mVSSTJyIojxcvukc4oMqFQqhVQyjlQmhVgoilQ6Cf+j+xh4TPWIkylKBms6HiIDNo00GbKZdArJOKWNpJBNxpBMaiBbFshqyNBxiMJ5ZlKjtKl4AqlEAunMsjOmpaCRHokUBaaiiCdJXiKFRIx8kpvNJBHzRxCh/GktSfLjiJAeqWd0TiJNM6JIRBGhvCmN5C0VQzojHUMgGkGc9IWWRiY4g8jg++iciyGYBJaS7pi/jRaYLmqLBu6O1VMECwEhcOQIiFF35E65VFgICAEhcIgIkAGRnPciSkZPSgsjEglgzhtD0udBhIyjdDqIYDiIOXcI4dkphLNRRLMOWHNqUaBkYXf30uwd2T57hCQxPYCxwce4PxvA9FQQ4599hDHPHMaG+jF643fo6/kIX0xMYtyXhH/Oi5Dfj3DUi8TEp/ioy4OB2zfQ2/MZPut8hI8+eQjP45/jvccTuPvZXQz330bv7ADu3x7C/MwN3Olzo+vmdfQ/uoUBXwopskqe2CTzPZgefYgvR4PIjv4OX/R8iX/59CHu37qJsdH7uDkewsjtbniCA+ju7UXvvVuk4w384a4XQx99gDGvm+rRi7G7H2Jw+jE+7fJhpucT9IzNYCK0CDdLU3HREfSMzmFuuh9Toz24+XAcPvcAgmwALrP/FnPsX4/ApZIZ/cXjbKvuX0UPrWZSMSEgBFYQEKNuBRA5FAJCQAgIgf1FIEu95oyWRWabOv2q0UJGXTnyHbnIR2THZ+oy6Sy4DiAjaiVZ75QbczM+JE0mGMhA9fV0kuEUgIcMUPdIL+Yis5jqpRk6dwzhlAqDUYWSCiE0fA8jMZVm+MbhIcO0c2QK/WNeGHx38HguDffYNAITDzE4/hhf9s3C656COxCHZ2oGfjKCk0YjnroLMTJBxtUo+t1RZN330DvZh/ujPsx6ZhGPTGNkNos4GW4xzyMMz/kw7Q8hGRrDg6EQZh4/gicUhGd6EnNdtzEyeAd3xuYwOzuNeZplJHttodpkRENNIhiIIjg+CPfMOCaTBpiMFK2Q2+EP2WFkhAGEeftKYr3ZbZ9EkSQEhMC2Ejg6wtSjU1WpqRAQAkJACBxEAtwJT6cWDaNnKpCF0UKGwrwf3rkQEok0+L1wRnMSfo+PDJUQ0loGFhtbDguZUxEPfLPDmCFrI+SsAsfsZL9cI4OU67BQ+tP/wwkTNM2KYocZdodKeipIxkMIkTEUN7hgKiiHc7obU94I4mQVGgyg+BSiMSDHaYazxAmL2Qyz0Q57YQlK8pxw5ZaguDAXLiWJRMgLdzoBf7QIpYVOOIuqkFdciapiKywAScTCZjDp+5lwAL5ABBpZ0Ka8YuSWlSE/Jwe2tAPFRVaY4vNIkUGYcebDZGAJgNlCOseCCIVj5BJIBLyIxd0Iqmw4u5BvWygCigFwliLPZoYxFqN6p2ApcJDuVipbWUy0cx6fA17YhM/Hli15UtdgUqhK5HZOZZEsBISAEFg3AXXdKSXhqgQkUAgIASEgBHaBgAK9A40Vm2LIIqcihJ5b93Dj/W64fQnUn3DBWe7H/Q+/xPU/DSCazKCiIRcGMn4MMCA2/Ak+/93PcWfcjWRLB4WsELrNhyazCtVAFeCpohWyKwqjMGgj+OzLh7jxaAr2Egv80z3o6Z/C6FQaGZ8XodoiZBIazWhFEQn6aGYvBmNLLcKPHuPu5z7EEkBJiYHiVVAlydhSoJLhpRbXIa+sAc2peSCbgGpRKdpIuqhQsho0fm5Pd2lojgIYDAZkhh7g864ppNMgY0vVw1TVCHqvt78AABAASURBVCPpr5pMUKuOwx6aQfjhDfQMTiNK031F1Q74p0jngWnMKEXIbWqAwx+BKaFAMWWQNaSRWiwnRQauQVXhqi6EQUlg/MvbeDQ2T7OwGTLssLObAijsVADkYytbFsQoszDztxU5klcICAEhsE0EuGnbJlEiRggIgecQkCghIAS2QoA60VkyCFaKUGiGytj2Y/zld7+Nv/zpT/HG62/iQmUxbB1/jb/9wTfwZz/9a7xx5SKunW7EyR/8LU4az+J7f/O3+Nl/+9/hx996Cy9VW1eK3PZjjW+/zFAFVpFsb7iIUy99Dz985QLeutKImjd/hjde/h5+9m/+Cn/+7/41LnZ8A9997af4wUs1aLv2Gk5dfR1vnG5HafXb+MF3X8K3/uovcPnKn+PNjov47pvHYDj1X+GHp/Jw6tVzqD/2Ci43XcO3f/IdXL76Bo6X5+D42VNoPFYL1dOD27/5Jd4j99vfvI9b4y64Wt/Gj3/8Lbz5N/9v/Ou3foj/4q1jOH/6NEqqz+O1szaUvPMujpVcxNuvvYuvf/8NnGytQq7JgqJXfoI3X/4ufvY3P8H3/xXp3Pg1/Osffw1X37yCWmUW07few2+5nPd+h9/eiaLxeBOq219D2/mv4yc//SEu/cX/C28ey0eJfRVA2xjEBp1KxqmB3JbFklFoMhlA9umWRYkAISAEhMB2EFC3Q4jIEAJCQAgIge0iIHJWElDoSmXk2S6VetLPRCpQzDnIcTmRk5MDu90Oq9EAxZKLPApz5eTCbrPBZjHD4sqDBVa4cvOQW1CAHKcDNpOyUuK2H7MhoSirl6OarLDYnXDZrXDYzDA5csl3ITc3B668XFgtToqjfZsJZpsdFnJ2iwUGowMulw3OHBdsNhfsFhulM1O985BDM3IWkmcy22Ez2yiNk9LYYTGqsFgtMJlz4cipQtOFSzhH7vyFU2iqrUAx8cjJccKeV4pcRw7yHGYq3wID6Wi3qjA6HDAbbHDYHXAUNaKi7hK+ca4Aztw8Yuxa0Dk3FzaTA7k5DtjsNkpXh9qWszjP5Zw7h/ONZSjOd8BkscNsdSIn1wWbqwgOswEGFTu6KSR9jdNAMRv/LMljf+O5JYcQEAJCYHsJ7HATur3KijQhIASEgBA4egQURQHPiJCHg7gpfKXdiZ7/pmEYyajKRWFVDSrJVVVVoCjXAathAwINLthzytBSaYHRuHblVFsecvkZPi6nsgpVhQ7duNxASZJUCAgBISAE1kGALzXrSCZJhIAQEAJCQAjsDQFeOZIXuMiufgfj3ii1gVJ5gQ7ouq9t/GxA3P5ISha2Qpa2yYgtP56GA7rxgiv6uT0A+ouKQkAIHH4CYtQd/nMsNRQCQkAIHGgC3HHW0kB2jefS9nvl+FnAg2qQ7ne2e6YfGenp5OJCKbS/Z3pIwUJgewmItANMQIy6A3zyRHUhIASEwFEgoBoUmMwK2McB3FSTAkW/2krv/wCevtVVVgCzzQCDCVBoH7IJASEgBPaYgLqr5R+hwsL+NHwzyW1z3ukkpofj8Ey+WCannR1NwDu1dtq5sQTYbaeOK2WxHjMj8efqsTKPh3TmfCvDN3rsHk/APZHQec0QNx/x24gM1pvzbyTPk7RU1hyVvZF68Op4R+jnIVUVAhsmwDNdsYiGmeEYJnsju+pGH4cx1hletczxnghGu5+NG+uOYORRSM8zN5xANKgh6Enpx8v153Tslodt5/74oh4TxGzkURjDD0MYXaMu6yl3hFl0bQ//MeLG8laWy7oyV/afiSPeXAeu11hXGOxWplnr2DO5cB7C/hSm+qP6uWAW7NbKs2Z4XxTusTgiwTS0dGbD32fJIASEgBDYbgJi1G030UV5U4Nx9N4Oo+9eBAMPo1t2gw8jGH4cweCjyAtlcdqhF6QdfEH8wDbpzHoMrEPnpfIGqZ7sBrZYPnNackOdxH8DOnDZQ4+jxDr6Qtac9hlHZellU12eiVtWr/4HEfTeDaP7VgjxqHQKFn864gmBZwho6SziZNClExl4J+OYGYntqpsbj9Eg2Oplzo7G4Ca3UqfZkShmRxd0dU/F6DeeRoiMiZXp5kajYLcyfLuOZ0m+ezyOWWLmnohRPWh/FX3XW557jGVEt4X/HPFheSvLZl1nSUf2V8bNUPgcOY5nn90zaaiuq4X5ZxNIRDXEwhr4nHKaOb0+sQ3Xh3XzTsWRinPbLVN1z/xoJUAICIFdJyBG3Q4h55m6aCQD1WyA2WHcunOaYMs1w0L+C+VRGmuOmco0kVu9bKvLBGvO2vEvLGO1OtlXlmWCjfSwONZfzkL91p9+LT0tVD/dEQvmZt6ADmaqmy3XBGbE+xt3lNf5fP4s02Q1IpNVwDN6moz0YpObZDsCBPj2Nn63mNmmorjSjLI6y666inoryhusq5ZZTrqUU/xKnThPZeNCnqIKM6wOA1x5xmdkcF52K/Nv1zHLrmhc4FVBdWCdWLfNymcZLHOz+ZfnK6+3gOUtD1vaZ65L+8t9Duc6sM96sFse/7z9/FJqmx0q7C4DSqsXmdC52xSPWgsKy82w2Q1Q1SPwI5QqCgEhsO8JSFO0Q6dIMQCuQhMqm+yoPubcFldz3IXqtvXJqmmndM9JW9PuArvt0k2Xs7I8Ot6Izk9kUD59fwvcuG41bQu8apjFBmXVEJ/1sl5N1xou8wX1qGx1oqTGDoNRAf/t0FdRxAqBA09ANSiw2FVwZ7zhpANtF1ybcFvIc3ETeSlP+6WFfI3H7cgtMKK4yry7ej/hlPOkXNaJ3aYZUr02nfeJPgtcdDmbkNd+merD+ZbcanJXCatqssGZa0QOXZtbzjoXmGxQhq4zyT52wYl6Oq/OPAP4+3ngf2RSASEgBA48AfXA10AqIASEgBAQAkJACAiBFxDQV1FNZaGls1h4xcQaGdYZzM95kqR1ppZkQkAICIGdJSBG3c7yFelCQAgIASEgBITAPiDAd9AYzQqMJgWgD7aykTWnP+dJRiIbd1sRJXkPLgHRXAjsJwJi1O2nsyG6CAEhIASEwKEjoGlZZDJkBRy6mh2sCukzdWmAz8d2aM7PeOq3z2/VQNwOZUSGEBAC+5nArugmRt2uYN5KIRloyTDCc6MYnwsjmtKQRRLpVALxaAbpRASxWATRKLkYhcUpjsIWjlNIc2ciFUXEP4fxCQ/CyQy0rIZU2APf3DSm52PQSGI27YdvehSTk7PwBBPQUkloGb5DRUM6zY4OllUjk8lQJ4XCaIgyq2mLaYFMgvImk6AYPTVFgZLoaTMZjfwUEqRrjFw8uZBPT0g60KUWyXgMHMf6x+IRxONBeIYHMDE9j0A0Bb1fxIpFoojTAUnEgi6gcrKkt0a+htj8NDxzc/CENIDKXdJjoaw05YmBVECayos/4RdHLJ5GmutAV/+sFkHYN4PpiVn4UySGuGWoTKo6suRrxGVBnvwXAkJgzwhwA0PtoUbtAruM/gMlAyqdhpZMUDsZRSQSIRdFLJbcGzVJHb2JY39vNNh4qXTdiSZSoCZx43lX5tBiSMSC8Pg18OlaGb3Z43TEC793DlO+FKL+KLXrS1ee1SXygju8qInKOyuSZKnN5+tplC4MkUiMrgUppHgBK1JYo2sCf6+eOn1kyPHiPSr5K0TJoRAQAkJgTwiIUbcn2NdfaGJ+Bp7RHgwHYoiQ0aYbadFJzEwP4cFoEJlkDMn5PkzMeDE3n0LY74d7tB9+MlZiyTRS/nG4yVgbngkgFvEjHM8iPjuE6ZkJTHhm4JsdwOORCJLBYUzPejEzMYq5ift4NDqEzvEYIjMDmPH4MBd9Wmf/SCemZybhCwWR9IxjmOJTmSS8g72YHB/HfCaBZGIGnQ8nEI4E4ZkgnSeGMR+dxVC/jzpYMaTIQKV+2DLBGtLJOMKTY3CTbE8iRBdWSt/ngX9uECPj0xibiyEdC8DX/TEG5mMIp+cxS7JH+t2IpVKYIwMwNNVJ6WYx4Y/rRqEWGaZjDU/6cwkfGck9+Lw/gEiU9AiOYm5uGhPuBGLhKNyP7mAuMo0RkjtJZc775jDe3Ym5xBR6u8eJfRDhcBC+ifEnxuuySsiuEBACu0ggq6UQG7yPcV8IYyNDmBzux3Q4gezMIEbno/BF3ZiensEotZcJMlKoj76L2i0UpVDPn91at/xladSJB9KoSYSWSuvGSYbCMloa+iAc6a3R4FRsehqemTm4U2S8UEUyZMymyfDI0CBTloxZjfZTNHDHTDRqXOkDkLGSJUYJCqdkdJhFhgxe3S23Ukg+6xCPJ5CgwcFUZB5hajRjlE9LppCi64mef6FKT/9PUzwpr1GC7KIcqgZIRYCO0zE36T2CB0PUfusDjUl9sJB2n5aTofqSrCRlTlJdODJDlcjQcUbnkQEb6inKmE17MT0+hbHReUTJ6PLOB+l6mNTZZSktTcfpdjTLWHJsy6kGgN1S2JKfjscx29sFbyhE18kk/LOk8/gg/KFxPBoIIhKnAcKlxOILASEgBPYhATHq9uFJ+UqlDPxk4Iz0DMBrq0Bpjg0Wo4KUZxQjPfdxa3AcceosqNEujM2G4QmrSATdGHt0HcPuGfhpiHV+vIcueqOYTtlQWmhChi6YPso74QkibDLAnBjC51+OIegbhJsMs7BvEoGxz3B9cAwPHw9gqPMeRue88CVVLN/cXTfQ03kfQ6MjCE504mEQiCfdmOi9i+6eQTKo/IgHH+PT9+5gYm4YvfcfouvhfYwEhnHv80EyjPw060idF2W5VIUutkYkJ8bI2JyBz6BRp2AOozMUHujG0Mggusb8SJDBNfTgD3g44EWA9sf7H+Pel700kxnE2MM78A5/jr7ZIGaSZljVABm2D9A5kaILNfQtHXJjrv8OPnrch/k0XagTI3B7ZjHmMyCbiGHikz9gfPYu7g/OYNJvgN2hIXz/j+jyDuDm5/fQ1TmOsfFZTPd36kbd8n6RXsA+/ieqCYGDSCBL1gHZLNQePKs9GzaBhx+gc9pLbdIjdN/6HI+GJxEbuouHNMUezHoxO+PByHACBoMK7tg/K2VnQ3h2aK1ytWgQoXkPZudDmA8lERgdhT8ahX9+Hn4aCPNSmzzupv1oEr6uHoz2DmI0FoMWmaV2yg/35Ay8nmlMu90YG3UjODVIg1h+MnjcJMNLsgI0sEe+b4oG/mLwkmHoJSPXF0ogRY0XffTKZ2mAMOafo7Z5HH1DHvgmJ+GjATm31ws3DdR5ScexSR94sJBMSj0PMilk4l7i64fXG0Q06EUw4MbEtA/zlN8bCWDO7YV3ahjjk4O4zcYRDyb6fZijQcR5XwjxBUkL/6lOHmqLR6c9mJ+Zwmw0i/mpMXhYhs8PPw2wuef9mJtwUznd6Bqco8G+OGyqH0NzQaQibvh885iZnUeQjDz62izIXcf/RCSEkZsfYYCuP25iPUf6jzz8HH0D93F7LI5oMounLldZtlezq34n11GcJBECQkAIbDsBddslisBtJJCEO1PJM+bNAAAQAElEQVSIoLkNr1XlID/frht1bo8dmjuGBvRiwpoLi8sJh90Fh8MOmyGC2Ow9fPb+P+PRtB89k2YYTPk41V4Gl53SqvMY95hgsxagtbkJRWWtKCEDJqzFEaBZwdlJL3yxEpSUn8el5C/x8WwuTLYCtBWtqFZuIc3iUSeh+xHcabq60ZholgyvRIERXjIg3V0eZL1TUHzTGJjtxcjUDKa9SUwH6MLc9wE++uABhvwhxGnUdEGyQp4JVocLTgfVh5zVaYfVqCHtn8DUyCTiNGJrccYRxxyGXReR6p1GNhCGwxlBKjWDmzdn9FsyldICJNzTCI1NIpIxkmYk+skni0DIDPeECWe125g3m5B1OqlM4mencu1GunArwEwnUq48mKo7UFech9MtMQxOZWG0+DE7O4WuHh+4Q/RE7KZ3mN2mM0tGIbBTBPaVXJpsoln8DLI0E/RcxZy5iIcjmP3yC0zSbFbaaIWd2hGXy6n/xl0u23Oz70VkuP8+Ou9/iQ8ngxgf8qHn5/+E7okJdD+4j8e//N9x68tf4Df9g+ieSdAgVppmojRQ44tI9y/wn2968PCPv8Gtm7/E3396A//5Hz7D3Of/X/z/Ph3GH3/+IR7e+T2+GL6HP/xLF7xjv8Xvb03i+m9/gzuf/Ql3PRrSy3oAmZgf/ulOPLj/Cf7uN10Y+vIWBmdGcPPWbXz+3u/RNdGF//PvPqEBwyCSS6CSfiQmPsAvPhzCQPc4AoOf4vHDT/APN8Yx/t7/hA97b+CXf7qHO7cGESHjNZ6IYPTDf8KXw8P44tO7eHTrMSaXZLE/9iGu3/4Sv/r0Eaau/wI/78vg3m/+V3xx7yHuPOhE55fv49OJOdz+x/fJoBvATCiAIA3STc0O4uP7c2RUPsbNO7fwm/cf4O7jKVBjjnVvWgxZ/2N8/qf3cGfQCzfNjnomZ3HzIy9Ov1wKZ675GVHxWAZpuhBsxHh8RogECAEhIAS2icCyJn2bJIqYbSSggOaOyKWRwuKW7KaZsylMzvmB0DRu9wN07VmMJM9cBFf1m/j+T/5LvN5WjnJzHFoqhkg2hHjiAf7pV2Pwz3gpYYJkppHJJhFNOWDIqnAWFAI0I2g2FKCjwYja07VoaexAgauQdKAsT31y0UDyyypMGLxHl2W6qk3f6cFUKIjp0Azc/V2IBhNwvlME/+0kXC4NrhYDgtESlF34K/zFj97Gmcoi5Dwlc5UD1QhTQS1McSfKC50osQYR7u3CcNKF2MRdjEd88NiaUFZUi4s53fiCDK+I8wpee+ctnMyLY+Lj32MUAHWD6D990qNw06xkz0QEruQoHg+lQIPFFLHiY3PxMCzBjekdyXQyCaMZUPLP4ViRGeXGUVAfAlvZuIOqUYdghdW5FZGSVwgcSgIqDf6YLCoUlQZcnltDJyrrynDyXA4efDiCRCz93NT7IXLc64SWKcPL7VVoa86F2aQ+UctQUApH8wlU3v8Yg7NhhBUrGalWqNTe+sfCqGqrwrGr5chz2aFknMitqkFtaR4KismvLEFhwgv/eB8e0dTabKgODZW5KKxsRmltM07UOWGjkhRy/DHklpHhW4lakwOv/fgK2loq4bRZAYML1txG1NYcx4XsEII0rBbkDORSoRh8D4eRf6YB1Wda4VRssCYUNJ6twYlXSmAc6kHYWQpzyymUFbqAlA/d3fOITLphyS9EXmU18knO8o/TmY/yxjqUtZWRkeiGZj+GhsY85BijmO73QQn4YT92HCW1TaipaSK9mlBdUoE6uwGm/EtoTg6h0BlClOr5FcnlJayxb3RCKXoZ3/nRX+MblxrQYAzCmvEipzGDT+9EyXh8chVZEKAANrsKo0mBokA2ISAEhMCeE9hQm7fn2h45BUwodQTh0jrxq99/hi9+/yc8+vIuIrmFqHj9VTS2NyJ2rxOpROIruyAdQsz7GF9++kd8cOMhEk4NscQcbr33ITq7ejBNfZzyJhuCngl8/luSd+c2YsfPwm6xwkozcjWNxSgtVdHf6YOBZrHMJgsM3KN6hr0BZkcFSqqa0djggDk7iE5/HWoqruLdlhxUmyfx5YQVpR3H4SwvQW1dAcocZkRHZuAf+ARfXP8X3OgcweR8Es/bFEWFyV6A6nPHYEpGMXxnChO+Yrz6yhm8fTGLYDiFaa8JlrxSlLUcQ3uBHdbwBCZpVLmbOg5TQSMMqTim7v4aH/7+7/HB+x9jNKih8LXXcfL1S8gOjyE5HwD1efDUVnAC+bFJhPv+Gb+/+wC/66vG8TID8hw2OMprUV1fj8Zc61NZNnVAnYEsnb3spjJLJiFwVAgo4I4zu+fXWIXJVoiiqmM42VGCHLNhlQEp7PqmaVlk1phlLMyJIpuYwK17vbjdPQtbgQLPZA8e08zX0GQS6WAQwQIVoUACyEYQDvgwPRMBakoQ6e7D43t+RBMa8vKpriYTTEbyDYt+fgmseUUoiXqQSKRhtBlhsFrJEDHDQsajuoxExtNJ7f4N/OKLSQxdf4zZVBoJNqKTIQRnB/C4/yH67Y3IM1jhWsxnsJnhrCmCv5vy3nyEKRphjBBz9/1+fHEnCUdNFXKik5jveYjh8QA0gwON1QYkNI2MQwPIgoUdT29R7yxGuwbR3R9GaUMOjHY7JctBKbXtJcTGHc4gZrXAajbDZjLDxM5ohEnRoI18gXF7A5LZHOTP9pP/tOznHtG1RjHa4crNg5PqZXIUIKfmNH2PLqFx/DriPNOYXSaB9pOJLDQtC7Kxl0XI7poEJEIICIEdJaDuqHQRvkUCKnKKylDd3ILyonzkFRXCVUhGVH0TWo+1obLhFM435cCa147qslwU5wA2uoBXHb+EutJylBXkoKS2BTX1rXRciYLik3jlfDVqO86guqYBVcUVKK1swdmOSpqlO446Mr4am2pRVd+MqnwnFNdJ1FfYkW8J0uzeIHof3sWjh/fIDSJdUAZnSS0KSupRe/IsjuU4UH/iFBrqWtDafAwtZ86juuks2opqcPJsG+qaTqG+rB1nmhpw8mIDyisqUGhNIkKdhR5d7gOSOwR3PAm1sgaFpRUogo0u2NVoO1GEsubjqKmuQW1tHRlvZ3Giuhz1py+hqfwYjlUXo6axEI7SBpy7cAJFxCDXWYia5ia0kh7FeSdwuq0CNVVlKCxpRE1tK062N6Gk/hLpU4jC4iYUF5eiuhAw2uyouPoaKova0VpTj4baShSX1KDy+GU059ejrbEAxdWlKK5tQvvxRqh0hhVym/lwB1WlTpMCZTPZJY8QODIEMtRxTsYz1IF+tsqq0QLniZfRUpqP5oZKlNJvMz+vEnWXr+B4sRU5xiKUlpWgtt72bOZdClEUBYqirFpaARk+tS0NqMpzoiDfgdILV9FUVYfjHcfRevES6kuaqc18FRca81F1rAHlNbWoKypGXuMFnKnNR0XdcdTVn8H51npcOFEGQ+1ruFJrR83xOpQ0nMXxhjN4/XIrmqg9rC60obqhmtr9QiihaQzeuYv75O7e6cSgOwVjeQs6Lp5He1UeXLXtqC/KQxkZgkaLEwVFpWi7cgbO0CTGH9/FXcr3aGAKk05qj2uKUV6Si1y6nlQ3tKOjthgFDRfQ0nQOF9tr6ZrQjJqGk3j9TAWar72KjuPtaG8sR4ElBm//giyW1zk5D3/GDHthFcrqO3C5wYbGk60oLChBSWUD8biCMy11aGkoRq6tEtWVRaiqdtGMWT5OdtTAml+KiqYOHG9vpuuNE9S8Yr2b2WZD9akO5FmtMFGm3Mo6ulZeRkNFI862lyPPbgK39xT15KNSgKKsfl6fJJIdISAENkxAMmyOADVJm8souXaHgDGXLm7Nl3Ht3HEcO3cade2X0VRWjnKrHU5XJc5dqKcL4AlUl+agyAXY8qkzc+E7ePnSK7hyqgkVFc2oazyFi9Q5aGy5itdOVaCgog0NLSdxgcLaTr+EcxVGWHNbUVmai+KiEjLUmnC6pQhqzgnUldmRZ0shFY/QCHEAwQC7CJwVNcgvLIbdng9HeTuacipwtqMaBQV2GAtqUdJOcqlTUmN0oKmhGvmlzSgtacW50ydx4Wtv4dKVV3CqvhC5hsQyuVEktQzMldUoLC1DIawwmirR0poDe045qusacepCmz5D6aBRVbXoLFqqWnG6qQSVVQ4YLQ5UtLUgl4y0uup2KusEOs4cR17BKVx55SVcuUplnnsJbQ1NqHeYoBgqcPJUHQor21BCHZaqQsBotaHi8quodBZTJ+Q4Wk9fw7kTZ3H1ShvyzTWor8lHIXWM7LkFKGmoe+Yij41sigKFex0KQB/IJgSEwOoEeCYko1Ec75C3/KPQTI2z/SU0l+ajqa4cpVVVcJjtsNScQEO+BS5TEUpLi1Fba1uebVf3Fzr/qxdpKalDTetpXDpWhxPNxSiiAaTjdPzSKxdx8Y0rNLN1AufbLuFSawEqWlpQ09KK4zUVyClox8VzTThz9SwZbGcprB7njpdBrX0Vl6muNW21KKb2v7m0EWevnqI0rWQ4WlFVX4WSilJY0nFE/AEEdBdCzFKFmo7X8OffeQUvv9SKisYTaC4qQnNdNRo6zqKjpQMvn62B05BENBRYyBfNIGE/hgvn2nH8dDMqa1qpjTyGy5dacfLaJdQVNqCjg9rhyy+Rfx6vdxQgr/0qTrW14lRTOUpyTEiFF2WRHkFjCUprm3Hu7Am0nz2H9lwFdceaUZifDxcZeuVtF3D5WC2O1RfBaa1EZUURqqpcdB3Kwwky6my153CstoIG7apR1lQL4+rIVw3VjbqTJ5Brsej5ckpLUFZXR8c2VJ09i/wcJ8zKsqy0bzSr4BtZFNpfFiO7QkAICIE9IaDuSal7WqgUvmEC5kIU13Xg3Muv49rLr5HrQG2+k+bRNizp6QyWEpQ3n8F5Xe4rJPcEKh1WWJ5OJUdCQAgccQIGowKrQwX7RxzFNlXfDkd+PTrefB2vknv9zcvoaCpD4TONrxPVrS04eekYcqlktl3yG87h9JXX8Trle+XqeZypscJM54eiN/yxFVSi7syCLJZ35ZXv4s0zbbhYsWFR68qQpVQ8LsCOdrf8YWOOmWxZkAgQAkJACGwDAXUbZIgIIXA4CUithIAQEAJHnIBqUmG0bmTOC5vfjFaYTSZYDJsX8dycZNXxs43snptOIoWAEBACB5CAGHUH8KSJykJACOwvAqLNzhLQ0lkkohmwv7MlifRDTYCm1VRVATvIJgSEgBA4ZATEqDtkJ1SqIwSEgBA4bARUulIZTQoU6pAf8LqJ+ntIIJsB+NnMrEZTdnuohxQtBISAENgJAnSp3AmxIjOdzCLiT2N+NgnfVGJbnGciDu9kQpfFvndiYZ/l874eRvGcbslxmB5P4e6xOHzkLx0vxS0cx5/I5uPljtOxWx62fJ/juLwnsqm+3sk4PONxkkluUW/WkcM4r5fCOI93UR8OY+elOq0WznFLjvNwGna8vxS+3OdwPZ7kcbi+f7mbUAAAEABJREFUv1gWx3E5HM5OP6Y49hfSESeqA8ex43Av6cv7azk9zTIZC3IS+rlaK8/8dAIBd1Kfgchs10Me8tMTAoeQABtzqlEBv9sxFtYQCabX7cLUDrPbSB49bSCN0DyVQ75+vFQmHQc8KSzJZD/M6Zbil3xKF2FHx7FIRn9JdSqeXb/elDdMjmWsqgfJfUqvVY45X9CXelIm66nL5LQkm+NZ/ovkrCde50CsWZ4ul8t4gdPzLGPHx5yX/ReWSfpzWcvTcd6VYcvjEzENaZr15ReGR5fpxkzWVeayPNGghniE5KVA38ud+NGJTCEgBITAxgiIUbcxXutOHaeLuJuMmpFHIQzcDW7d3SEZ5AaXy7oTWCaX9pfiyR9YckvpKW3/bZKx7HiAwpZ066f0T8leSsc+p2PH+6s4PR/lX5I1SPssT9eB0uv75A/cXdCR0+lhlI73n3JcDoezr+dZpvPi8eCiz/Kf7C+FLfmcn+UslUl1fyotx6+SVmfE+dgtxnO+NfVdTDPA8shxWtaLnb6/FL+KP3Q/iIneCLijxaPH6/5ySUIhcMQIsDHHHfE4dcqnh+MY74mt2412RzHWE113+iXZY1TGaFcEY71PlzVGskY6KZx8TsvHo4v7fLzkON9S+PRwggwrDX4yBpfiX+SzXN1R+aPdVB75L8qzMp7zjXR9VfcRZkGO07Fsnc0m5HL+lU6XRRy4zmOLZaxMs/J4SYelcJYxSszZXwpby9fLWab7GJ8vKpfD18rjmUzSIJqGKA0MTAzEnnwnxlhvyrtWvtXCx3qjmBlN6LIyNAN4xH6SUt39REB0EQKLBMSoWwSx3V4yriHgSWJuNIaZocjW3XCEZEUxQz7LmyV/dpSOF2XPjkQxO0LlUPgchS85Tqenp3jPRPSr/HQ8NRDByOMQJvvDmKPjJdmcfrlbkE15F8taHqfvL5b5JD8fk7y5sShmh6NgXVgPlsNhnIfD2HE4Hy85rpMeTvmXwp7xl+RTPWdo/5l40lMvi+LZ5zR6uYtpuUwuZykfp2F2s6Srm3XmshfT6mlon3WaIX+iN4zRzhB1BsLQ46gs9hdkRMFpOC073ue4tRzn8U7FabQ3TSO9cjvQdv8GRd7hIcDP0vGsSCKWxQgZKX33IlivG3wYwcCD9ad/Ivd+GIOPoui/F36qrP77UYz2xElmVA/vfxDFwMOF/Sd5F/XjtBw22h2jWT8NnqmknofDXuQGqBx2/SRr6HGM9IisO++SbNZ/uPMr3QaJRf/9BTms25Bev4XjpTyb9QeJwQCzIL253PXI0dmRDktpWQbXlf2lsLV81n95nM6JZDGz5eHL96eG4ggHNAS9KSwvg/MsP16eZ619Lo8NO/5eQpH2+/C0NlITIXBwCbzIqDu4Ndtjza1OA45fycF3/0MFfvT/rN6X7uq3C1FcZcYbPyzBX/y3VftSx/3G7vw7+ahuteHktZwt82Lmb/yoGK4CE1SDssffWCleCOxfAvw8nSPXCFeeCWfeKsTV75dswJVSWnYbyVOCa98v1d1V8q8+p7xrFMduZRoOY8fhp9/M19va2nYH6VKycfe9TeTR9Vqqw0L+a1SXa39WuvHySRbXY7vdNZLLbjNyOR+7jeQ9diUXhRUWlNbacPGbxVvicIXOScerBcgrMUOVZz33b+MhmgmBI0RAPUJ13dWqKtRHN5kV2BwqbGTg7UdntqowkDFhsW2Hjgbsxzput046M6MCI5/bLZ5XNvwtNgMU+RXu6m9TCjuABBQF9IFKvxWTRQX/DnfFUdu4HeWYrAp44MZAbcd2yNu0jG2qz6bLp2vOXuY1mVQ6DyCnbMt3yGRWoaiQTQgIASGwLwhIc7QvToMocRQJ8HNCfFvZkau7VFgIHDECGS2LrCyGtOdnPZOF/lqMbWl3SVYqmYF+bve8ZqKAEBACQoAGrASCEBACe0yAOgd7rIEULwT2JYFDo5T8xvfPqdzOc7GdsvYPIdFECAiBA0pAZup2+8TRaC2P2C5dC3i2BlkNmUwGmsZLI2eQjgURjsSQSFI4J8xmKEkC0VAE8ZQGjYcbWQ7rTj5lpVFgOqCdLAnRwJnSSEbCiETiSKQyegileOZD2UHinwmXgI0TyKQTSMTCCEeTdI7oXBJc/VyTD3J82pZLVVQFfDtWVh6yh2xCYCsEFtpRlkBtH/3W9ON0GhrvQ0M6EUMsEkE0oWHpd5il32syHkM0nqKfZxZ6O6hn5/2lNjMLLU3HHK6lkIpHEA5HkdAyINFc4LqcalCgKMq60u6fRBmquwaNZhn3j05rarKuCGpyYTAp4HYXW93odPKtwCqf263KkvxCQAgIgW0gIEbdNkB8nohnLvzUMdBSKST1joJGRkAKWjqAaDiGcCiLTDIK/9AtPOocxNhsCHonRIsh7h9H790ejHujiETT1ElJI0W9kKyWQDiWQZoNwkgUiWAIAQ6HH5OPH6Onewzj7ihSVB5WbKwbd374FhI2PlZEP+cwCzZCM0u9Iz0l9Xp0f/GfLnxxfzVvRfLVkiyErTvhQvId/s+cuGqrFROfn8Zk/yM8GJiBP5pCOp1EiozwFBnnWiqJJL/PaJXqKFBWEydhQkAIrIMA/yaT4Tg0NrS0NNLcvsbTyHi9CFBYEhEEpocw+KgH/ZN+xPRb5jSk/JOYHhvEwIQbKS1JbXGW2jVAS8SRIGMvhQyNzCQQmE8gycZg2A3fcCcePe7HVIDaWpK9DvUWkmz1J77YbmR54I4cabYgd83husXoZd6iiGUha+8upI0hGIzStSkBLvcQ2XZrV1xijgABqaIQOLwExKjbqXNLPf9kPEMdha8uv3pR88PoGx7G70dCSIU/xz+/P4qpux/io5tf4leP3dR5SGH40Qgs+UkMfPkF7n72L7g9dBf/+VdzyKktRI7VhHhPN8a6OzGUCiA98z7+4eMJjLoT8PZ8inuf/BKfTqWQzY6gb8oMNTyEubH7+OCuVy9+3f/IMASNSociZIykM8gkE0jQzF+UZ/1SM7jx6V10dU3SLCD1e2h2MBUM6AYoJaW0cTIug4hQxyfCHGj2KhZNkFGTQTaTQiqWQpQ6C5GIhlQayFDnKJ2gnWXKZUhQKhZHMhpCJJmlEXfqbFFHKxGNIpbKgqwlpONRhEhuPBpHOpFAbEkEjcpHKTxGxtQykduym0pkkUpkSOdnxfnn/PBNT8BomsZv/oefo7P7t/hyYAKff9qHwY/+gGlSm2zvZzNKiBAQAs8lwIZbhqwK9lcmTFO70P/eP6JnbgaesXsY6b6FPw1OY/D3/z0+HfDBHZ3DbCAODw1uOSKf4X/67TDGr/8drvdPYSBRgPJcDVGtC599PgOfL4m5ezfR88WnGNEiyPg/wy9+ewcDY35EZ30IuX2IFVsw/vP/HdNzc4jSb3qlPps5zqSofYyEEKW2LUltXIrbVBoISlFblswkqb2MUPuZhO/ebfQ+eIheauyy1EanYkHEyIBN0+BRho1ZbltDKWRpcDBBbSq3r8ikqU2OIkjhGjHUKC23ral4HNScP60uGcUatatBGpTKkM+yo+O9mHxwHX8aiiAUJj3YqCT9yIregEn5dDFyJASEgBDY9wQOoIJi1O3YSVOoc6+CV8fC8s3lQDqZRvxxP2K9Q4iU5GDCZ0NmegrW2DAm6aKaDMzAQyPLo7445qdCUOf9UNtbUFRSijyHGcb0NBl1n+G9X/wS//TedfS5w4glp+BFGmN+K6Kdk6CrOsJeD+ZGR6mjMo+kwbRcC32f7wbSbwE00deAD/RQ+pcOI+IZwD9/PI6xgXEE/NOY802j91E3bvzyTxiK+jEbjCJKHYjI7ARG7nyILz3zuP/+DQzc+wNuDTzC+7eGce8372Fs8Ld478EYbn/2BToffIgPervwL//rDQwGRnH3Xg/GKO3EVD8+u+ulgr/6zA/cxcOP/oE6EuP47He3MTMzhhnPJB7feohbv/kXDPb8Cv/j5wO4+bt/xpc3P8Z7NIt563efwDt5Ax89nETvvRsYoVmzvvmvZG7HnpFv3SHHq/CtlJeh6VKNDFTVbEIqmISSiCA+fgsDkzN4rLahmE4B3/6zlC9LM51p7lWR4bsUJr4QEALPEuDmSdV/PM9OeRnULKrK45j1x9BNhkcg4EZOziwGUIFAzxzSgSCSkQD8NOAyNzmOqNGA4SkFdlsO6moKkZdrozY1iOm77+HD3/8cv//sAR5PRHRjKdzjgUMZxlQqhCkytqKhWUzNzGBsLqnfbfGsNs/q/qKQ2HgXhnru4cvpACbH/Bh+/z0MzU5jiNrKgQ/+CZ0P38NH42MY9iYQ9IUQjUQQj7qRGHmf2lY3eq7/CY8e/QF/IIPvX35/E+77/zP+4c4oPn//c/R1f4ZH0z34ggaW5qf/iOudM7j/yfvovPMpurwppKkC2SUFoyOYGHqAj2+Owz9FzvcAfeOzmJ4hftEAAtEItKEP8GDSj97HnZgf6tIH25ayHzmfwEWCaRqIzYKa8iNXfamwEBAC+48A9eb3n1KHQiO6WKoGwGBcURtLAVyZFCyTj/HZYBrVFT5M+zUkPF4Yw5PociuAaoIpOoNMXi6M9lzkkLFgKi2C1WKDhQwwA8VbqEOSX1yE4gInzAYV2dkBuINxTEXMSAx0YopGU9NGE5L+DExZFQVlthWKLBzqnSXSU1k41P/zSG1kbgozZidMTgesmo+MzGE87pyAu28Ec1kFmtEMkzGN6Pw0Bu53Y8rtwTyNBCep0+PxzmBwxo+5sRnM9z2Ch0afs6YIkvFZjM2G4Q6YYbM44Yx6EBjvw/AsGbEmi1720r+4z4/AtBsxmx3xuQnE/AMYIgO1t3MM7oEBMjJ7MBw2IzY/h0gkDG88i+jUMLw9N9E9PoExTxDhaIpmBpckbo+vGhT9NRCr3jFJI+pJ6viFwka0XDuN0lwndb5imPcHkY7GwKyXcwYdKAr94x3IJgSEwFoEaFIKGvec+eeyIpFqMiCvtQqRyS6MzKQQjZpQFBzEkKEW8eFezAf9CCsGaCkDUr40qprykMxYYLNakJdrgclsglFRYXIUIK+gGPkuG+ymBGIxDx4/csNpnsA0tUfTXg0qUjAY5jHvaobZaINpFX2wwc0zE4LXG4PV6YDDoiA8Pgw/tWl+H7WP7mkEsnEEuu9gcC6KsGaAieqrpCIIjXTDq1hhNM0jHJzEyPQ8puYTsMUGMEZtUHQ+gPhMN0bHO3F73EdlhGnwT6O0USSSKRhtZlBz9kTbhHsC/rlJ+C0uuJx2mGwZpHgWMAEqw6ynN7sy8E2PYnjYjbn5NPTm64mEo7djMCpQVUCBbEJACAiBvSdAzdHeK3EoNaBRPJ6AIdvq6eopdhRYNRQ5/bgZqUZNtAdJsxmm0kLYjFmM9QaQMeWjpKgE5flm2PJsSBhMSA12Y2JyBEPTfgQiNjLSWnH2pSt46Vwj8i3A/JAH8ZiRZvPsKDKO4v4cXZBtxcgrLkc+XbUKSzMAABAASURBVKCtWboyY/Vt5QUpq2WQSaWgWrP8VAlSITd87hlMUscjm0ogQh0iI3Vu0mnqWMSpgxCNIUojyCgugdPhgjUWRiIaRNhRCGvGDIeagcFihEr1tJutcNXUo9xZgWMVQDQQweQcUEkdrae0ozIspiKUlpeiyJUCIhOYJcNxjkbjNV2HDFy5JcjPzaVR+ULk5uQjz5FBOhGjsn2ko4PKzAPhe0rsVg/4FjBNy2LN+44yBpjMOWh/+QSKcu1Q7FXIz7GjzjCCKX8Kae6YLiqhKAq4U/D8HgFkEwJHngC3pfqCJSvuZtfBqEag+Bhc/mGoRg1RJQ/psRCcFbWock5hLhKCJ+OCPb8CRQVFcGbiKMjTEPZ7MTY0QjNRk3AnTbBWncPJsy/jbEs1Ki3ziIdG0ZkuQ35ZCVTvPMJzQcCag9KyApQWWcggUrZl0CipKcikATPS0JQMLHYF8bAXXmpTg5oNRmc+rPPDZETFkKQWWQHVMZJCLGuEjdpWWMww0uyjhdpWW14BClx2OJzk57ngMCnUJkYQTsYQjOWiMN9OHMrgyi9BWYGFysST5idDhl5GS0KxZPnOSsBB5ZossNJAIgxAOqkhXXECDm8ngsksfJYKDsaR3RTAajfASIypKT+yGKTiQkAI7B8C6v5R5fBpwp0QjWapVtYst8yF+nMtKKk4DdtYFFUn2nD822+hpbUBubPTsJCxktv8JtoscbhsaXidhXA9fJ9GjW/iRifNoEUBs80Ki2KAYnIi36lhNl6K4orj+M7bLbh2KRcTIxZYHbmovXgMhcU0Mk0jq1jnZrTbYCsuQLrnMUYf9GB80o+U0YqcslwoNpUMPgtyEKYZshSSRhdajxUjRcaqarfAYnXCloqRtTaHQE4u8tvbYKRZyPHuMIIRC2pqLHA5DfroprUC8Gm5ZBDmot0ZRyQYRFB3ESQVI0wuF2x0tbQ5XTCkVDgcDjiLXYDNhIypAHlWA6wUZ7PZ4LSaYC8sROHpUyixWJELE/V1zDBasK1bms4nn9NnjHUqxWin8mta0d5Wh0KzCqPRjurqBly4fAytJwswNxUHG4V4smWR5d7qk2PZEQJbIHDYs/JYyrJBka+qawTUerSV0EBRaw4MNEAWyLbiG6+dxtfeKIERdiRTTpQ2V6PmfBviD0ZQXmVF0DOLzhs30dXThcEgtac2I/1mFZqRssOqZmGNhmC9+gOcuPIXOOUE8hFEOq8OJaVn8GrJADLZGGLaV1o8d490Xyu+rDhDhpMPXd1D6Br2wllVgERwGrOeEOajFhijCWSaamCFAqsdSFH7GglqsDQ3AWPDGOpNIaM4UFluQ47TAlgLkMtto8MGc2kjisub0W5JUnuowkJ1tDrsMJMhqGgJxEJBhHQXBvILYXLaEe1+jIHH/ZiNKlAtJphzLMiqGaSm3PCnquEKDsGSb0C2tBSyCQEhIASEwP4hoO4fVQ6bJs+5iuc0o7z9Hfy7t4tQ+faPcJVGhptcpWhoPoW/+jdXcf4730JlTgFaX3od5668iVfaL+J7/81/wLfe/XP8+I1jOP/uJdR1nESLKQ+mim/gZ++04c9/+hpOnm5GTk498k7+BP/28gV8/+tVqG5sRcOxU7h8rR7r3kw5yKk4g7/92Tt467uv4OTL38Xrr30Hf/uTd/HD//t/iTdLyvHGO+/glVfO4eSp02h6+2f4N29fxDuXm1BRXoeKlgu4eKYd55QZdNpfx6vvvoIf/GuS8eo3cKmyHV/7ehFsNgPigQicJQWoaCiEMv0IH/78F/g1uV/8/CMMmYpR/e3v4DQZbKfffQd1l36Md974Ov7633wXf/5f/9d48+q/x787n4Mzb38TZ85ewBtt5ThB+yXlX8Nf/tnX8O53XkZbaw0KDNjWzWRRYLKoUA3Pii1tacaxixdQQFEKORRcw8ljtTjRWo2c6iu40ubSb5/lKHYZ6hCykcj74oSAEFgHAf2HtXq6kpe/j7MdV/B6RyuufP0lFNGgl6Hhz/H66Tfw56804/S5GrgKz+DPf3QRFSe+ibe//h38+McU/8r38Up1B955swyFhWaUX3oJJ7/973Gx7Tv4qw4gx+rC8TdexZUf/hk6zpxHu82Fktf/BrXlpXCZVtdlZahGv/XVBoI4naPhIk69/D388NULeOtqE2rf/BnepLr87K9/gr/4d3+Niye/ge+99lP84OUatL30Gk5dfQNvnGpHSdXb+MH3Xsa3fvIXuHLlz/FmxyV8741WGE/9V/jLU7noeO086ltJ7+Zr+PZPv4PLlO94uQvHz3Wg8VgNVE83bv3zL/Aeud/88x9wa9yOnNav4Uc/fAuX3rqGxtyzuHKmFs0Xz6Lm1Nv4y9cbUW32IZpuRzldA+pKWXtxQkAICAEhsF8IqPtFkUOnB80wGYwKDKZVeiEUp6gGGA0KFIMBqkI+jcIqigqDUYVqMEBRKExVoaoUT77BaISBwg0qhRlUKORTCkAxwEjHej5VWcxngJHiDSxfUcBpVYrDujfKo6jgW3oMJFtVDWBnNBhgYD0UBarBAFUlXcgpBiOMBhUGKkPJq0BxaQXaaBS5+e1v41qhFfk0a2UwcnpyCqUzKODNWHgJZ0914FpHKRyl7XjpW9/Eu+S++a1ruHC8GkUGSk8JVYMBimqAgXxdJ9ZBpTKpPNVggEo6GBb3FcUATmcwqFAVBQrl386Poiigz6oiFUXRdVGwuCmkg6pAJacovI+nNlUF+NadpwLlQAgIgWcI8G9FH0yh39IzkYsBimqASgkNlEY1qNB/h4qBwgwwcBg5KCoMBpU8A/kLTlUNUPVwBYoCKCRDpTaNww0qHUOBqocZFnw6ViheURTaw7o2gwHg4ldNrKhQSQeDqsJAiRSSbaDjpbZOpX0+NlCcqqqUVqV0KhTFAIOB9g0GCjPAoPK+SgXRtWIxrUJhC3UzUBoVKumsUpiiuuAqaMGZr30Tb5F752uv4wwNPpXYDDCwPIMKRaH0qgJFT2+AQTVAgQ0tb76OtqY6FCur1uZIBWayfLcF8Jwh3IPOQ/QXAkLgABFQD5CuB05VhS566j4mzBciftcczxZt222ARits9hwUFOUjv6wI+WTUkm276rkz2PORm5eDXKcZBrMDecVFKNJdHnIcFphWzbW3gelkBux44YYta0JfEEWhL8mWBYkAIXC4CVDfeeHW5YP6c2G92e2b02SAwWSHq7AIBeQKC/PhsltgUp+jILdVRjtySwoorXVfts/P0V6P4rt3+fZ5fjRCD9jiP0Whk7rw2aIkyS4EDjoB0X8/EHheE74f9Du4OpDFpKUBNpj2bSVIR9aNO0zsb49ToRpNMJlNoMm554pUaVZSUemK+NxU+yuSF0nhW6m2l9n+qqNoIwT2GwH+vfFvb1sGU/Zb5Q6MPtRWq9SuU5tNnwOj9TOKUjWeCdtkAItit8nskk0ICAEhsK0EDoRRt6013kVhvCjGdo0I7qjaclVaN16VejMK/2qE2bqZSUIhsGUC9HtTaVYke0BvdNONUX0QjSqyZRgiYLMEVMJvMCpgB9mEgBAQAoeMAHdPD1mV9kl16OLBi2qYrYSYL+b70REq7mykk9RV2o/6bVynhYcbdjCf0azSLCTNRtJp1fuX21EWZBMCQuB5BHgwxWhWYOBeOWjbjt/dLsrIpLPgW/9I8x1vo7atXdpFPrulM1dJL4tPBB9s0XF2FiVOCAgBIbAfCHDXdD/ocfh0oNae3z2kJYB08vkuFaP4ODlOR+lTvE/+mvk4jh2nZ7c8PYXr8jh8yVFYmtMsHS/6rJ9CnSSjUUUmpSDN6dgtxj8pn8PYrQxfOqa4JzrTvi5nKY7KfRK3FPYcX9ed8jwpe7W0XMaL0nA+SqeXvTwthT2lH6dbchy3PO1S+DI/kwKyGjm+tXZZ+HP1XSOdRuEayQPfW3b4fgH7vEai3kEkwINQ/LvZzO9t3Xm4HWBHv88N5VnZdrCMxTBkaZRv8ZqwWlu87nLW0onLYrdW/FI467OUjny9vSV/1fKXp13Kv1mfy2B5L8rPaTjt8nTLwziOj5fHb2Bfb78zgL7yMMtheRvIv5wTfw/5EQtpvg9iSyI6C4HDSUCMup06r3QBnxyM48a/ePHRP7mf6z75lRsf/9Ktp/n4F258Qvvsr5WP49g9iac8H7Gjcjic5T2JWwxbkr88vOtmEAFPCg+vB/Dpr926Dpx/eRre5zB2vL+qo7L1+EVf36dy9bSLYUv66WFLcav4n/xyTtfjeelY/se/8uDjVfIvz8fpPiGWT5VN+jx1vFzG8+IW0/XdC8E9lcBwd0Q/X8vL2+j+J3TeH3zmJ5uOOnw79T0UuULgEBDg29hjIQ3RUBqPr/tw+/funXN/INnslspYj8/p2S1Py8fsKKzzhh++mQQmByK4/T7J//02Oy6H3Yvk/pHKXUpH/p3lxyvzUvxtdivDN3PMctZT79X04bzsuFz21yOH067i+u8GMD+bgGcijnsfebCl+v3Bg+4v5hHypagNPwQ/MqmCEBACB56AGHU7dQqpn251GZBfYUVh1fpdwWLaJX9deavXL3+5PGeBCUaLipwiMwpYz8rNydFlrqUDh7NbrJee9nn71bZ18rJg3Yw2VP7zGdjzjDBZVdhyTOvU8znyiHdOsRlk/0M2ISAE1iagKADffmm2Kiivt6Cm1br/3LFVdFoMK68zw5FjQF6Rcf/pvRbLRd33nPU26lFcZYbNaYAj14Dq5lXO11os1ggvqzHDalfB30/+9ooTAkJACOwlAXUvCz/sZecWmVB33IHGU67nugaKZ7eUbvn+Uthyn+PZLQ9b2udwdkvH7PMxO95f7kprbbA5DKhotKG+wwVOw255Gt7nMHa8/yLH6di9KN1a8ZyX3VrxHM7xDaQv7z/P6emI7fPSbDSumAwxR44R+aXm557T9chl5hWN9sP+M5D6CYEtE1DpSmUyq7DYDWg44cCxC64D5Wrb7HDlG1FERsWe6n5+n3PbYf0q6Vpnp8FWPhfNZ5xb+g61nneirt0BlidG3ZZ/4kdNgNRXCOwIAbpU7ohcEXpACPAsET+nItNFe3DCsllkn6yesAflS5FC4IAQ4HaK36kJ+s0cEJWfUnPhdQxci6eC5WCXCXB7y7fy8vnY8jWPTie/soifzzugX8tdpi/FCQEhsHECG8shRt3GeB261HyRSyUz1FeiK9Shq932VyidykBLZaEbwlsUn8kA3MHQZQn+LdKU7IeZgKIo+jL0vLATDuBmMilQDQpk21sCBqMCi02Fviq1sjVd2JAL+lJIxjW6HkgDvjWaklsICIHtIKBuhxCRcTAJsNaKqsBkUaEoW7zCsTBxGyLAt5QZqLOnqJRN8BME+QgBISAEDgYBvmTmFppgsRmg0nX0YGgtWgoBIXCYCaiHuXL7sm4ZDRlNg0azNKxfOpWmUb4okokk4jEgk44jPPUYg0PjmJuPIalRqkwSWnQWYz2S8jDDAAAQAElEQVRDmAnEEKOZtUw6A43vH8mkkaCZI10eyUjH4oiChYfhGerDyMg05gKJr96RROKe+tBwo5bmUUZ2T8XIwSoEjCYVTwyxVeI3FES9AkU5ENbchqoliYXArhKgpisdT1M7Sjs07Z2hxlDjhjMYRoSmw9OIITQ7obefQzMRpKhNpZTIhOYwNzmGoal5pKkd5eXqKTsyqRTS5DRuX5FGJJym4ywy0Xn4xwfR3T2K2WgKKbl1eldP874rjJpunvlTuRdF+/tOP1FICAiBI0eAm6MjV+k9rXCUOhIeN3p8cWiJIXR2exAYf4y+oQE8GA8jnUhgpr8bwYQXo71klA08xrhnGLfvTSNGxl1ayyI2PYX5mUl4tCi0YBfu9s3DF0ojOtWD8Z7b6AtQBwdTGB0NIDA7gtmZEfRNRNas9qp2BRl7oF5OIpkmAzSLrJamwwR1iHg/iJHhMczM+pHmDhL1hLREDCkyNLmfo6eNx5GMJZGk3lM6RfnIeOXnGLJZDRr1qpJxiiPjlPpfemeMjdTlCvJtoRp3rJIkh+rM6mTSKdIhiRQdgw1j1o/kcgcsk05TJ2tRAqVLUXiKhS8GfeVlkKG6pBIpqhff/pghfRJIUx5SH6CCtCTVJRYDG9xcn6/yAqpB0d2qzLCxLUtlZbguG8smqYXAPiaw+6ppqSSm79zGlD+AkGcM7olhPJr2Y+bWb/FoJgJ/ch5utxfjI7OIervx0T0PvH230TM6hWFfGkhHEEtPoacngHBYQ2B4CBO9PZjNJJCN9uHzL0cw7Y4g4fHCPzGOqWQYY9dvwOsP6u3bdtQ4S20St/1si2rJJLVN1C7pbVwKGrWZ3JamKU1kdBTTYxOkAw3cUfuht1V8Szi1dVlKnyYB+u2A1DamqUGjYGrTMsjScSyuIUMNWoYCNW7XuX2l9vkr/TN628hts0ZGbrC7G+NzPvioveb2VQ+nxNn0NMaJ3dh4iNriDLJaEvEEteskm6KP1IcufXzJOFJ1lsoKASGwfwmIUbdD54avlTRIDG70nypCC8Pj9aB3cAaJ2QfonIpiengUw31dGJiaRJAutN7xCTJQfBgZHMJI90NMzwzhsduM3LIi5NjMyMwNY7z3Du71PUJ/54e43kOdlJAfXs8g+vt6MDgaQDbrwYw7ibh3GN7ZYQzM0DTgU4osHCiKohspgIInWyaFVGwew6NekulHNBZCJBKAZ3oaY/0jCCTc6CV/enoe8XAIwZlR6lD5MTU8gfm5Ecx4pzE8Noup7j74AgMYmnFjanQcc3OjGPfNYfDROLxBLyanPAj43AiFfZiYCT8pnndi89OYG+nEiNeN0aEZhCNBhEPzmJucwiRxCXh78Xh8DmMDvZigTtzw9CwmhyZIn0lMzFK6qVG4PXNwR1nakssi4nfDMzOGOY8Ho8NTZEDfwzjpPzI5h9mpaUSjMxga92CWOPrm58mQXsq7Az59SahftgOCRaQQOFwEeJAnncqSUfJsvbJaCvGxexh0+6nNHKG2phcjwRn0dd9BJ7WNwZAXfpq180z7kHY/xCfd8xi+/wDj83GkHAUoyTfQGNE4Htx4iM5HXbh34w4ePejDLA0oJca60d3ZiSFPAD4vtUHUHvkQx8j125gPhJF6Vp0Nh6SpLfTNTmHUF4SXBvs8PX3whELwzM7C3d+J6el+9M164A0n4esfwiQNqE1Fw0j7h9E7MY+poSHMTA9hYHISvT2T8I8+QNeEFyN945ijGcq5oBvjw7Pwe4YwOhvB9NAwZsbIBZMgpPp8JCvNM5fzM8MY9vjhj2jwPXhM6T3wxKKIB2dpEG8MXcN+xCKjGB0ax9DQHLXJHowPzsFH16RJdxCBKBmbLGw97qCn0dtv+nfQ6yH6CwEhcGgIiFG3U6eS2voMzWJpK2dicopgpjhzbxfmeudga3RhKpIPs8+LwvQQRmj2Cskg5qcG4MmYkYoa4YomkHe+Hfl5bNQZYTYE4J3uwp1PP8Ent/owT7Ne6cQofAYTZpIlyPYMIkGjpunIPLwTc2SoJGDPW3vpfLLrsNymy6aCCLt78Ye7bsxNuxELTpERNIquh124/ds/Yphm5SIZhQzHLCJkqA3c/CPueHzo/Ow2Rh//EfeHHuLDByN4/Mc/0Ij3r/BR7wy67t/GQPdH+KS/Bx/+8h6m47Po7+rB+MBdjEz14mZvEMu3wNB9dN/4JT4ng/DuR7cwOzuAydlRPLp1H/d//1sMD/wCf3dvAo8+eQ8PHtzAh11DePjhR3CPfICPH4+i7/FNDA12o9u7XGoME32P0HXvC+oADePGR/fw+Hf/M273P8LNrgH03fmS6nkXf7g5hd7PPiZjcRwBOofLJWznPnNXDdspUWQJgcNJgNvRZCyDTDpD7c7TdTSaFDSfyiGjy4+HQxoNAMVQlzeNftdZJLomkJwPIZmIIDQ3h+nxeeRWODERyENpQQHaGvLgdNlhoZn68NCXuPnZn3Cd2o+RQAapWAIz94Koyh3HdCqMsUgCiZgPczT4NqEVQqH21rBsLOxprdZ/FKB2qq/rIe55Y3BPBzH03nsYoAG0ge4u9P3x13jUSW1aXy+6ZxJkNFGDxCNBMTfCPe/ht51BDNz6mIzQ9/Hbm3fxz7+/B/+D/xX/+fY0vvjDTfQ//Ai3Rx7gTx/2wzPxCW50zuHeJx9TG0hxwSwy6ld6pqd7MdF5HTcGRzHoySJOM3RcvUzYg/mJh3g0cBP/+LshmqGMIZNVkE3MYX7yHn73x0HMjHyG+33TmPCkvhJ42PcIjkpfAIX8w17Vva6flC8EhMD6CCxr0teXQVKtkwA19HyvvbryAWolD/mZKKyhh/j7SSfa8h7CTQadz+tFbN6NhyNGwFqMcnMIudWlcJZXwElnKZ2gcskYpP/0KUF1y6v41k9+hp9+5wrKnTYoQ91wT7oxHYwhMnEXvWRMpvMqYNLyUGCxobzKRvnW90mTERn3BFB4sQ1Vx1tRbI0gMDmE3iE/rGT9xY02GG0O2G0JxKMejPT7AO8cbHXNyMvNg5VGzjWaosza8pAcCaKkoghN5ytQUuaCEnehuOMiWgqP42KRhqxvEqPzUTjbK59WTnPCbq1DY0sLagoTMCQHMDQyivGJEEzIIKZoKCprRnlZGUpKa1BaWo1SVwJ+6gj5I1PwmUpgc1Wi3rVc7AgmpjwYGkhDTWZRfaIZDrUKFeUtqK8iTs44jVwT5HgaaWMujGYrTDtodPFMrsZD5ctVlH0hIASeIcDPstpcBhjMKp7pRJNxheZjSPR/iDlvnAaxCuDqfIyBZA5iY/cxSjN1Xls+zNYyOGNWtJ8ugsuRpRkqDdpiSYrJgsJzf4bv//jf4kevd+B0aRih6Cj+8GASGW0SE8NeTE8CdpsFlVUJxKrPw2F2UXu4KGAL3oTXAS1Tjpfbq9HWnAuTSX0izVBQAnvTCVTe+wSDc2FEFCvsTitUMuz842FUt1Wh7Wo58nLsUDQXcquqUVdKbVlxNWoqi1GY8MI/3otHNIE2G6pFQ2UuCqqaUVrbjPZaB2xUkkKOP+bqJuTn5sPZeRv3AwoUsw0OlwUaDepNDfSh02shYy4KWMyw2HLgiIaQHu/Eg6yG6Ug1yoryUJRnZFHihIAQEAJ7QeDIl/nV1ePIo9h+AArRZfe0ZAX5pVbUdlQAOedhpVHh/NZjaPnu11FfXwXtcTfSqgPO5q+jSfPAqMxjxORA+g//Az759Nf49ed9GJyJQlGNMJpMMBlVqIigd8IJZ/4xfO9rzXjpjIbbjzUksi5UnW9FTp4d84/HsN7NSB0XC+Vx3/gEjz7+HD09A/DEYkhRhyoU8SEQM8IQmqDZMz/8KRPqqo2YDWURJgPWaLLCFJxD1D2MqZxSVLY3IDE0jIfXJzA1l0JJJXUWVANUAuOqNZJcJ/wTLpwsUlaop1DnTdXTqUoWmfl5pLU0EoYMghE/AglQp4zTsFMprQKj1YzcEy2w0MylEkzpYaptudhqVBU5UVIUh5tG/OOqCyoMMJAubHwrqkpcM7D5H6E/bkBIs8BENt5yCdu5rygL0nawiIUC5L8QOAQE+Pey+JN5ujYKGRLGYzjpdKC51YRwQQ7GfDX4wXcu4S+/bkYkomGKDJLCxmo0vtSMqfceoLI8iREaAHrvP/0KH3z8Ib6YVZCCCUajidpUA9TgLDT3CMJX/xpn3/4ZOjIBmD3DCNrKUVRxEd9w3UA8GQA1M0/rsomjioIQzXoN4v1P7uHDOxOwFyuYG3uEew+H0TsUQ9IzB0+lA9FgEko2iAANoI1PhKG2VGL+9gN88aEboUgahdSG6m0YgVK4TSMfRVVwllSjNjKLdCoG8ErHRiMUijeoCpRl+mp+P6LxEOYLrEjMRGC0BDE1NIHeLi94sS27KYCg149w2ohEaBzeZBRz1no0hmeQTUZAFysoRnWZRNkVAkJACAiB3SQgLfB6aW8wHV8s+ZrKbmVWY141KtpfwrvnqlHUcBknm+nCWNuC+sbjePlSLZouXiPDo54Gn9vQ1HoS9TXHcenyGTTWtaC1qpDytqCkth4VRicMBZfw2ukKnLx8Fk0trairaUTVyTdwiWafLp4tQxWFVbJsGqFdqQcf82IdGq9+mf3KtFDMTjhLW/HyqQY0NFWjuOYMjrVdxhuvX8TFb76NdmchOk6eQGNTPSprm9B4+R28dII6VdTJKCioQGFpPRqqilFlimCu4CrajzXi5OkzaGo6jxPltThzNgdmMhAzmTjUnHzk5BfAFR7Goy+u4ya5L754gBmaKSs6fwX1ZjPqz5xHcf3LON1xAa+9dQXn3/0W2lu+hXcaHWg4dQkNDa3oqCpE7ZkrKKp5FS9fOIezZ46jpsQO4/wAHpLML8l98cUQ4jk1aL76Mk61NKO9Lg+Nb34N9WUVqK+oIlYnkW8rQ3ljC1pLk7Aoceq4MaWvXDKmIRnL0Oj9V2Gb3ePvhmpUnupYbVaW5BMCh5kAt1MZLfvMrZcLdVYAxYHa86/i7KnjONNWh6YLF3CspACVp17FmcbTuHq8Cu1na1BU14ErpypQ1X4RHR0dOHuiFfW1bajLa8CF8/nIzTOi8PgJNF15B+2VZ/DWxSqayW/C6fPHcerVc6ht60BLTjmaL11Ccb4LFgPWtWmse+arNnZ5ptz6JjR3nMbpunI01hSg4urb6GjtwEuvXsWld99EWzXpf+1dvH6iCPVUv/q2dpysqUJh/TVqo2tw/MIlHDt+jep4DK9eqIah5dt4q8WBpnMtqGi+QPU/j6+9dQ7HT3SgsdiBxrZGVNaVQvGPoevT67hB7vqnd9DjNcBUexEvXXoJr7fZUXLmEtqpjT958iSOX/ka3jx7FT/8xgmUEavmtla0nzuFhmMX8PWvnddZ1pfmwGVWllftUO/zJTMSTCOZyIAXoDnUlZXKCQEhcCAIiFG3F6fJnA9HYQM6au1w1rajIj8HeWYHcvNL6eJchdKGJjjNNuRXEraH6QAAEABJREFU1qK0vA5VhRVoOnMODXXH0FpdiNK6CuQWlyBftUJ1NqK9tgjNbTUoKimAxZwLS9FxnCwvR1OdC67cAuQWlKC8Im/9NVUtMDtLcaK9HrWNJLeyBdXVzThxrAEt586gxu5EdW0DqirLUFRcirxauujXVqCuPB/OwiqUVLXi+LFWtFFeR049Ghtq0HKcZFQ1odxZhLo6O4xGBRlDGWrq63GspZgMKAUGg2HRqWRUVqCkoRklRiNK6hqQU96O2upGHCc5zafPo6biLDpKLSipbUJJSTlqCp0oon27owGtzQ2oo1H5ooJcOA3qokyWbUQOjVpXNbShsaIM1cU2lJ44iZK8fJTkF6CgvAE5jlo0t5Pu7U0oLcyBWcXTmwIo5PCcbd1RJEhVt0vYukuVhELgwBHgDrSmAbxgylrKO2pbUVFaiYayQlQ3V8NOvy+l4BjqqQ09XldAbSD9nu1lOH6yAq7SJjS2NONkB8XXtaIutwRNjU7Y7Qa4qqpQeuwsqoqb0VEGWIxmaotqUE0GYFlFOUpMZjgaTiHP5YBlZfuwlnLPCTfnV6CstgUndKMuH3mNJ9FY24rTZ4+TwdaBqrImtNefwInaXBTX1qKsppbqWARHbj1OtFWjteMYqquPUVgF2hoKoZadxckyK8rqy5FfTHoXVuHYqRZUU74SF9WlogQFxcWwEh+D0YAnzlWEgooWKquZyrLCRTrV1VSgmQYd646dQlvtMVw7V4d8ZzHKq2vo2lCPirIqtJ1uQU1dHYpzbLAZn1PRQxbFLTchpFrxHnnyEQJCQAjsMQF1j8uX4veYgKIodFGnixL52I7NXojcvGJUU8eo4sxltLuMsK/xLTPmtZOh2oDWmjxY8urQfuEyzpG7cOEkmquL4NqqPjST6ShuoI7RZZzX5R5HfVk+HGvJVS0wWotRV+5CXvMVlFEHscD6dGKz1QCTVYVqeDpcjoTAJghIliNCwGBQoOyrARwr7LnVaL1yGZfIXb5yGsdqi5BvPiInZDuqqQB2ur6ZLQpkcA6yCQEhsA8IrNHd3geaiQoHlIABRrMNNocd1hd0EAxmA1Sjuq/qyc+kGB05cNosMO0z3fYVKFFGCOwiAZUMIpNZgWpQcDQ3qbUQEAJCQAgIgecT2F896ufrKrFCQAgIASEgBISAEBACaxGQcCEgBI4sATHqjuypl4oLASEgBA4GAV4ohRd0et4zdQejJqLlXhLgZzP5VTKysMlengUpe78QED0OHwEx6g7fOZUaCQEhIAQOHQFF4Vsv2R26qkmFdovA4tdHURZ3dqtcKUcICAEhsAsEdsio2wXND0ARkUAaM0MxTPZHd9BFNi17fiaBZDwDz0QCUwPRTcvZ2frtL738s0nEwmkEvakt82Lmnon49q2meQB+E6KiENgMAZ5h4Zk6Xj5+YiCG4ceR3XedVCa7TZQ9MRBHOKBhfja1ut4sl90mZG8LCy6b3U6Vz7LZ7ZT8dcqdHU0gFtIQnk9jtDu6+rlYp6yRTro2DcYQi2TA38/NfK8ljxAQAkJgOwmIUbedNJfJsrkMSMUyGO+mjsCDIIaf44aeE/e8fBw3dD+EofvPl8/pltzytP65JHjlLs9EDKOPQ8/VcSn/Wv5yuWul6b3tRefnM3o5nF6v94q6rxa2lry9CA96k1CyQJwMu62Wz8zd43HkFprAq+Mt+/rIrhAQAssI8DvqEtSeRqlD3nc3gkc3Qlt0wY3nv05lstPL3lj+vgcR+N0psFGxqu4sl50um8rZbZ/LZvfccjdW56fqybLZPVf+ynqvv7yH65Q92hNFwJuGjwbnum6uLI+P11/m489DGHgYIWM9LUbdst+q7AoBIbB3BMSo2yH2x8678PL3i/DKnxXhpe8+3137ViGuffv5aVaV8Z0iXKW87K7R/qppVpR99dtU1mLa1/6iGG//pBSv/aAYL39vE+UvySZ5rAOXr8tfoy6tVzQUtc7h2ncKweleonycZ7nTWawSvjzNZvbX4rNW+FplvE6s3vlpGd76cekLz+taMpbCmfmri98PR668I+FFP0WJP7oEjCYV/Btx5Bpx5s0CXP1eyYbdle+W4PK3i/V8l79dAj7eiJwr3yl5kv/q90oX5HynGJfJXX2BPmdez0dxlQU17U4938r0V56S/eK6se6XFuuyUhYfcz05De+vx+npSYe10rKsS8RsrfgXha9Vv7XCF+QtMF7YX5sJ63ZllXPA4Svztl3OQ1GlGWV1Nlz6RvEq56J0lbDVy+YyT71aiBwalIPczXl0GyepuRDYRwTEqNuhk2GxG+DMW59zFRjhzF9f2qdkUp6cQiNdVNafP4fKclE+XQ75etnr1FPPs1paksN6cLwrf21drE7AZMuA07Eeq9VZ14fkcZptdWvIfMJitXqtErZT+vGS7Tv0VRSxQuDQEODfidGswmR5rls13kx5LDaDHsc+H29EjtmqgvOZSM6Ss1gNYGdaFrbaPuvMuhuM1AauknY12avJWQpj3a2LdVkKW+6znpxmedjz9vX0VL+10rCs55W3Vr6l8LXqt1b4Ur71+Kwb678yLcteGWYwKVBUBXwujBYFplXOxXrDjJTXSPL4NRsKZBMCQkAI7D0Bde9VOJwaqESWG/v1OINRATvVoGCjjvPpbp15Oe1SGXzL3/LjpfDN+Ety2GfHMrLIYHZuBtMzU7pze+bg9Xn0/ZnZKcxQeCQafqrOnJf14vzb6bZLpq4fna/t1I1lyUgvZBMCLySgUO95047aZIUdy2CfHe+v13F6dsvT8zG75WGr7VOapd/4qvpT/BPdVsu/MuxF6V8Uv9Py1it/o3qulMvHG5HB3zDKw+dCURQoCkDe5hyAVDKDTDqLLO0v/4yNjSEUCi0Pkn0hIASEwI4ToOZwx8uQAo4ogUwmg0gk8sRFo1HE4/EnxxyXSqWOKB2pthAQAkJACBxkAmwQZhWqweJKKZqmIRgMwu1269e6QCCAubk5SiCfA09AKiAEDgABMeoOwEk6qCoqigKLxfLEmc1msFseZjAYDmr1RG8hIASEwLoIZDTIYhrrIrWzidj24nORyaycW9tEuWTMmcwqzfJlwQOWbMzxQOX09LQujA08j8eDpWM9UP4JASFw6AnsZQXVvSxcyj7cBBRFgdFohMlk0h3vsxHHht1SGB8fbgpSOyEgBLZOgDrh/CG3mqxsJoPMcke99yw5Trvo8S4ZViwgi6/S0z4lyGZSSCZTSNNMy1NySCalINn0n7MuSFm83W4xIJtBVqP88QRSGu0vButJF/9pqYwuY/Fw9zzSLUNWTFpbRand02LflJQhYy5N5yKdIh702apiLEIjtm63ByMjI7oBx7deulwuJBIJ3diTa9xWKUt+ISAE1ktAjLr1ktoX6Q6WEul0Wr/ITU5Ogt3s7Cx45HJiYkI/5jB57uBgnVPRVgjsBQEtDf2dmvxqg5XlZ8nwigUDCAb8CJALhSOIxVPUoU7phhTZaWCXoXTpNN/unUI8EkKI00ZiSMRi0AIj6O4awaybZARDupxAIEB+FAktiUiE8sR4ui1DBlyajD+eedNIbgZaMoKobwQ99x5i1B1DjIyGlTqaLOrevLZECyIW8mDKnQbZrivVOnLHqkHRF0cx0/kAzbRtCQBZdGk616pqQH5+vn4XyuDgIB48eKDfgjkzMwN+vKCwsHBLxUhmISAEhMB6CYhRt15Skm7DBHg2rqWlBW1tbbprbGxETU2Nvn/s2DHdlwvehrGuL4OkEgKHiAD1m/XOuEqd8tWqxQZL8P4djI2PYSY7D6+vG//4T90Ihx/hxse38ehBH2bH+vH5r/+Eaa0LN+9MYXoqRpZZkAaaRvDHPw7BkWeFzWiAkpnBzPQg7tz2kSGUAcL38elnd3GvcwZaeALh7l/g/7gfw9zkLXx5vwu3Hg+S4TSO4WgRMr1/hwd9IxiZp3zLFX2BAZFJJZGMRsggJJUSaWiJOBI0c5hMacgkYwiSUanRLBNZkGTcxhElozWTCGPugz/g0eQs5si4AFm+WiKGUCyNTJYsDi2BRHAUI6M9uN4bWghb0oln8KjMWCiGFKXNpvrR29mJhw/nkF6h+lKWw+DzaVD433ZUhuQYjSoZ64DT6dANOzbuTp06BR5AYANvdHSUvoNh3chbmjnejqJFhhAQAkJgNQJi1K1GRcK2hYCqqnSxcz5xDocDNptNP+bbU5xOpz66uS2FiRAhIAQ2ReAgZFIUBUurQ67UV1EUWOx2mFIpZFUFsKlkGYXJMAsh7R+Df2gAo2TQ9U8OYejxFMbJGBrvuYOHNx+hZyyASDaNrK8Lvd40YqoZVoeid9QTCQscdgvSY14gOAxv0ouh+Rh8Y+PoHuyBe6gHA6NDGPHNIqXFEcuYYUjMIRJPIp4mPbC+LT7Vj7HBx7g3GyCdA/A/+i3u9A9gyDMJz3Q/7t0ahH/mM9zqdZPROgPf5D30932Jz7qDCExOIRiLk/E2hpnxPtzuHMN8z+9xjwy5z2/1oL97AD7/HLyRNBmoX+mTSYQQ9Q5gZOI2/vT5GDw+N810BuH3JxZvLf0qreytTYC+enqkQt87vjOFZ+ba29v158iLi4vBjsP4lsyBgQHw3Sq8WJieSf4JASEgBLaZgLrN8kScEBACQkAICIHdI0A9a6PFArOJF2KywGQ2gSZQFsr3+GFyxBEI+jE77oahRMPUfBZpxQqz1Qar2Ync3BK0tNfAmRrFqCeE+YQKs8UMs9lILoLR/nkY0lMIJ7zomtDgn1dRke5FrzuDRDgAe8aHQDql70ddJ1BamId8m7JQ/jr++6a8mJuZR5r0NykZxCfHSYcEkrEp+CY6cWtgDj7PDLyhONwTY5gafYShqSH0jCTIAFNhMhmQnh/F1NBjdE5SWvc0GXv30T8bhiduhMn4rC7poJuM08fonhrHg94ZhOJpqEYzVNUEsk+wxibBzyHAM3E8kLlkyFVWVqKhoQEFBQX0PTLrz9j5fD5MTU2BF0/h23vZ4ON8zxErUUJACAiBdRMQo27dqCShEBACQkAI7AUB7vjy83TZ7AZKp7TJ2STsLYUwWFwwhYCGy1b4JtMwOKpRWVeG4nwLjIoLJS0XcEx5hAEy/MZ92kIhmTiykW50Beky6XDAEA1hdtgHr5aH1ypCmDTWo4QMsWpjGNMpDalECumSV1FfXoxS54KI9fwPJw3QNDMK7UbwS7SzSiXKy0pR5MwiE/fBk0rAHy0iY9FIM3JzmJ2bRzCtktGXpvQqMloasXAYkbAPkWQMYWMdKtQgGbMWZO25MKrmFWpkEQ94dANxOqIgmYxAU41k0KkwII0s3+a5Ioccrk6AF0nh76SqqHC5XKioqIDRaASvhmmn2eOSkhKUlZWhqakJVVVV+gweG3Ns1PGsHb/6gJ8r59k7jR/8xGHZpB5CQAjsBQG6Wu1FsVKmEBACQkAICIH1EchoQCJORo6WXTODSp1pg6pC/1ONMGn3HIIAABAASURBVJuN8PkdyC1tRPnxRlS2luFYaREMs3HEBj7GzY9+jvc+uY4vuoYx+OVnuNfjR9ZoIkPJDFU1wJiJASN3kTnxNTS98lOcLXahINiH6bx6tLcV43jlcTRQp91kNcKPfJS3nMKx6hw4rQZsZKsojMGQGceNW4/x+cNpxLIKla9CLawh3evRrPmhIEWGaRzRrAVIW+HSUghlwjDlxOEenUPU7IKttBSOcIL0NkNtPAWnfxiBrrsYnfIha8ggnUoilUySERdHKJpFJG5AvjMOLR5FgozKdMKNVGiUZu3WZgzZviJAmBJx5poFG3a5ubngmTmVvoM8O8dGnpG+k5yBw/Ly8vT448eP6wYer47Z09OD3t5e8KIqkQgZ12TY8fN4nEecEDgSBKSS20pAjLptxSnCnkdAURS9s8Kj7pBNCAgBIbBOAgYDYLWrUA3KmjlyL15GQ109qlCA4uLT+Nu/PYPm73wb7eXNuNraglMXX0F+6ev4i7dew1/93/49/tV/+I/4y6+/jTfPtqL97e/i1b/4b/DnlxrQVlRNMy6tuPJ6E9Rjf41vd+ShNs+ButNX8I2f/hDfe/syjEXv4FpHEY5du4LW8z/A145dwRsnSEcTNrw5Gi7h1MvfxQ9fuYC3rzag9u130FpSihJDBSpbXsK3fvIdXLryOo6X1+ClN97Aa9//G7z79g/wH753HKWv/AhvXTmFjuZL6Dj9Nfzwz9/CmZcuob7wDN76xjfxzl/+W3z93W/iR+f8ePS7X+P3v/kFfvObP6Iv6kDl23+L7179Af67v3kTrVUdOHX+FVx87TxyiTNkezEBhc633QCTWQFd2p5K39raqi+c8lTg4oHJZEJhYSE4zeXLl1FKxjjfltnV1YXHjx/rz93xrJ1cJyGbEBACGyRwmI26DaKQ5DtNgC9S7BRF2emiRL4QEAKHiQC1GfR5pvO8vIqqxQoTzbQZYYDBYEFOjgUmhx1mCrOaTDBbrWQU2uDgxZrycuCimRWn3Q6bheJsDtgcuXBaad9ghJHz2EyAyQW7WYVRVWAk+XaXk/JboRjssJoNMJFMk8UJu9kKmxlr6pdJ02zOGrc1KiYLLFYHnDYLbFS+kXQykRVrUAwwmqxwOB2wWm0wG4ywku42hwt2uxO5DjMMViflscBMMswWO5xOG8mywGQgWSTH7syhtAUoyKtC08UrOHfpGi5dOo+Tx+pRUZADh9WJXJcNJqMZZqqflXRQFci2TgJrsTKZTODZudXEKIoCA51fs9kMG51PvkWTV4aura2lc2UH35J59+5d8OqZbOzxc3eQTQgIASGwDgLqOtJIEiGwbQTYqNs2YdsmSAQJASGwnwnw83SpeAaatp+1XFs3RSFLid3aSXYwxgCD0Yn8iiqUV1ahsrIcRfku2Aw7WOQ+Fc12tUYGNrv9oKKiKLDSwEAuDTAUFRWBZ+3Yz8nJARtz/OzdyMiIvrBKOByGXD/3w1kTHYTA/iWg7l/VRDMhIASEwD4jIOrsCQF+Zok75OzviQJbLFQhA4r671uUItm3TiBLhhFJyS468vbLh2f32JgrLy9HfX092Ljj2bx4PA6eseOFVdjxQiv8PJ4YePvlzIkeQmD/EBCjbv+cC9FECAgBISAEViFgIKPIbFVpxmmVyH0a9JRaT4wImrF7KkIOdpOASpa10aTAQA779FQoigI25vjVCM3NzeBbM10uF3iVTJ61m5iYgMfj0Y/ZuOPn7yCbEBACQoAIqOTkIwSEgBAQAkJg3xLIZIBUkv7tWw2frxjf7sd1eH4qiT2iBJ5bbX41Qk1NDTo6OnDs2DEYjUb9ebt79+5heHgYfFumrJj5XIQSKQSODAEx6o7MqZaKCgEhIAQOJgF+pi4ZyyA0n8Kd33vw6T/O7Ev3yd+TXv9AblG/Txb3738wD89kAiOPQ8/qzWnYLebZybot6bOyDA5ntzJ8V46X1X2ndei8TudhIoHp4Sg+/9Xss+diA+fgs5/P4t6fvAh5U7vyo+KFV3jGrq6uDidPntRv0eRZus7OTjx48ABjY2Pg1yLsijJSyB4RkGKFwPMJiFH3fD4SKwSEgBAQAntMwGBUYLGpsFhUVDZZUd9u35eu5pgNdYu61dJ+TYtN17Oq0QpnrgH5pSb9+Cn9j1Nd2C3meypum8NYH9ZrZRkcXkf6rgzfleNlda9rt6GujXg8p95LfOufk2atuJIqC6w2BXaXAbWttmfPxQZlVjRYYabvZJYf+NyF34jBYKDfgAX87B2vmllVVaW/+46P+fbMoaEh9PX1YW5uDslkEvLcHWQTAkeKgLpUW/GFgBAQAkJACOxHAoqqwESdZ4tdRVUzdcZPOFC/D12DrhMZJeTzPjvWs6ppwagrKDHvqd4NJx1Y0on1WnIcvrS/l/5quj2jz/HNn/vSWgscuUbk5JtQ27Z5OaxTHRmjlY02WB0qFGV3fzVs3C2tmllWVqavmllQUAAO41UzvV6vfmsmr54ZDAbBYburoZQmBITAXhBQ96JQKfNAExDlhYAQEAK7ToA7zjxjZ7UbYHPuT+fMM8LuMur62XOMcOYv7FvIGDWYFBgtih5n2yP9df1Ir5XlczgbOyvDd/uY2fEs2vPKfVH88/Lyd4cX3DHTrK91q+fAYYCJzqdKs8g86IA93JxOJ3jVTL41s6KiArzQCq+Sye+84xUzeeZufn4evJKmzN5BNiFwaAmoh7ZmUjEhIAT2mIAULwSEgBDYPwT0RUjp33a9GiOdzCKjAdslb6uk+LUI+fn5+i2Z586dA9+iGYvF9Fk7vi2TjTw+5pk7WVwFsgmBQ0dAjLpDd0qlQkJACAiBA0ZA1BUCu0CAF9xJJTJI80qqZNxtqUgFMC2+ZoNnkbcka5szK4oCvkWztLQUx48f11fO5PfeTU1N4c6dOxgYGADflimGHWQTAoeKgHqoaiOVEQJCQAgIASEgBA4tga1UTFUVGM0qjCbq+pBRhi1uZDvpErZqH+pCduAfr5jJxp3D4UBlZSX4lQgNDQ16SWzYPXr0CJOTk3Jbpk5E/gmBg0+AWraDXwmpgRAQAkJACBxiAtRrzvJr6shfWUt+RigRjSIaiehLukdjccSTaSQSGjiO3w/Hjvc1LU3Z00jGFtJHY0kkE0lokVmMjszC5w8jQrJ4afhIJEry4khl0ojFKA/N8JBA8P12GumShYZMJotMOo54kPL3DWPGn0AivYqSVOrWPxrCgRDCoQiVvDFpmbSGyMwcIqkUmMDGch+e1GyEqdTrUchtZ622wT7cTnWekcWGHS+iwqtk8kvNyxYXV7HZbPD7/ejt7cXo6Cj4uTu+NfMZAQczQLQWAkeOwDY3bUeOn1RYCAgBISAE9pJANotUIgH/4BCmZ2bhSQQRCMzg9u0ZmoGYxWDfBKYmPQj6PBh62I9gZgZDQ1545sJIJsOU1o2eh8MIhiNIxJPkfHC7pzDQzwtLpKDFJ6jTO4HRiSAyCT/iM49wcyKFkH8cIxNkzE3MIOYfRd9oBP7hOxid8cEXXb9hl9U0ZNhRPTJkdGUyGtLpNFJkmGppsh51thmkkyFM9o9hcsyNGKVPJUg3KiareTA7PYepqQjSZGSCTD49jixPEoksWbTJUAgTt25hmgzfqC5v6V8WmVQCKSonoyUQmPdieHiGjgHOu5RK/FUIEPt0KgsebDgorBRF0RdR4efueEEVXlwlNzcXPKPHAxm8oAqvmMmrZ/Kzd6vUWoKEwCEkcHiqpB6eqkhNhIAQEAJC4FASoKkQha9W5D9TP+qoGoxGJAYH4fZ64TdGEQqN4v0/jSAa6MKD6/fx6GEvRkb6cPO9mxhLjeDu7QEM9MxiPhSELziH+zf7kTCZYTSZYDKQUeifI0MuDqNRRcbTh84HD9E5PAt/YA7+7o/wi3tuzA7dxc0H3bjTO4p41IPpVD6U8Q/RPzaLqRD1+JcpSnYV1ur4x3w++FnveJyMwkH4I9MYnSZ5k9Pwuucw7Y0iOD0Ot28a/T2jGBuaIgPUB4+b0s2EEY8MY6h/GD29PsTYuJ2bpBkXH2Zm5uGbnUXAO4uJGS8GbtzCJM3yxZ7olUU2k0LU74VvfBoe7wyGJsdx984QyF7E0zV4kulA73Cd+Dyw246KJOMaGeAklT7bIW83ZfDsncvlQlVVFdrb28EzeGkaTPB4PDRAMEUDG274aRaPjTuNBhF2UzcpSwgIgc0RUDeXTXKtl4CkEwJCQAgIgZ0joCgKbNQ5zXE44STf7rTBaqHyuOfunQO805iaHUbnxCgZOjGM0iyab+Q2bn92B3f7w9CsNtRaBnFzJASvZoTFZYPLRbIcOcjNsSDaHUOpYRoJyzweuAH3VBKBqbuY7h8nY2kC3oQPKTaBaJbMQLIsFjMZhk9fWnlxjoy2es/fff8e+u7dRbfHje7/8z+he/x9/Oqjx/ji+qfofPQB/vGDYdz7p3/Cg/FJjEdTCAV8CEw+wOOBT/C//boX026qA5WtkeUYmZ/Frd/8Er0Tvfj4kzv44jf/gvtffoCPZv3UQc/SjCBxefJJQ0v7MDk4iu73fksGaid6ImSkaMquv3ftiUo7vMOzalqaOJDbjqIUhVhth6A9lsEGHq+UyYuqtLS0wG6364YdP3M3NjZGgyQhMl7TyNB3bI9VleKFgBB4DoGnrzzPSShRQkAI7CgBES4EhMB2EmAbajoKxyknknED0gMx1H/TiKlJBY7mr+Pdv/gm3r3cgqayRpz/y3+Hvyy7jbudo3gwlljUIoFsdhSf9UzAF5qkWS83urqTCMXs+FbRFD5LVoLm5nDcNI/xeAzz02OYKv4znGisQkP+oohFz2xVoRqUxaMXe8a8QhQea0NRWS6Cw49xM9iB9opatBXYYQ1MYnagB4+9FmgZmnczm2Cx5cBhTUBLDuHWfSA0HUNxhR0pexESyXK81FqF6hIFJuOysilvOkwG450RBBIxJA1maKoDDrsVdgugKsvSHpZd+k5kNZBxwjtbrBTx4ffeGU0KlEPUk7KTQVdTU6OvmNnU1KQbcw8ePMDt27fBt2Ymk0n6XRC/LeKT7EJACGw/gUPUFG0/HJEoBISAENh/BI6eRjy7Eo9koKXW35nkiTrPtBGuqloUtdaitDofJ+pykaAZuVDfTdy98Tv88fNbuNk1gdGHj9DdPQp/QkPGYFgAnIggO3gD/oaXUHv1+ziRY4J5sgvD1ipcaHeguvQ4GvPzYDOkMJO2Ib+6FY01FSh0WWimbkHE0n9FAdhhlc2Za0Am5UbP/Ye4PwYk0kDMO4Lxx12Ymo4jv6EZLaYuPOrvQtfMPKZ9KQS8USojjLA/gCjNLqaiswh4vPBGCtFWFUMok0BUzSddVNhSo/jyQS+GPFld9hMV0glkQtPwZGwIJUKIRBLQwmQkBkbxYDKEeHrpeb4nOQ78DhtfBjLC2IHOyZYrpND3cTvkbFmR7ROgqir4fXc2mw2FhYVgA6+5uRkFBQX7Wd8QAAAQAElEQVTgZ+3u37+P4eFhBAIB3eCDbEJACOwbAuq+0UQUEQJCQAgIASGwCgE2iFSytRR17R60vbkRZcXFKIQTuTm1eOutWuSdOIuGymacOd6E9vOnUFV+CpcbmnDxagta2upQXkwzYrkOOIvLUNz8Ei62lKImr4g6sOVobS+A4mzBmdM0m9d8HG3HWnHpYjPaz51Cce1ZXGmrxrFTx1HZfBGtFe24cKIQJXlmMrbW1nGVqsFZ24SalhM4XluDjm+8gXq7DU6LA/a8WtTWtuPa+Uace+UUqsvr0HGuDR2vXEbr6Zdx7fhpvPtSE4rzalBdV43G5goUFVfj/Nsv4Xj7MbTUVaCpvRUNJ4+jqbIM7V9/E0WRSUw9uoM7t+/gXucYhmP1OHv5BMl8BadaWnCmthStJxuRazPCwNBXU/gAh3GV+HukPud7tLHqbexcb0z23qZWFAVmsxkulwslJSXgRVX4XXc5OTmIx+OYmJgA35rJhh7P3kE2ISAE9pyAuucaiAJHjgAvLX7kKi0VFgJCYNMEVIMCs34L49oibPX1KC4qRD4c1BGtwssvV6P0zAlU5BWjqawE1Q2NsOe04Hx7My6/8xKuvvEKLp48hrbaElS2d6D13Gs431CEclc+8vJL0NhWDKX8Ek5V21BoN6Ooph4dV8+SgVgPg7MNTdVOlDXXo6z+DE5U1NMMGcigw4Y3S2ktqlrO4HJHB17+3suoL2zAiZZWtJ85j2PH2nCKZherLr6CjtZTeOnKSVx4lcLPXMGZ5jN45+VWlOZVoLq+CS3ttagoyUf1mWs40dyCNpqZLG9sQlX7RVw72YKL33oFNTYDlEhIf0YqnFCQdrThwtlGqhfLb0ZHQwWaT50kHWxUl8NrsGz4JK2RQSFE9Fkj9mAFP09bo9FIvykX2LDj99zxrJ2iKAiHw/qCKnxbps/n0409ee7ueSQlTgjsLAF1Z8WLdCHwLAFFUZ4NlBAhIASEwFoEslnwIhfkrZXicIQrBiD3LC6dqEZrpXXb65TfcA6nL7+G115/DS9fPksGq1WMt22nfHgFKooCnr0rKyvDsWPHUF1drVeWjTqetXO73fqAAc/ciXGnozmM/6RO+5iAuo91E9WEgBAQAkJACEDLAMlEBmutIHmoEKlGWC0qnlrUBLIJgf1FgJ+9y8/P1427M2fOgG/L5Gfturq69Nsy+b13+0tj0UYIHH4C+8uoO/y8pYZCQAgIASGwQQIGulKZydDh2zA3mHVfJE+nswsrLu4LbUQJIbC9BHj2rqqqCufOndNn76LRKLq7u9HT04P5+XlZUGV7cYs0IbAmAbpUrhknEUJg3xIQxYSAEDhCBBQFCl2tFOVg1pkX5lCUA6r8wUQuWu8iAUVR9NsyHQ4HeDEVNvD4+Tt+fn5kZERfLdPj8SCRWHpdyC4qJ0UJgSNEQD1CdZWqCgEhcPQISI0PAQG+7TIRyyAa0jD0OIKe26Htd7eeldm9Sthzy75JMjjPklvUc6Q7ipAvDc9k8iu9Oc1i/HNlvigNy2H3onQU372kH+3rZa4nH6dht5RnC77O80WyOJ4dl7Pk8/5yx+HsloetY39iIIbQfBoBdwr998LoYRkrmaxDDrPrvR3GSFcUsXDmEPzCtq8KVqsVvJBKWVmZvmom35aZSqUwNzeHyclJLBl3bPBtX6kiSQgIASYgRh1TECcEhIAQEAL7lgAvkJJOZhGPaJgciOudae5Qb6cbeBjB8OPolmQPPiIZnc/KGO+LIxTQMD+XeiJ/mAyC7dCfyxxaWebK48WyVqZdjw6cht1WdWW2gw9X57NcNtdlaB3ngdMMr1HP5fKW78+OJfSBgZA/jbHeGLhegzRIwFyWp1vXPhnqU8NxRMMaMmLXPdN28Lvu+D13jY2NYAOPV9AMBoOYnZ3FzMyM/p47nrmTBVWeQScBQmDTBMSo2zQ6ySgEhIAQEAK7QcBgVGBzGWB1GFF7wonmc7nb687moqHDhaazOU/JbTm/sXIaTi3K4HzsFvWsbrXDmWdEYaX1ifyNyl6rznqZp11P5OrplpWtHy/q0cj6nfmqjuvRgdOwWy5nM/vMlhm3XHg+0ybSr/HMYn3WqEczhbM8dhvRpaLJDke+CblFZjQSM67XQnlfMVmXPJ1nDmrbnDBZ1aOxgM8Wfug8c9fS0oKmpiawsTc6OqrfksmrZfLzd5qmQWbutgBYsgqBRQLqoi+eENhxAqqqgkfrpPGGbEJACGyQgKIA/K66/BILGUfb7Kos4A5/cbV1S7LLG+0ornlWBsu1OQ2wuwworNxe3csb7Cipta1LLutXsop+263TavKYATNeLW55GOtXuo76cDqWuTzvi/ZdhWb9O2SxG1BQvnAeSutsKCP3orzPxFdYkVNsooEGA3jQAbK9kAA/c8czd5cuXUJubi7YuOvs7NRvy+TXILxQwAFMICoLgd0koO5mYVLW0SbAt1nwiJyiKEcbhNReCAiBDRHIZLLg2y/Z5wVTVFXBtjsDyWS3Fdlr5OfXz3Gzx25P9Wb92G2ljpvNy+Wye1F+TsNuPelelGZlPF16+BzobimOy2K3dLxOn2Xw7cDpVEZmmbC+TVEUGAwGfVGViooKtLW1obS0FPzi8vv37+tGXjweF56Q7QgS2JYqi1G3LRhFyHoJyCzdeklJOiEgBJYIUF8QqgFQFOqVQzYhsD8IGE0qfS/5O8luf+h0ELRQFAVWqxX8nruSkhLdsMvLy0M4HMbg4CAmJiYg77mDbEJgwwTEqNswsgOYQVQWAkJACBxgAoqi6J1nVa5YkG3zBHjBHY3fGahlNy9kKSfZcfzuRAPN8tHXcylU/A0QUBQFdrtdN+pqamrAhl0mk9EXUeEFVebm5sDP3Mlg8AagStIjTUAukUf69EvlhcDTBORICOxLAtQbpw/YPaMfBWaTEURplD+aSIH67JQkA2QSiIUjiCfT0Pvw2Qwy6TgiwTDiqQyFZUkeO0quf7LIaBq0dBpp8qlvuRBKx9lMFvxHGfizEM5hVLZ+sJV/WU0vN00qb0WMnpf10ZJIUYVJPT1I/n1FgM9jRgPo9IJO6FcRm9xj3LrbZH7JtkCAn7e32WyorKzUF1Ph5+1CoZA+Y8fGHa+aKStlLrCS/0LgeQTEqHseHYkTAkJACAiB1QjsahgbWOlkhoyfZ2dYspk0UjO96O/qxuCkB/MJNpISSIbGMdzVi7FZPwJJNtYiiPnHMfCwBxPeECLpJNKpNJJxlskuiVgoiKDfj3A4RoYfVzGLpM+PeCIBjcpJU54Y6cEGXjKehLYdlhgZpPFYGP7EQnlsJPDes451XB5KWuhBWWQIkKaRVZhJIRslBjENhGF5YtrPPjFI6eBIflSaVTNZFJjMCkAfbGUj9nz+aaxgy6K2osZhy8vGXXV1NXi1zOLiYv39dl1dXZientZn7fi7ftjqLPURAttFQIy67SIpcoSAEBACQmBHCKgGUEdc1W/BXFlAlgyzQOcQ4nkWTE8NY+TBpxj29OGf/3EASqEN3gefo+feB/h8sA9/+sMonA25mP70fXT1foIvR4Zw776fRNL0DXpw/94ExsaidMwfDdnMPO7/6h9wr38IM8EhjHR/iv/tNwNIpedw514fpqZ8nHBLTkvGkEjEkUhTefEoQrEkUmygrZCajocRpziaeAR4di9JaSNJpBNz6Hz4EHfvDSAW15AK+xFLJhBLZEBoyBDOUJokkIoiEk0iSbOUK0Tv8OHhFZ9OZcmgzmJtQ/zw1n2na8bP3JWXl+PkyZOoqqqCx+NBby8N0oyN6cbdTpcv8oXAQSSgHkSlRWchIASEgBA4SgQWp1UWvadrriGTIGNs4Dr6pubhnU/A4B2Cp+w08gtpxL8sjkyoFz0TcwiWdqCkoAJt5UGEo0GMzCYRj9MMl34vXhLzw3fw4MYt3OuZQlCNAcFOBF0GTE6nMT8dhjHphjrfiz/1ejE9HyWjiY3Bp7XZ6FFsZhIz4114PD2A939zB3OjkwjFEyAzbFEU6xeCb3oSQzc+xqN7H+OLoU588v5DeGaH4AkH4A3GEInEkYoE4X18B8OhSdx90IfR3ruYnb6FD7+8j4/+OISpoY/RNTiEYar3onDxNkuAvosmiwp+nYFC+5sVI/mWEVi2qyiK/goknrnjGTt+FUJRURH4Vkw27ngxFX4Ngjxvtwya7B55AmLUHfmvwO4BUBQFfO88ZBMCQkAIbIDA0rNQq8+IcI/aDldBFSpzMrCkZzBBM1JpWy6sZgfy7RmoiCKc1JCx5cBOYQUO2oeGWOppJUzOYhSWlaO0KAfmRIwMpPvwOk2YnnXDN+NGxupAblEZTDOdmI7QTJn2dP7NHBkzKZpNyyJGsmypEXR1j2KOjLT0krAs7aWmMNw3iumhQcyNPcLw9CD6tCLYHC5YrRaYTGaYjCaYDVlYMjGENQuM4Wn4RgfQP9gPv/8Rvhz3YsoTphk8rvuScPG3QkAWSdkKvfXlVRSFvuNWfaVMNu7YsGNDLxAIYHh4WL89k1+DANmOFAGp7OoExKhbnYuE7hABRVEgI2s7BFfECoFDRCDNC5QsWnEZ8tPpFKjxWKWGi0ZdXhXyzGTAqWmEzIVweR5garoP3VMakoYyVOTaYHE/xMjUALqmVBpgMiFH9cM/3Yu+/l6MeGJIqg44cswwGyPwznrR1ZOBq6gKpSY3ktFpzCg5sJa14UReivJnQBqtos/Ggqw2C6w2J5VpRWl+CtOTs/BH41/JzlIp0TGMzwQwH4siwc/gsdFqNiKVzCCdJYNOIYtQiyFKXm6uC6qhAFVlKggh3B4jakvTiKWDCMVsVJYdTodxY0pK6lUJpNNZZHgiddVYCdxuArxSZllZGXilTKfTqd+Gybdlut1ufcXMVIp+K9tdqMgTAgeIgHqAdN0lVaWYnSLAxpymaVAU7oTtVCkiVwgIgYNMgNsJvq1qfn4ePALPbUYyGUckFgFU5dmqUZDRpSAyN4SJgAkJ5xm0ldWhOXoT/YO38PmkE1nHWVysKkJl6CYe9t3E9elSuOylaLT5EBz/Eje+/BwPxtKIuPsx2nMDNx/cRqc7gHH7K3ip7WV8uyMXxQUq3CkHcnOsKO54DWdrSlBm3wbjyGSBmRfvUBPwpipQlWuGMRtFOOynjqofQZqRCAdiMOSXwJxLxl9eJXJdVaiYuY+JvscY96WQzSSRTQUxFaROrS0HTpMKV0M5bFVNyC9sR3vDGZy2a8i1qrBYDDAa1Wc5SsjGCGQBNqp5Nc0s7W8ss6TeLAFVVfXXILBh19zcDLPZDDbqxsbG4PV69TZDFlPZLF3Jd9AJSMt+0M+g6L93BKRkISAEtp0AG3T8vMzjx4/1zhrfZjU7O4fZ2elVZ+pUix2Fr/8Yb738ffzku++Sfwa1xY24/K/+I7791l/hb372Lbx68Thqazpw7a/+K3z3tR/hv/ibb+Bi2xWcu/ht/PT/8d/gX/3V3+Lbt2WWugAAEABJREFUZ17DD//d3+Jn//E/4kff+gG+c+kifvyj08jNtcLe/jWcuvwzfPvUebzSZoTBVI5LF0+gqrJo6/UvO4aqhvN4s6EZl7/5NXz9p99FTXIUgx/9Er/9zS/x3p8+x6eBV/D6Wy/hWz/7t3j3a3+F712+iu/8q+/iyhtfw+nqaly8cg3XXn8VxxurYOj4Ol4ud6DE2YzTZ87gtVdOwll8QU//8mtvoa2mHIVWyLZVAgpgtRtgNIEGKiHbLhNQFAVOmq1ramoCP29nMBjQ09OD/v5+RCIRmkGVKdRdPiVS3D4goO4DHUQFISAEhMChJiCVWx8BvpWKn5PhW6wqKyv1Z2Zu3bqF2Zk5FBaUgpePX1USjd6rigoexVeps6coChTVsHCsx9GxQm5ZmKLQsUJ5qDO4kI/2Oe2TYwWqqkDfFJU67hSv5+EQhY7Z8f4WnS5Tgcq+SmWQK2i4iLMvfxvvfv3beOfNN3G1yQWX1QhdT4rntLyv0L6isB7kVHK0D4V1BegIiqJApXBAIZ/CVXIUBtm2hYCyLVJEyFYIKMqCcVdfX48TJ07o3/Pu7m4MDQ2B33W3FdmSVwgcNALqQVNY9BUCQkAICIHDS4BvueSZOr6tKhqNwu/3g5+vs1lsh7fSX9VM3zNaXXDmFqKgoBD5+XnItRlgUPUo+ScEhMAKAgYaiOHFU/Lz88GDQbygCrcj4+PjmJycRCKRAN/WvSKbHAqBQ0dALhOH7pRKhYSAEBACB5OA3W6Hy+XSZ+h4xs7hcIDfVWWzWRGNR0CD8gezYqK1ENh2AiJwJQE27vLy8vQ2o6ioCEajEfxs7sjICHw+nz44tDKPHAuBw0RAjLrDdDalLkJACAiBA0zAYrHoiyCEw2GMUEeMn5lpaGhAYWEBorEwxKqDbEJACLyAgNVqxdIt3DxQxAbd7OysvpBKLBYDL770AhGHK1pqc2QIqEemplLRPSegKIp+v7vcBgHZhIAQWEGAV6xjY44XRuHbqGpra8EdMA7nUXeX0wlkskgnM0gl9s4l4wtlL/nr0SWdzCJDume07I7rvppeq4WtR+/labZDxnJ5y/efyF5kuzxuq/tPZNN3Rn8FgUZfo+06D6kM1nzOc8X3Ww53nwDP9HM7cvz4cfr9ZcArZPKt3dzOiGG3++dDStx5Als16nZeQynh0BBgYy6TydBguzxefmhOqlRECGwTATbmuMPFfkdHB65evYqSkhLw4imzc3PIzc1HyJ9G350gHl/3b8g9+nQeDz/xbSjPamU8/GQe9z/06nIefOQjmfP6/mppl4cN3A0i4E5hdjS+kP6zeTz6mPQhf3m6re5zPe/9yYtHy+TqOn/gXSh3g9yW9GG5XN+l4+30WTbr/Jh0fkhMHhHj7ZLPHO5R3bkMljnWFUbIm8L8bBI9Xwa2xKTrhh9DD0meLwUtLe802KZmYNvF8C2ZfEv3sWPHUFVVpT+jywupTE9Pb3tZIlAI7DUBMer2+gwcmfKlokJACAiB1QmwMcfP0PHoeV1dHfi5GL4VkzthvGR5Q3MlalqdqKi3wmJRoCK7IZdNZ5ChWZWN5uP0Ck3FqMjo5SnZLLLUgdeSNN2jZaDQsboOXSxWFWW1VhSUmnU5Sxde1ikd10g3bTE8uyVfIV1AM4IsE6wfDaKxz2Hr0XOtNFxPlpFJaVTnBRZrpV1veDatgZ1CDLOsK/ngjfz1ymB92K2ZnmSBzj2XwWmcuQaU03eotMYCg2GBtUKM2HH8hpwC2B0qqltsyKfzyqqL258EFEXRn68rLCzUX3/Ag0X8TrvOzk7dyEun0/tTcdFKCGyQgLrB9JJcCAgBIbCzBET6kSHAM/c8MzdHM3Fc6YKCArDjBQ4URYHNZkNOTg5cOQ7kFpnQfjkHTaedaOxwbMg1n3Gi5axrQ3mWymg6xWUtlNl8xoFj511oYXnnXGg+zXEvdlw+637swqIOJLOZZHF4y1kHyVmQv1TmZv1mknvsvBOtZ53EyYGmU05wGa2k82Zlcj6uJ8tkf4HHi+vM+Z7nmuk8smsihsdIP9a1ZZHJ8/Itj+P87JaHLd9nmcyc9eZw/g7weWi7lKOz4TBOs9k6NdP3gF1BqYm/vuL2OQFeUZcHjEpLS8G3dLO6/Ozu1NQUeKVdPhYnBA4yATHqDvLZE92FgBAQAgeUAM/K8bMtvOy4qqrgZch5JN1kWr2DbDQp+ixLRYMVS269flWzTZ9RWW/6p9PZnpRX2UhyWm1YklfZ9FXc03lerCPLWpBj1+VtNP+q6XX97KhutYPlVzRaddnVNJu0avr1siS5VSSjqtlOLGzkXly/F5XH7HRHsmuOkVzSdeF4/bKZH7s1yyKZzKKCynhemufGv4BRUaUFVofhgP4Kj57a3NY4HA6wYceOb89cGlji16dwuwTZhMABJSBG3QE9caK2EBACQuCgEuAZOh4Z5+dauCPFnSterY5n5g5qnUTvfU1AlBMCTxHguwF4tq6lpUV/jQobdjxjxytlynvtnkIlBweIgBh1B+hkiapCQAgIgcNAgFe1nJmZ0Vej42fmuHO11gzdYaiv1EEICIH9SYCf3eXneGtqavT32D169Ag82CSG3f48X6LV8wmIUfd8PhIrBISAEBAC20iADbrJyUn9ZcC8Ih3fcsmj5ttYhIgSAkJACGyIQG5uLvidmDzIxANOAwMD4Nm7DQmRxEeLwD6srRh1+/CkHFaVFEUB37/OrzaAbEJACBw5Ajz6zQYdG3a8Ah07NugURTlyLKTCQkAI7B8C/Kyd3W7XX6PS3Nysr5bJq/Lyu+24vdo/moomQmBtAmLUrc1mL2MObdls0CmKcmjrJxUTAkLgWQL8u4/H4+BnVvhZOn5vFD9Hx7c+KYq0B88SkxAhIAR2mwAbdlarFXz3ALdPvM/P/LJhxz4/C7zbOkl5QmAjBMSo2wgtSbslAtyxk0ZxSwhXySxBQmD/E0ilUnC73eB3Q/HKczxDx6Pi+19z0VAICIGjSCA/Px/l5eVwOp3gVXr5lsz5+XlwW3YUeUidDwYBMeoOxnkSLYWAEBACWyOwR7l5iXDuFPGtTEsGHXeU9kgdKVYICAEhsC4C3F7xAiq1tbXgWzD59Sts2PFt5DJAvS6EkmiXCYhRt8vApTghIASEwFEiwIsN8At++ZZLXmWO/aNU/4NYV9FZCAiBBQL8zC/fjnnixAnwK1cGBwcxOjqqG3kLKeS/ENg/BMSo2z/nQjQRAkJACBwqAvzOp7m5OZjNZjQ2NoKfoTtUFZTKCIGjTeBI1F5RFH3hFJ6xq66u1m/H7Ovrg8fjORL1l0oeHAJi1B2cc3UoNFUUBfxs3aGojFRCCAiBNQmEQiG905NOp1FRUaGPcvNCBGtmkAghIASEwD4loCgKeOEUfqcmP2vHA1W88BM7ec5uPSdN0uwGATHqdoOylPEUAUVRnjqWAyEgBA4XAe7k8MICvOIlv/8pLy/vcFVQaiMEhMCRJLDcsON9nq2bnZ0Fr+orA9ZH8iuxryp9KIy6fUVUlHkuAWn0notHIoXAgSfACwjwbZe8BDg/g1JcXAyZoTvwp1UqIASEwCIBk8kEXh2TF1FZMux4dV9eEIoXhlpMJp4Q2HUCYtTtOnIpcA8JSNFCQAjsIAEetOFZOl7pkmfolt71tINFimghIASEwK4TUJSF2zFbWlpQUFAAfnaYV8dkw44HtnZdISlQCBABMeoIgnyEgBAQAk8TkKPNEOClvrljw3l5hk5WumQS4oSAEDjMBCorK8Gzdny7eW9vL/guBR7gOsx1lrrtTwJi1O3P83KAtMqSrut1gKLy83TrTb+UDrIJASGw4wSWfm+b81PpFPj1BTOzM/rCKPyOJ0Xh3/uOK763BUjpQkAIHGkCBoNBn63jlTG53evv7wc/Z8d3LRxpMFL5XScgRt2uIz9MBWaRRYb+UutyFpsBObl2ZJX0utJnkSZY3MEkTz5CQAjsIIEsstDW9bvMYPXfezIVRUqLoag4D3n5LhhNxh3UV0QLgYNHQDQ+vAT4Obu8vDyUlZWB71DgVTH5lkyevTu8tZaa7TcCYtTttzNygPRhcytL3cAsGV/rcSazCofTSp3H9DqdRukyB4iIqCoEDiaBLP3Sshv4La/8vae1BBLJKBQ1g6rqcpgtRigySXcwvwyitRAQApsisGTYVVVV6e/k5AWjvF7vZl5UvqnyJZMQEKNOvgPbR4BG6ePJNOizqsxMOo1UPIFkNoNYKEANXRiReArxJJuHq2aRQCEgBPYTgVQcyWQS0YSGZIRm5rJZMgcBHo3mcO7U8IqXiiIW3X46baKLEBACu0OAb8XkmbrGxkZwe8hGHb/2gJ833h0NpJSjReDp2opR9zQPOdooAe7UZTLIaBlkQ30YnfJjep46ehyWIZ/kZfX9DKLzAbhHx+FORzFw53P0991H9/AcxmbSWEhD6ZfkUV76UG75CAEhsBsE+MF+XrUt8+Q3mIG+T8dPwt1jmJudQfd0AFOPe+HW0kjQ7zsajYGX8rbb7cjQD1eGaXbjjEkZQkAI7EcCirKwMmZTUxO4TeTbMCcnJ8Ft7H7UV3Q6PATEqDs853Lba7IegUnfFMY//yP+4R/vYGBuDJP+OKaHh9D7+Yd47w8PMJ6YR+fnf8JnX36BO0Nz8M7NA+N/xG8/S2Nm3IOUFkY4OIdJkvH3f38b/d4h3PniI3zw0T3cm4ivRwVJIwSEwFYJpCPwTfbjj7/+E74c8uDuZ5/hwz/exM2uIbg93fjoH/4Jf3zgxuyUB8HgNMaD85ig32eq9wb++Iv/E//8yUPcud+H3s8+xC8+HEYgnobcOL3VkyL5hYAQOMgEeNaOF0/hV7v4/X4MDQ1BFk85yGd0/+suRt3+P0f7WMM0fGEjRgMVuHChDqVWBQaasYMGGFJRJIITGPLFMDcZQiJuhqLyczZRZApcKCqrRWW+BebMHCY8AQz5K3DxYj1K7UYYocA/H8Tc9BxkOxAERMmDTiCTQIqssHlzM6p9t9E9OoHO7inMjs1iVskinVUwNTaFaCBIs/Im3anZENTSJpiTWZQV2FFckgslmgAmhuBNp5CEbEJACAiBo0tAURT92bqioiKwYcerA/M7PGOx2NGFIjXfUQLqjkoX4YeeAD9HEwkGkaVOYVwx6s/Keed88PsjcBrC8AQ0qGYzotEswoE4VDWNrN2F/Pw85DmMMBChaDiFSDCArBZHwjeHQAoIUw8zFQrIaD/xkY8Q2HECWQ1ZlX6NznIU2skcy1pgsjjgMmgwBeYxb8xBnH6jCcQQISMuGtRgyNBgzfwYvEkDssYMNC2NeT/gotn5SDpDhuBqWkuYEBACQuBoEbBarWDDjt/dGaT+ktvtpj5R9GhBkNruCgF1V0qRQg4pARVOu4rSwhRCwSji5lK4yFCzWVWoriJUVVfQ7J0NFU3VyM+zw2k1I6ewBDY1HxUVNthyS5CbU4Ha0lyUFaURJMV+ROEAABAASURBVBmxGHUiXXkoLS9BRZFDX4ThkMKTagmB/UPAYIHN5kBNiQGG8mYca25Gx+kmNNSVoiRrhLOsEnWV+XCUlcLucqLYbkZuaRHSngkYCgphs9thMppgLihFRX05nGQgGrL7p3qiyQEkICoLgUNEwGKxoLKyEjk5OeAZO148RWbsDtEJ3idVUfeJHqLGgSSgooAaqTNvv4rTZ1tQU3oG1y604Y2vncO5N99C+8VX8HJdEVpOnMIr147j1ZePofpYB4oMTbhypQgF9adQX9eIKxfqwDLOnGtBbfNlXD17Bl9/9QTOn2rQZ/IOJBpRWggcJALGHOQVluHKMSMZZu04f6UD1y43oq6lBQVNl/HNl9rx7usdqDl+FSdbW/G1C5VovHoVjqrLePfVi3jlFP1ez3Tg6rev4sTbL6Ehx0qDNwcJgOgqBITAQSVwUPRWVRV1dXVwOBzgZ+x4AZV0On1Q1Bc9DwABMeoOwEna3yoqpB5/jV7sNC2LVCoNBS9OCz2NAtmEgBDYTQLr+23ybznOrydJpmAyWWA0mknJ5XnpUD5CQAgIASHwFAFFUVBTU6O/oJxn6/gl5U8lkIOdJHDoZfNV+NBXUiq4MwQU3TwzkPllXpeLR9KY94TWlVaFmaSzM+yM8iJVCAiBJwQU+lWqMNH/9f2Wk/EM5mbmoWTNMCiWVfKZoFAoZBMCQkAICIGnCBiNRn3hlMLCQvBsHRt2sirmU4jkYJME1E3mk2wrCRzZY0XvvCnUgVvLaekMBvoH8fhxJ4aHR/Hll7cQDkWQzeAFeRWAUkA2ISAEdoGAQr82dV0umUhh3udHbk4ejIYFA05Z1gaA9iGbEBACQkAIrErAZrOBjbq8vDyMj4/D6/WCF56DbEJgCwTULeSVrEJgXQRGR0fBKz5x48UPCvN95QMDAwiHw+vKf9gSSX2EwEEmkE6nEY/HoWmafgsRjzof5PqI7kJACAiB3SagKIr+bF1JSQl4dcyZmRnMz8+D29fd1kXKOzwExKg7POdy39akv79f7/xduXIF165dw5kzZ2jGblg39Pat0qKYENh7AvtSAzbo2NntdpjNZiiKsi/1FKWEgBAQAvuZAA9wO51ONDQ06LN0/IwdD4BnMpn9rLboto8JiFG3j0/OYVGNl/I1GJ5+No5vPVgZdljqK/UQAoeZAC/DnUgkkJubKwbdvjnRoogQEAIHkQAbdi6XC42NjfodEDxjx4NmB7EuovPeExCjbu/PwaHXgBuolbcURKNR/fatQ195qaAQOGQE2KDjh/r5fUuKIrN0h+z0SnUOOwGp374kkJ+fj4qKCv32S37Gbl8qKUrtewJi1O37U3TwFaytrcXs7Cw++eQTfP7557rPjRffdnDwayc1EAJHiwAbdfxAP/9+FUWMuqN19qW2QkAI7AQBnrHjhVMKCgr0WzF5LQJ+bnknylqvTEl38AiIUXfwztmB07i6ulp/LwsvqBAKhVBeXo6mpib9IeEDVxlRWAgcYQI8Q8cdDb51mp+nO8IopOpCQAgIgW0lwG0qG3V8azuvhsmO29xtLUSEHWoCe2TUHWqmUrkVBPh+8bq6Ot2Y42fp2traUFxcDJPJtCKlHAoBIbCfCfAsHevHq7UpiszSMQtxQkAICIHtIsALUPGMHfeV+P11PBDOA2nbJV/kHG4CYtQd7vO7b2rHo038bN2Sy2az69NNUgkBIbBvCLBRx79dHlHeN0qJIkJACAiBQ0SAB8349U+89gCviMk+t7uHqIpSlR0iIEbdDoEVsU8T4Iapp6cHjx49wsjICNjIezqFHAmBrRGQ3DtLgDsVkUgEbNjx8x87W5pIFwJCQAgcTQJ8e7vD4dBXxPT5fODbMOU1B0fzu7DRWotRt1Fikn7DBNigc7vd4IUV+Fk6fsHm9PS0vnzvhoVJBiEgBHaVABtzPAjzwQcf4Pr167h37x6GhoZ2VYdtLkzECQEhIAT2NQE27Pg2TH5UJRwO64vN7WuFRbl9QUCMun1xGg6nEtwZ5FXyJicnwQ1UUVER+Pk6XiiF7xUPBALyWoPDeeqlVoeIAM/OsTFXU1ODS5cu4dq1aygtLcWXX34pv99DdJ6lKqsRkDAhsHcEeHE57i/x7e5+vx88IL532kjJB4GAGHUH4SwdUB35dgG+bYAf8uXVnPi9VhaL5ckiKcFgEHyv+AGtnqgtBI4EAZ6l4xfilpSUoKGhQV+5Ni8vDxzGv/EjAUEqKQSEgBB4HoEdiuOFU/gddtzW8mA4D5TzgPkOFSdiDzgBMeoO+Ancz+qn02lwI/R/sfff33ElWZ4n+HmuFbTWigBBrckgQ2ZEZERGpBaVXVnVVS2qZ6anevvMzp6ZPWfO7l+wP+2vszt7Wlb1dFV1VWWlqIzMDC0Y1BKE1hpwBdfa95oTDgIgQAIkSEK8B78we2bXrvjaE3bNnj9XAZ0aBKq3Xarv4qi3OqnfqVMBnXqzk36B2s69qNu21xHQNC230q5pD952qWka6lzWtAdl6JuOgI6AjoCOwJYjoMZQ6ikn9RhmfqJ8y5XoAncFAnpQtyu6cfs5oQI1NcOvHhdQK3QqkFNlarZJDQbVc+Jqxkk92qXKtp8HukUvAAFd5TZEQJ23arVdTcJEo9Hc6rpKVbmibWiybpKOgI6AjsCuQUA9fqm+X6e+wjIxMZF7WZV+7d013buljuhB3ZbCqQvLI6ACOjWrpN7gpB65VN+py9epVK3aqRenqAuTGiyqMp10BHQEth8C6vxtb2/n4sWLuRelfPrpp6g32XZ0dORW8F6MxbpWHQEdAR2BvYOAGkupR+DVJLh69F1NrO0d73VPN4qAHtStg1QskmZqOMrtzxfouhjYNN35YgFFT9I230bpvrNJ/UrnjU/8OXtV/u5XT2Z/3oYnTbsvhRi4EWdhopCB6/GcPeNd4B8roOvrYG5/tt/CxD0DPZfDuf0n1bVeu1uCXR6L9XiepFz1ieqbu18FuPGxH5U+iZynbXPnywX6b4YIeJLrHMV6sY7A0yOgfjOps7OT1157DRXgqdni8+fP09zcnHsE8+k16BJ0BJ4hArpoHYFdgICmaahrsXphlQrq9BfN7YJOfQYu6EHdOqAGvCkJ6mJ4ZpNEwlmikc1ROJR9onbL9URCGcKb1K1sDQczOXtVXtFymc8rH49pGHDgdJSRSppy9hgNTlzOcmKLWJoMhZiNhaST5lz9VtsWERzCgftYbKVshWkk178ZQqIjGt56HRuxN+BNMzceZ2YkRjaLvukIPBMEDAYDapa4tLQ0N6hYnn8mCnWhOgI6AjoCLwCB7a5SvQ1TXYfV9+tUUKdeNrfdbdbte74I6EHdOngnohniMli32I0UVVopqtocldTYKK62bbrdcj3FIqNkkzKUzrJaO8pmlS+uejobltuzmXxJjZ2KhgKqm4pRedW2vN5FTUsJKq+osrGAqqZCyuqcS2WqfKuoRPArrRMsNtl3j9Of6xeRrbAty8l/MRjbi8xkshqhhRToQR369mwRUAMI9ZuT6sdw9Uemny3WunQdAR0BHYHVCGiahvp+XV1dHeorLn6/P/f9utV8+v4zR2DbKjBsW8tesGGaIGO2GXGVWCitsQrZNkXl9TYUlcrg/0mposFOecPm9VY22ymtva+/rG5z7Z/U1idpp2xTpGx9kvaPa1PRaKdKYfEUfbCWDtWvql+U7Uq+Stfie9ZlRRUW7C4jRpMBNPRNR+CZIKC+9xqLxZiens69zVa90XZubg71oqNnolAXqiOgI6AjoCOwJgKapqFemqIexVSTa2rFbk1GvXBPIiCjwT3p9/Z1WrdMR0BHQEdgGyGggjcV0Kk32VZXV6Me/VErdvPz86gv7W8jU3VTdAR0BHQE9gQC6g3iylF1LdavwwoJnRQCelCnUNBJR2AHIqCbrCPwrBFQP2UQDAYZHByktrYW9ZKUmpoaSkpKGBkZyT36o1bynrUdunwdAR0BHQEdgQcIqJ+KUpRKpZidnUW/Dj/AZi/n9KBuL/e+7ruOgI7AXkDgiX1Uj/eoFTr1uI/6gr76or56A6YK6hwOB+otbGol74kV6A11BHQEdAR0BDaNgHqBVXFxMXa7PfdYvJqA27QQvcGuQ0AP6nZdlz4jhzIJ4mEv0yPjuIMJkukYEe8MsxNTzPhipDPqXR1pEsE5PO555gNx0lkpTPpwT04w514gnMjkZpPSybRihkwSdSFKZbJkRF7UPcq0O0AoEiMRjxGNRhYpTjLmw6vkeoOImGfkpC5WR0BHII+AmvlVQZ3f70d9MV99h0PVqcGEegOmWrVTM8R6UKdQ2S2k+6EjoCOwUxBQAZ16HF5dqz0eT+7lKTvFdt3OZ4OAHtQ9G1x3n9R0iGhghoExP77xWwzNjNA3PMPk8Dje+WHuDAUITfQxNTvN9PwEszOjDEwGyYQHmZjyMDM+xMTECD1jC3jGR4ikU6QXhpiZn2V42od/5B5D3gD+oAroEiQTUuafZnjISyTiYXx4RFYF5onEEqQkVtx9AOse6QhsLwTUYz3qBSlq4kWt0hmNxiUD1RvYioqKZNIlmnsEU/EsVeoZHQEdgd2PgO7hC0dAPTmhgjp1LZ6YmMhdi1WA98IN0w14YQjoQd0Lg36HKU6F5IKxwEyyBMP4b7je38XVkSh+t4+s7xq/vjLN2JXPGfEliBoTZBb6+frqGLFgP/PpQpLhGaYGbvLR14MM376KNxEnNXeZgZEeLnaNM3zjKmPWBooLHTgsRgzGIKHQJF1dAcj66bs7hMcfxmS38mBoucMw1M3dUgTUb/OlklmioTSRYDqXqvxmSLULL6SeuP1mdG2EN2dL4Ml82Yj8zfAseKM5XMwGp6yUa5LPSGogEYVYOEsqZkTVKb6gP/5E+G/EHtVHijbC+7Q8So+ip5WzFe2VHbFIhnQqu6XnjS5MR0BHYPcgoJ6gUI/Hq8fkQ6EQqVRq2zmnG/T8EDA8P1W6pt2AgCZOmCxmLBYT2ZgP/9QoU5NzOCoNDMwXUl5cRnvHISrKGiibv4Uvkwari5L2CzRVN1Dn6SYoMh4stvnwyuh8QjvGe03F1JS5sDmd2B1OCgpcOB2lFBS20WSbZNYzQ687hdEkAvTPnkcgLYNd73Scvmsh7n0d4N6lzVPX1wtc/cjH3YsLT9T+SXQ+qs31j/3c/sK/9bY8AT69V8NMdGfxjNhz9tz6zM/sgJXpPiN3vlzg1qdBAuMFMkmTovtyMMfzKN+etO7uVws5fU/aflPt5HjYFP8THHMbli99NnQ7RMCb3PPnug6AjoCOwNoIGI1G1OPw6gVW6jdEw+Hw2ox66Z5AYIcHdXuij7aNk+l4BP/sBLNlP+GlzjoON5ditlThTDrYf6SRYluMNElSJEhnU8SSdsxo8icuZANEyRAyVVAguw8OPCMG4TBKKzV0eXhOWhNuE61v/DFvHXZSGrrJp936RUtA2fOfRCxD/40QnrkkcTl4MnIpuMl4AAAQAElEQVQkbZ6MZDHKkanIIOmLp/QT+bH1dpusdlxFJRQUl3LfJiOl5ZW5fYWzZjRTLPuuwmIMZtszw+6+7q33T/mwmtK5Y+H56Fqte/V+NJpldiLByL0IMu+15893HQAdAR2BtREwm83U19fj9/sJBoPoP3GwNk57odSwF5zUfdwaBIwWO4VVrXLxaKSyyJabHSpuaKB2fwML1/qpbtSYGh3i8gcf09vfR7z9ME6DAW/Pp1z6/acMToco76ylhFEuXb7CJ7dkMJ4u50idgTpbL//w4dd8/eFn9E3O4svkbc5KJo5vaoLJ4SHm3D5imlHKNvnR2XclAul0FkehibJaO5VNjk1TVYuDhk4X1ZI+SfutbqNsqd3n3LQfj7WjefPYVDc7qW0tyFGVYFvX4aShoyi3X9Mm+QMF1O0rpKbVRfUTyH+szaJT8dS0OqkWUvlnTep4qHqGvmzG/pIaGzaHCXWMo286AjoCOgLrIKBpGi6Xi4KCgtz3nFVgtw6rXrzLETDscv9097YKAVMhrtJGjnRWSkBnwWyUtLqKloNNVLYeoq3UTk3HUeqraigvrKCiqomDhxqxFUldUyV1NbXU1dXT2VlPZccxqoqKKK4/QlNdK4caKmls30dJgROnkNVskvnyAlzOatpkgKseLzDb7DjKO6it30d7hWWrvNLl7HAEDCZNBr5GnEUmXCXmTVOBtCmutFBQ+qDtk8jZqjZFcmwXllk27cdW6X+UnKJyyxJOCq9iwe1R/FtVp3QVlj2f/lHHw1bZ/bRynAUmLHYDBoOGvukI6AjoCKyHgKZpqHGSeiNxPB5nYWEBfdubCBj2ptu615tGwFwsA+d6DtSByahaV1JdXUl9Y7mslDRz5lwbhbUnOHLkOGfPv8bRE+c5IasnxsKjnLrwGq+99SanDu+nubKE4oPv8sqJE5y7cIb9zbUSJFZR1vEab549wtGzp2iqLKPQUIiroJb9nQVysbJS1tRB6/HXOHzgCB1lBmWATjoCOgI6Ai8SAV23joCOgI7AtkFA/X6opmmon6JRwd22MUw35LkhoI+OnxvUuiIdAR0BHQEdAR0BHYG9h4DusY7As0fAZrNRWFiY+06demnKs9eoa9huCOhB3XbrEd0eHQEdAR0BHQEdAR0BHQEdgb2HwFN6rH6zTj2K6fF4nlKS3nwnIqAHdTux13SbdQR0BHQEtgSBFDHvONPjI4zMhUlm0iTd/Qx1dzM8OU8gESMZnWfi1nUGJ3z4Y2ky2QxpKY8EFwgKReILuMcGGO4ZZGQ2TCqTJZvyMjU4yNS0h3B6SwzVhegI6AjoCOgIPAYB9cIUu91OIpGQ63MQ/cfIHwPYDq5ey3Q9qFsLFb1MR0BHQEdgDyAQG77G4PQck4F5grN3+OKWD1/3AP5MjNmxfka7vmYgPEPvYIqU+wY3b3bR3dOFTwK/e2MpGTikSGfnmJ4L4J6ZIey+w28vTdD31RW80QBJk9xilt5kuwcA1V3UEdAR0BF4gQioVTqHw4HVasXtdqP/vMEL7IwXoFruuC9A6w5QmUpkCXmTzA5HGLoVZOhmYEM0eCPAEi22UfvrtV+rLl+m0jyp9iqv0kfRoOhUlOdRbfK0okz48vsPp/d9XS4nz6NkLeVFhtpXfAOLfqs6ta/KVT5Pal9Rfl+lal/xqvxqUuW5epG7uu5R+6pNvn5JhtiZL1Op4smRlOd4FlNVtxHKtRG7lmSovMjIt1XlKq/SPKn91ZSXky/P8S6Tky9fL53oCeOdjhNTSyHqlx92wHmlm7i9EJgbmiAQ17AWFWAnxNidfnzTE/gSQWamp3IreL5MRAK0YgocNhJTI8xP3GVsvo/bt3voGfUSTvjwB8MszM0Qmu+neypCYPweUwthQmkNk/7yxu3V6bo1OgI6ArsaARXUOZ1O5ubmSKVSu9pX3bmVCBhW7up7eQRikTTzkzGGbge5+aGbG7/fIP1O+BQJ/02hDbdbzrvY/oZKFS2ve0w+r/O6tFO0noybUr9p21Sb34p/izYoGTl9Un5dynN5qVPlq2WrOkWry3P2SZvV5XnenA9r1K/mX9oXW/L5tezI1+XkKt7ltEE9Obmr2uXK1mqv+JaVK72KlB1rtlnFr/jWo55LfqYGIgR9SbLylz92n2uqK9vRCMz5zTjtLurq6ygsrsblGyIqQVwwMI0nBnFjCSUWA0arC1f1SZrsWZxZP964HHfzY4zPhUlkMmRTUcJevxyLUUobyqhpKSUdj+LzBAlHk+ibjoCOgI6AjsDzQUC9MEUFduotmNFolHRafwb++SD/4rUYXrwJ29OCRCyLjFswWzQsNsOGyeowkCO74UGb5flVsqxr1Kn2OZ2r6tbizfGtkmmRQVg2q6HIaBb7Rc6G2y6TZV2WX9IjslbkZV/xKVpe/pA+4VO/ubTEsyh7RbvFsjyPqlOU399IuoSdkrWoc7UMtZ+jxfqNyF3BI+3y/qlU0QrfpH4Fv7JFyGw1kM3I8Z4FoyxfrGgj9Wu1eVSZWfoZ6edYWGTqHx2BJ0DAYQyTzkSJJCIkklGi2UJMFFNVmsZZU4G1uIEK9R25dIJk3MOC5kIzFlFbUse+l37Ed18/QE2BHauzDIulkgLNTmt7MaVnfsY3T9lxxCbp6fOjNp10BHQEdAR0BJ49AgaDAbvdjvqJA/UWTPX9umevVdewHRAwbAcjtqMNZqtGdbOF898p48f/tp6f/E9PTn/whG3/4P9azx/8z0KSbkb/t/9VDQ0dVur2WXn9JxUoOcvb5/Y3KTPXXtooe3L55T5J+U//b/X8RNKH6pbzrco/1g6Rt6a+VXIepXNN7JfJVfXKDkWPkvNQ3TIZq+uUTFWmZCr7Var2f/jnddS22Wg+7OS1H1fkjql8napXeUUqvxH65j+tZP8ZFzanth1PId2mHYBA+5ECZob7+fAv/57rV64QP/ESDrMDR9l5DpcmqUjf5ctxL/NX/xN/95/+HfeyDgy1rRg9I9z7/f/OX/7F/86HXTPMJxxU7m+h7mA9o7/8mpGvfsGli5cZ8QbIOK07AAndxG2EgG6KjoCOwFMiYLFYKC0txev1ogd1TwnmDmquB3XrdFZWVlQyaVlSkXpnsRFXsWnHkLPQiMlsENKwu4zsJNt3s63OItUvGmZZ/bVvQb8oGWq1TtPQNx2BJ0LAXHeWk6cv8MYb3+TMy9/im8dKqH75FVrKamlpPU7boTc403ySb/2zn/DWd37Mm6cO0NZ4gPqOt/nBj9/jrTff43jjCc4caaD9UDMV9cf4xmud1B88x/7j3+Ol48c52OBA33QEdAR0BLYeAV3iegiYzeZcUBeLxVCPYOrfrVsPqd1Vbthd7mydN2qgbDBoucfk0DcdAR0BHYHdiICtkqrqWpqaW6mpb6VRJq8c1TUUWq04C8opLGuktqiS5sMHaOk4QGNlMUXOIpyljbTvb6e1tZ3qYpFR5qKw2IXVUUpDUzmFFfWUV++jtqKSUqdpNyKn+6QjoCOgI7BtEVCPYFrlOq4ew1RBXTwe37a2PhfD9ogSwx7xc9NuaoKMSVZUzFbJbLq13kBH4NkjoCYe0Ffpnj3QugYdAR0BHQEdAR2BHYaACuzKysrIvzBlh5mvm/sECOgRyxOAppqoxzPvpxmyspPNZiVVJZBVb4OT/YyidJpMIko4EieZyiBF95l21P8sGfEjlUxx/4HUJzA+kyYrlMk3zSRzeIjYfMkeT7Ok4jFi0ThxdZwoNNQLKlSqDhpFKq+TjoCOgI6AjoCOgI6AjsBjEFBBnfpenVqlU6t1GRmbPqaJXr3DEdCDuk13YFaCkyxJWclW4+y0LGknZScp0UlKypS4VDRKMi2D82SSqN9HePwe124PM+2Tsh35Ztk0oYUF5qbmUS8nf6LALhwiHgoRUlGdBMHEZ5ibD7EQ2pGAqG5+AnpUkwTzA/30dw0xMh8npQ6ueJKUBHbpZIKsHGOSfZQAvU5HQEdAR0BHQEdAR0BHIIeApmkUFhaiaVrue3UquMtV6P92LQJ6ULde10rkosbVagVuJUscr9fDx5+4icczjPzuA7ru/p4r04Nc/Nony3RZBv7+7+ga/ozf3u7iH//2HgvdIyTqjPT+9i+5dOUGgy/4FfSpWIxYKJxbFUqlxNFYklQsQjSRkmBVVtAkKA1G86tyKRJRL+M9A9y52Ic7EiEhwCRFRjKZJJ1OkY5GWAgnJL3NlYtd3Loj2KyI1URGOEpYeKLZNNlEkMDMTb68O8nATGwlvHt2L8zovBn/zDj+oQ/5//3NABO//ZA+z21+f/UeV65MkV31qKX62Y2oBMWppPThnsVtlzquu6UjoCOgI6AjoCOwBQiowE6t0oVkYn0LxOkitjECelC3XucsDqAXk2VcGdRbhAIBCXpk6SQhK1iR6AKhZIxgKJXji/m8RGIBFiQA8ntjpONZLCUVNHc4yWRSeOdfZCCTpPvzr+m6eYXr3d18+MGXjF/6P/ltzxSTM31037vHF5/fZubO7/ldX5g7n33Jvb4e+twLjA5MMPTBPzIoAd3gpa8ZvPMR1wfv8MmlSXyTU4TiPjwLYYLBFAJNDov7/+LMDYwx3tfF6FwvH39wl7npUTzBEBE9ILkPEWniSYOsAqfRsgm8oSyJBS8DX15hXi0B15ez+mQ1mjXMVg2jkT25pWVCwjOTYOh2kFsfe7jy6/lN0hyXfzW32Cafri/j8q/nHsmvZOVI8Qk9yh4la3m9aqf2VZqjXPu5DduWa5trk7dftVWU31+ZKh2qzX1SfIpW8jyoy5ev5FE+rJQz/0h87subX/TpCdLH9dVS/aNkr/Thvk35snyq2qv8HMrH+zyqTGhDOoRv8Vh80H5u037f/VxNpoUIepMyWbj+Ka7X6AjoCOgIPAqBoqIi9KDuUQjtnrrV48Td49lTeqKeEFSDxmTiaVdBNDSMMvh2UlVpw2Y1SVCo8WI25UuG2TEPAQlAk5EQ/u67jI5Ps2CSyCA0zLx3nvGEEZPZy8jAEDfv+iRYBYfVDJEwvt5ePKkUnrFRZu7dZHx6nFmjHafDitFiwmiyYjaZMa04skR2LErKO4p3boCuUAEmi0V4VjC9GEi2kdZMPEQ4bsPkaubsQRdm4zx+fxB/KEsibZTjaKWxRiPSTwY0g7ayYo/sqZ8cCXrTuCdiTPaFGbsX3BSNdoUYU5RrJ/lc+ggZileR8Km2o5Ku1CkyVH2eHqpfJlt4Ru4GGbkjJOkKO6RO7Y/eE3kiQ+kak/SxpNot8qk2itZs0yV2LOMdy+m5r2s5/6jwrZSxikfJULSkc5ncZeXLZW42P7ooe2yFLavsWOQZFZ3K5kfpUDyr6x+U3ZerZIzeDZErF5l5/lx5Divxc1Fnvi6fqj4dlf5UvLmyxfY5Weu0yfGtUTc1GMEzFSfsT++RM1p38xkjoIvfowgUFBSgaVruhSkpGb/tURj2hNuGPeHlEzipHrvMyHJTevG3z4UUXQAAEABJREFU6h6IEMjSSbKBESZmx5jJWMkaC3EkE6T8I4zOjDGrFcjqiRVbrlGKdMrP9NAgA0MR0pqZgiJrruaF/cuayHA/qHIZNZJaAw2NZZQ4kIAsi8Fpw2B3YSdIOGmWlSMjNi2LxQhWOzJzPIvHHycUSJAVv00uExhMZE0OTKTJphIkZBXlgX82CgrsuGxpMokICYeTLGYh7QGLnoNMmrSxnKLKdl494pK+iOJqaZNjK0lWVkLjmZUgCbscW1myKlZfWbVn9tQRVFxpobbVRkOHfcNUn+fdb0fl8/RYGcL/SJ416teTXVhikvPJQFGZmYbl7Zbn83ZuNl0lQ9mwZPfqunY79UJL9Xldq/ny5cvTVTx5P1boE/7V+w/pEp71ynJtlR5Fwpfbl3Q5f65M1StaVbecL29fvizXbpF/Ka9kKFosz/OubrtUvshXt8+e60+b00h5nYXV9Zvdr26y4io2ywz7njmddUd1BHQEngECVqsVi0ykp9PpXGD3eBU6x05FwLBTDX/Wdhsk2LFYDdgcxlWqTJhSMWyej/n61ifcMVdjdB2gMSEBzuzHfHL9U+4VteOyV1NnteAsyJJimtu/+w2/vOUgZSxC4ide6BaZZ2b0Dr1eP+7Kw+xz2HFqBgy1nRSZDVh77zBwM4jr0AmO1Hjxuvu5O+sjXlhAZXMB7oG7DM6lSFQ0Yi+w4r92na4rXUyGTKQS8xLsTTHtjRINhwnnKEZSM2Isr8dRWkPJwOcMDswSS6UxmrQXCsX2UW6koLqR5vYW2moLMEnwb7AfoePgBV5r1djnnCKQXGmt+i5dIpohsyKAXsmzm/cMco46Co0cvlDIN35ayXv/ombD9L7wvv8va8iRyi/So2TkeKWN4snlpY3K5ylXJvX5dKlc+JS+/L5KFU/H6QKqm20ceqkgZ0e+XNXlSNrly1T6OFJt8jxK3+r9fJ1K3/+zB1gpPkWqfDk9Vsair/k2SoYitZ9PVV6RkqXSzZJqp0i1y8vM76uyPKkyVa/SfNla6ep6ta/aKV6Vz6eqLE+qTJGqV2Uqvxa980+rqJH+rNtn48w7pblj8X3BSPHmU5XfKL36wwr2HXNisWu7+TTWfdMR0BF4Dgg4HA7MZjOBQOA5aNNVvCgEDM9b8c7XZ6K0oZVv/U//V376/h/xP/z4Zc4caKXh4Dne//N/yx9+85/w53/wEgeaTnDu1Al+9C/fpvWH/zP/93/1r/lf//X7vHy4joIXjXpBPS0HX+U777zNH/7kHHXffp8jLifFlmYOn32N7//zH/HaD3/CtxtsnPvBT/nW+z/jz376Hf7Z/+VHHH7vv+OfvPY+/+P/9i/5zvf/kLdPvcuf/snbvPzey7SXHOSNt9/k9VfqcPpv8uHf/j1/n6PP6XdVUnziG7zcfIE//jc/4/Uf/k/89987wUvtjp1/SGyJByUcP1nBgYPOnDSjzUb5t97hYFmp9NVLVB29QJklV7X0T32fzu4yYDRrS2V6RkdAR2D3IKBpGoY9+ng1+qYjoCOwZQiooM5kMqEHdVsG6bYUZNiWVm0Do9Sjl4l4hngk/ZA1msEos6d2rBYrNqsZk9GIwWjCYs+XmTAaTKgTyGqzYLTYccgg3S55s8nAixuCK81mjr91mkOHWimV5Xir1YRBUpMMHjSMGE1mLDYrZqss18tgwmSRVMhmtWCzWzFZbFjNknfYZDlf6kySlzqzxYxRM6JSs6OMssZDvPTNt3hb6K1vnuJQswR1JjNmoxmryDFb7dgsJtnXWGfbY8WaHC8GjLL6lHNc+kP1i9GgyswYBDvDKqiEBXL/0DcdAR0BHQEdAR0BHQEdgTURUEGdeXGlTn29aE0mvXDHI2DY8R48Iwc0TcsNsI27bhXEQGltKYXFTkw8o81gxuIoory6miqh6mrR57BifkbqdLF7HQHdfx2B3YeAehGQesQ6u+q7tLvPU90jHQEdgWeNgMlkkol4i8wDa6ifNshk9AvLs8b8RcjXg7p1UJeYTlatNEzm3QeRQa0Wrl72WQcHvVhHYDsjoGYcM5m1XhaTRb1IRg2Is3LzyqSSZNSfLLyrF8tk02kyqRRpqUumIB324fN48S5ESQjPdvZ5ybZ4kEg0QXTVdy2X6h/KpEgmksRj4vBiXSIYIhFPsFNcXjT7yZMX1jJNxCvH17wPfyQlR6IYksqQkYMxqw5UOR7Xe9/ReuUiQf/oCOgI6AhsCAFN07Bardjtdvx+P+qlKRtqqDPtKAQMO8ra52ysfjN9zoDr6nQENoGAjIdR52hWvaFW7Sy1VaVxfN44kXCaRDCIf3IMf9bP3FxMgpoMMZ8MrqdG8UbmGZqJExgdYmJ8jKHxSeampglI3JNdkvciMlmyEpGmU2kZ+ENWBa7pjKRCyjAJBDLuAcZn/cwEhVf2UwoHMfUhXinLfTJxwSNKIChRoMjIimxP/wA+wSKeY9D/PTsEEsyMTDHSN8LEzAyjM2Fi03MEJTCf9/pZ8IZYcQiLIQajJpOKGgb9Ls2L2HSdOgK7DQGLxYJ6DHNhYYGMTGjuNv90f0C/Xax3FKhBj6xOZ2SglEllSe8wysoIQT4o+3ea7bvWXjmWVJ/IWH1r+kWWV9QAfr1DeLeXy8QjBvlnlNV0zaAtc1dOXHzcuOlhfCKGf3CA7t/8LfcyPXx6aZa5+QTuu3fo/v3fcGPqS/7yk3lGr44Qlb/5ubvcEd6bviwJJWaZ1OeZzaZTJCMRQgshIokU0UiUWEgCgWiMZDJBIhQiPPQ5N4bGuTcfIxYOsxCUVcZkhnieN5ZALlsPzE5GZWUvTjCWIZ2MEw2GGfziSyYnJog84NJzzwSBCOMeC4G5CQLDn/Gf/2GY6Y8+pm/+Nh/f6OX67Vkyyw9hsUFuQWTlT7L6R0dAR2D7IrBjLFMrdSqo8+srdTumzzZrqB7UrYOYTHwT9KYYuBni6u99XPmd97nTV790c/FX7jX1Xv7Aw9f/6FmqU/kc/6893PzMz/xkAvdUgp4rgSWe1T5ckvaqzeryrdq//FsvX/7CzaXfeLgieSX38gdevvqFR8oEz8UyVb5RUu0v/aO03aL+uPgrD1/8g5uLgttqG5Sui7/05HxYXZfbF/u/VrZImtt/jE3XP/Lhn0vgnozTezWIaqMw+kp0qFTtb4a6vlpgZjgmA3Q1/FvnQNaLN4iACaujlNajbRw+24BvKEA29aKiuhSTPX18+Xd/T/fsJf7yr6/z2X/+//DFF59yQ1YS58c+5j/8YpiByRli0S4G7t3i099eZ3b4l/zXz+f5+m/+HV9+9RV3PGmSy67wqWAPIyMD3Lrcx9hHf8Xfjc4wNp8koS/TbfAYeXo2o8mC2e7EZLWBlqL/g0vE7UaKTrZgZOWmYjwNbWWhvqcjoCOgI/CECKgXpaigTv3UVDKZRE3+P6EovdkTIfDsGy275T97ZTtKg5aV5eksiURWBk5Z4tHnT6kkMiuvrak7JlPrscgDm1ReDc5kEp9ELEs2TY7U/nq2JxKQSq4tf702my2PhhZtFJtybSVNpRCfMk+Gq7RPxBdlbkGf5PGJRTJi0yq5oiumaBnOOR8W9ao6ZYtKl5c/Kp+WflGk2uX4RH5K+jkuaW5/UfZG8kqGwjKzR2M6dUNKy8pUNJSW4/hpQdDQNCMW0lg1OTHsDpBVQF7IlsATMzAeqaet5hB1mluCMzuOkjLKzUliI5MY9jdSXlGKPTLBjHuIO4EUvmAhVWVWDLYKisvKqJa8dZn9xgIXFotGxBdiYMpCZ0MVNWVmbJZlTHr2mSGQCnnxhuwYiw7x/ZcLsZjGSDhtuOfT+MfDaM9Msy5YR0BHQEcANE1DvTDF6XQSjUZlfCmDD/RtNyGgB3Xr9KamaTJzb6S02kpNm4Oafc7nTnUdLura19ZbK+V1HQ/q6iVfv9+Z469qduAoNOEoMFJWa1vX7lrxabmMrfZRyW884ETZmpetypROVaby+fKNpqqNartR/sfxKVsaOp3U73c9hJPSozBt6Hy4TsmtbXPm8Fap2n8cVbc6sTmN2AtMlNXd7xfVVtmg0se1X11f0WDHVWLCYGSPbhqaQcNgUinLNk3yVgzebsYGv+bmnIcZewt12SKs7lsM9H/NbX8Un62GauFU3OBhvO8mX10a5c6kk8YaM0s/LyE8z/cjx4gxg8PgZXxmlJC5AM1WToHLRXGRRQIzCE1PMusOEslYZYVHwxgLEU1aKC6xYnaW4JIArtBhkjqWNk1Wh8xmm8gFm7bA9OQ0nmCSuEyyLDHpmWeGgNHmwlVSR21NHftq7BgMBVTtP0arM0FRcITgqn7IyjxFRs3YSPrMjNIF6wjoCOwpBIxGI4WFheRX6/aU83vAWcMe8PGJXNRkpGexGSiptFLdbH8x1CJ6Fa2hv6bVTq0Em3nbcoFnq4Nq4a9osGFzGXNUWvMI+4VX8edlbHkq8lXAUqPsyvsgZUpnrkzl8+UbTVUbRRvlfxyfyFKB83Isl+OgyuvaBde15Ehb5UuO1qpfVVbVJP0iQZ1D+qa0arFfNiljuW1ldVacRWYMRjlYN36U7xpOdY4q361ynhpXYKDwcMpKVQaLOSSrIS4KOk7Kilc1TZUZ8T9IWla9ivcdp7GgnsNNdoqbKyTQyZCMO0g6W2krB5NBWF/Ix0JluZPOVjOhWBBnfTM1La2UFhfjLCymqKWDmnSItLORmsaTnNnfwcmmMioryigtMMuEQTUFhQVo0SD+6WGGh+7T+BwYbKW0tlfQ2lFBKhLF1tCCq7gE6wvxcy8ptUgf1tO2v5bqUjsmkwV74xn2tx3hbHsZzZUa6z3tq8d0e+k40X3VEXi2CBiNRgoKCohEIvpK3bOF+oVIN7wQrbpSHQEdAR2BZ4aAJpKtHHz7m7zx7vf57qsXeOelVizGMk587we8+dZ3+d7r53jl7FGKa87yk1dlUP3ad3jr/Z/yz3/0Tb712n4KRYR8RM6L+GgU1zdz+M3v8tqJd/nOhQZOvXqC+sYGnJZyChte4ac/OM+57/wZ3zr/Db7/2ineeP9Vjh49xj5Zue04eYS6ujpMIQ+zgze4cf0+3Rux4Cyr4dirndS9/EN+8NIJvvPPv8+hA60UrOmmXrh1CBSwv7OYZpnEQTaD1UrxhfO0FhVR23KEsvZjlFikYtknN2khK9EqXVasZ3UEdAR0BJ4YAYPBkFupU49fptT3N55Ykt5wOyJg2I5G6TbpCOgI6AjoCDwdAs6KJjpe/gE/+NF9eudMC83l5qcTqrfWEVgLAb1MR0BHYEcgkF+p04O6HdFdmzZSD+o2DZneQEdAR2A7IJB/UUosnN6CF6VsB4+22gYNTTOgZmYVaZrsb7UKXZ6OgI6AjsAmENBZXywCmqZhMplQP2+QSCRQ9GIt0rVvJQJ6ULdZNLNZMpkM6uUC6rsO6VSaTDolg8oUURlcKnFp/wSTw0OMzXgIJNNSJJypMN7JEWbnvQSkcTYjA8Frho8AABAASURBVNHFL8anhSeT+0JFSmRHCAeRFOL+SWbGhxid8hJJ8gJ/sSiT+x0sv9fPosnik/55UgTkaFijaYZkPCbHUIhwRI4BOUZSiVTulcOZVJK0ev3wGq32cpEKUQxGuUFZDBiMexkJ3fftgIA6rzPprNwL5B4h6dPalEpmSajfFNwCWU9ri95eR0BHYPcgoGkaTqcT9fhlPL5tf9Nm9wD+HD3Rg7p1wJa4jVQiQzyaXhlMZeOEQgHujERJpnyMDk0xPzXCzPQwN+7MoLgjY8O4A16mJkaZ7LnLWGieriv3mPeHiErwlo56iS6MMjCbFRkRJvtUew/xuJfQzG1+f89LMJZmYWYSz9w4854ZBq51yQmoAsR1DN5EcSaVEt8SpJIpCR5lKKICUwkckukM6XQ6F0DEk+qFEkqolCVDuKcmGekZIyTBRUoC27TISEtgmhGgMtI2JoFpNjXN5PgMM7PhNb70n8kFv0kJVnJjlHRSZohSpGQnG/ETnezjnjtBJJUluxgkJwSrXCib440Rk7ZJGehkxcZkLEFa7MiKzVmxJZlMCH5JwV9aKJsyWeSjHLhPqkzsTIjPyk+JliAtbRLirzBmhdJSl06IDPErKeUZsU2kkc2kSMZUeXblsXBf8hb9j8rx4mN6MkBcbIhFE8wO9BHw9TM8Ocv4bGyL9OwiMRpoBg2TWcMgKfqmI/CiEdDkoBQbFhPJPfknJ0n+yefJhegtdQR0BHQE1kBA/V6dCur0lbo1wNnBRXszqNtAh6lBfkoCCEUr2LMpWUkL0NU1RjTQS+/wLBMjo8wN3eVOzwBzCQhNThNKR5mfnWTs1mVGvf1cvuMjaS+hoMCFPeMhOHeHy9cHGZR2V76+Rf/oHIGgD3ffbS539eCJxfB5PKJrlkBohruXukhK0CEh2ApzNr+TwTM+ztzUONPz84yPThGa6mbU7WUh6MEjZVPj0/jmRhj3J/FOTzDvnmB0bJKBO0PMDPXhlaDLJ+1986PMLcwxOSltfQvEY0MM9I8Lb3BVUJcl6p/HMzvFXCBEIJwkHpI27lGm59zMT88SGrrFtem4BMzzuD1e5mam8bonmQ7EmB8bxzM3wNjsHCMTHtzjo3j805L34Z8cYk5wnp53C6bjTEayBEXPQihEZCkulfVF/1AuOBobn8Tjnscnq2CJoBvv3BCT0nZibJrZkUHmveP09E3jmRpkVlYmZzwLeGfHRZ+HifF5ohJsPW0frD1IizDaN0bv3XHmPSFi2SRTvdcY7L5CnwR1s+LX6nYS00rAKdbIZ/PHwc5vofxPS+AdDaYJeJL45zdHPjlZvTOJXDvfnLRVtGkZco4oGYttlRwlU9Hj7ImF0rmVmIjYr9qty78oe936NWz2zSZQtGYbkfeoOmW7T7BZ3Xa98jyfkql48vtPlYqNStZaduTkSr1f0Tq+q7Y5vjXq1yv3KXmKFtuofc+0HB/LytZrq8oX3DLxI5NhajJI9akqexpSMpQsVp/4O//U1T3QEdAReMEI6EHdC+6AZ6ReD+rWAVaTmX/1kwbOQtPKe6rRjtVgpMZ7Dc/gTRIlRcSiToxuD2VlU1z2ZIimwyx4JpnyRZGYhKLwEOlDb1BeXkeZy4bNaiQhQc341V/w4e8+4NqYG4+sQi2EDLLSZeFE+irzKWmbiBD2TjLrduN21IFmWGkLm93U6D/Jvc++ovvOVe703uXjX/+e4a//Ex8OzjI7e4fue3f4/Ou7eHo/4ANZMbz64Wf0DAwwKStjnpk5Rv7x5wxKwDl48TMGrv+Sa/3X+Pj6LJH5GcKpOLK4STa7ehQSY+LuTbpuXmcoGGDKE8E3ITIHPuDi7ZtcGwiLIynSgnlm6hLXu/q4cesm4z2f88Wwh8sffMloz++42n+bD7+8zbWPPmYi0MOHH92m97Ofc6PrKjdGx4mNXeSL0Sh9X3/J8PQkXuWuSCYtq1xDP+eXl3q49NVlRnpvckv6xjfWzUT/P/DpjRv87jdfcu2jX3Bn+jL/6T9eYuT233N9oIdPr/Ry5+InDEmQ++Wn1/FIkJcXq0RvJcXdgwx33eZO7wxRqwHSbu5enSVrlOOt+eH3E2YloEnLymZGVhm30o6dIkt9py4ZzzA9FKPvWoiui4FN0d0vA9z81J9rc/eLAHe/CuTym5Fz98sFbn26sNQut//Zgsh9ULaevNnROAsSQEwNxlC2rMf3JOW3Pw+gaK22ys874u+adYLhzU/8a9qjytdrp2Spulviu8pvBd0QO5TMtWQpvJQfa9XdkX5d3idr8axVpo6B5eV3v1rgxseChaTLy9fL91wOLk0ujN6LLB0T6/E/rnzgVoj5iTgPTSzulBNUt1NHQEdgWyKgaRp6ULctu+apjZKR41PL2JUCDIKMwbg6OFGuGnGZM3QWTvPLT9MYizx4M5P0Tk5CcoY7NxdyQV55cQJXbSmmik6aLBYMSfWluAfhgK2omo5v/vf84R//CW911lFrHsfj66drLEpRcoSuoQTuaCFFVo3q4gyWjkMYjCZlwNOTpYzCyoO0lpXRmplnRjvE/oMNVGnzGGwGzEdPUHesFefsdfr9tZQU7uNIRRFlZlZssUk3mUiMyrMHadzfQUlREU5HIQ6bHesKU4cZiTiJGw/wUlMt+6oMzElgNRaQwDVuQEtqWGwu7IVOwqPDLPjG8RodZF2tdBaBUUuQThiwm8OkRPCc6QRHml7lSFEAs6mC8po29p9qpaCzCXPfpwyGKik0FFO3woYkpXVNtDY3UVHkJOBfYOz2FUbjGuKC+FWAvayJ+oZaioorqatvpMIZICDBak9fmvRCnNqOFhwFzqcMrEXVOp+C1pc5960f8N23j1GXSWOYn6a0Ps5MOMHAqCwBr2qnSRBskGNUHaurqvbEriZeGoSSsqIej2WJRzdPiThyvmaJxTLSXlFW0k1SPKtk5NolpJvUqZ6QssfZo1YZ1cGUkRXleE5/NidjdbuY+BbbrG9KnqK12qlyRWvUJURXBgPKj9V2KKziUr+uLVKn6le3e5J9pSOHoZK5hp0xCeZj6/iQlD5Iy8TSpvWKPKV3ebv7xxZr9styvnw+lSYXhMU30P/5Nuum4ntSJm3kENc/OgI6AjoCW4qAHtRtKZzbRpgaE20bY7aTIVkZaKVlsJiQwUN2lWHmAhslJ1vI2PfT5B6moLAC57mfcerweZr7PyIgI6Js6TE6yq3U22e5luqkcvAvuXLlN/yDrPbc6pklbTBistix21UAZCQ1OUsmmqb6/Xc59d03MY9PkPJFMFccobqqnc7Zj8hmklvzna7wLJNDV2VVaoYpRzv1mLGZjBiq27BnE2RuXqL38hzGtqO0FEwwPSmraSNTeGUEKvEOo3e/4la/F5+1BCTAnf5a9r+6znhQIxwYwzM/xrRfRjfktzpq7SEIX+MzCaQu904z5tYwRpIkoyECsrKZMkSYv9NLtLwSsgY0CaLImDG7NMxWD2OjMWKRYuqLjFRrN/jy9m8YyNaAVoxdVrKMlhIshlrq535DtLqaVGEpRpZvWdQbAI3Ca9CSJFJhpn1mHNE44Ug4911BTTNiMBrRNAP3+aqoKCymoSLKXDJFzOgiq5nQeDabZhR/LVasFhNGgwlK99Ny7B0OWGKUeroIZ1bqlck2NAnseGYWsb03TcMkK5pVLXbaThSw/2zRpqjzfDGHXi7OtTnwkqSKnlTGuQe6Dy6T+yibyhtsuErNVDbb6HwC3Y+SffBCMYrW5DlXzAGxcc068b9zmS/LeQ69Iu0eYaeSmcdzebsnyosNh18pIdcvYtNqGZ3ig6LV5bl9abueD7n6NeR1SJk6HvZL2zyP6hNlw/KyfN1a6b7ThRSUmSmqtNDQ6cwdV2vx7T9btKG6lqMFlNfZMJkN2/s81K3TEdAR2HEImEwmFGVkVjGpZiJ3nAe6wWshoN8t1kJFlcnIXRN0jLISIllVskSapQB77Wm+8fphGpuO0tG2nyOdbbK6c4ALFzpoPHWKpsoW9jW00XpAeCR/7PRh9jU10VIrK0vVTXLz7+Rok4bFVEDr8QMyeD9LS/NhTuxvpLT+DGcP13H4xCFqWw9TJytRh460YzYalmx4qozZiauompb2Do5eOEX9CbHXasPhbKOp5QAnRFdNywlONFdx/KUTtHcc5vDhg7z0zQu0nn2Ho7XNnPrGaxw+9xaHW49zqqOWitoqCiz1dOwXn5tsZBeG6LryNVdzNE5a9DUeOSQBUjW1FaXsf+lVDh9/m5ePH+LYkWYcDce50FZCdetZThw/yRnBpKmxnnIJesuqW6hvqcGkWXA4Sjl05gQNVW0cO9pKw8mj1FaL/myWbFqTILGU2sYiDIlxhrsW9d+8Q5fhAgdk5bSppYGy2n0cq6ngwCti/5G3eePkYV597RAdx45R6Wjlm2+1UlQnOmqbOHGsg2OviK2C1f7GEpw2E89mc9HUXEStDOKUfKPFRsPp12io28/+tjaaGqswa6pmGcm+JrRXYzqJ/slKvxvkHLUXmuScMm+KCsvMFFVYUGlhuTmXqkH5Zki1zctQ7dS+kqXK1P6jyOowYrIYsDqNj9Sdkym2PkrW6rrCcguKVper/Zw8qVf5tShXv4Y+5ZPyTdWv2U4wVDxr1W22TOlQspS+tdqqekWbrVuLX5UpWXlS+4rUfs6GNbBQ9Q+RBOhm6U+zTDQ4nuB4XC3PWWTCajOSO8eXnfZ6dg8hoLuqI/CMENA0DYvFkpMe19+AmcNhN/wz7AYnnoUPcryjBotGk/aweE1mT62NHDtcTVG9BF5VVTQWG7E4img9LUFG5wGqCwopKamlrKGTfSWFNBw7z4H2gxxpb6CurhFnUSNtVRomo4Pa9ibqDh6huraFJocJtCr2H6ij5eA+ysqrKCwopuLAEdSsyhrWsPFNtTZS1SE2dR7jUOs+Dh6op2BfB5VyctuMJRKcNUtwc4jGzsO0y8Ckdv8R2vYd5fjBTo6eOUTlvtMcbNzPqZdP0d5xlJaado4e2UfDviZKbZU0tbTSJMFgoQ3S6XSO1CNJrqpmGtuP0VHfQlttOe1Hj9DUcZqj+/exv7Uee+V+Tu6voryslfa2dvZ3tlBVXUmp1UFd2zH2HTxMc10ltbXV1HWepL3xGEfbyqhsb6aktIxiWVo1mCwU7H+bzppCSiwZMpk0KWWDrPyly0/RUV2Uk1lY3kB7WRntJ47TuO8MJzvbOXGsVXxoo8Raw6mTNTjL91FVViK+1FC//zj7GxpoqXJgl0Ebz2SzU13tpFwG20q80WSiUnAotLsoramjpLYOi6ZqdFoTgdXL6Wsy6YU6AjsLAf2w3ln9pVurI/CiEHgSvRYZ96l2elCnUNgdpAd1u6MfN+GFifaTB2hsrMa+iVabYpXVx4IqCfZeeplzQi+9dJjWqmKcmxKimDUJrK1UNDZQWNrJ4Y42DrSWsPZmkhWPUjrffJn6AhcVor/tyMu8JPrPnT3H0UYbZDdGAAAQAElEQVQXLplBX7vtTi6VYZ98drIHT2q7pmkYjQYsNgOGtSZf0DcdgZ2LgBze91fp9uj5vXN7TrdcR2BnIGC1WnOG6kFdDoZd8W8DQd2u8HPTTuTuo/JPPptuu90bGK1GGQQbtruZ9+1TIxurHadLrZKZMN4vffi/wYhmtmM3g0F7uHq3lmTlAE2nV33Zbrc6u4ZfWQSANco3XSQrveq7BRkBdIskbtqEbdtgBSaCuNrXQXqC7spjJ+kGW2czWXI/a7BBfp1NR0BHQEdgowjoQd1Gkdo5fDtkZP/8Ac2kskRDaUK+JDKGef4G7ESNus3PHQFN03KrVezBTZ2X6TTrnJ8ZUomsDIghk0qRjEVIqr/4/bJ0MiFlURLpVO7tp4n5IUb6Bxgc9xJO7EEw13M5HiMd8BEQnOUDScEn6McfzO2t10ovfwiBDPFIhNDCAgvBEMFIkkRM7i0StKUTcTlW42tOT2gyQ6WvQj8Epl6gI6AjsAUI5B+/TCT0m94WwLktROhB3TrdYDBquce6bE4j7KGVH/Rt5yGwA4/PrQLZYACJa1m5qZVLP909PqZnYgTHRxj8/NcMZga4ctuN15fA19fN4MVf0jN7mV9e8TBxe4hgws/M9F26P/01fSGQeZ2VYp/rXoZMOkksFEW9mSwuAWoqlcl9R1XlSUWJRJMSmI4xMdLLzVuzxFOQzaRIRGIkkilSmQypeIJULEgsmRFeyUu5CseysjKZigSJJ9M5mbnAVwTEYilUsHzf1QzpRIxoIEJYCrKpODH/IGOTYwzNxqRE/2wcgRADfR5GR4JkpF8SsRgj175mbuZrbvSPcm8kyurTWP0+XSImfZDWl0U3jrPOqSOgI7BRBFRQp2kaelC3UcS2P58Miba/kS/KQvXDzuGFFHNjMWZHoxumqcEIM8Mb58/LVm0mByIr9KiyaZGX51k3lUHBrCKxc34iRiycJhZJ45uN5+TNSN3UKtnLZS23WelU+8vrH5Vfki061uJTspRMxTcztDFccryPwVDJzPus8krPWvpVmapTMlV+TVK2KxL81qxX5VI/2R9hemhlH+X4pS5vS25f8a+iufH7/RKRFWDPdPyBHNV2Fe96MpaXe6biqONTxvEv6hR58XplvKtW5NQPsT8wRgqJ4/XGCMt5kAgusDA5jD/rY3Y+cv836XxeFqaG8ERmGJyJEvJEwGLFWWrEavQxPh2VYEfJ4QVsWcLuGca7rjModk5P3ZGB/zTjEky5Zwf4+s40fRcvMzk+ji86y5zfLcGoBGjxAENXrgrfPe72DXPr0nVGbnzA7ZlJLn12if7+axI8jHLn3iTzfdfo9frov3GPybFbdI/0cLlrmpAEjtmlNaMkYa+HqZ5+fKkx7tzqZ3J0AI/o88u15TkBs0vUJJkb7uPe9S76huYJGzMszMr+tW7cwTCa0/KQnzLWYu1Ji4dY9QIdAR0BHYFNI2A2m9E0LTdxmM2+qPvdps3WGzwCAcMj6vZ0VSaTJR5N45uJMyOD+M3QZF+YqYHwptupNpO9K9tNixwV1D1Ov+LJ05z6TTcZzMbCGbwy8FdtVd2UBHUqVfsrSILG5XXTg2GUD2vyroWFtJ9Udq5VJ2VTi3goeVMie0m3tJtRJDxLZYv5aSlXdqwuX76f41nknxK5yua15E0rWeL7WnV5eSpQU3z5/bVSVa90TElgt7pe1SlaXb58f1aC1Lj0SzSYwjMZk2MkgmozLbapdDnvRvJuCd5D/qSs6Ozhi7G4rm5Gkjzl9cqAyeykrLKYmroCYsH0shUrnvOWwj3roadrkoQhQzLUR+/oHJPTE3jnhyXA8+Ib62eot5dpf4AoJrkxZ8mkZrhxRYLXYID56WmGrl9ntOsSo+kIvdfuMuseYGxuhu5bQwxeu8TAvJuJ4UmR2c/E/CRDM0k0o0F8fbBmlFK/4Tg1QtB7nVujQXxy/GoS9D093qJmj32ysvKalJXThKyaGk3ifGyOmSkvUVlYNhfcf2GBlC59jCYNk8Uggd2D/liq1DNrIKAX6QjoCGwGAaPRKNcXg9zrsqRSqc001Xm3KQKGbWrXtjBL07IYjVnMcgPeDFmsGhaLtvl20sZmX9nOatOwripb0xYzmGWy16JSIYOMAxSZFm23Sp3dqZGrXyxbkiP8doeGehFSrsys8travKvbyr4lJ9uwLn8eD2WD8ienQ9rJJBE5UvlVpHhVuyXeVfWq3CLjoLw/FrHZIrivJc8i/tnEP2WnarcWKR6F31p1S2Uix+4wsMKHvF2CwaPk52WomXc1bla2qr7O6V3mR55vI6nqWyUPOU63xQnznI3QNDAY5XyxGnLpA/WaZA1INCSr1T6CiSRxowOrCn4SASIRKUulSRqsUgaKGxKyuh3A714gFEjgKHWhqROIF7ElCKQsuJM1tBW5qCqwY9OSpGMRWWVMYbTa2HewlPmxcWY9URKaFYsxJaHWAu5sJS5XK3UFNorlmMRYSU1TJeWFZZTXVlFeJLzREPMzAZJeL6bqOgoLiqgpKaOhuZUyu2nZi4as2O0uyooFoblhYqU1WIorsVusCLro2+YQcNYf58jLb/DauQ4qZdJQC4SoaLYTjsWZHg+SWSUuIwVqclGfQF8FjL6rI/C0COjtlxBQP5WlKBaL5YK7pQo9syMR0O/N63SbUWZJi8otdJwu4Oy3Sjn73sbp5e+V8dK3N86fl63aXJC2+f18em4Dus+9X0qe78Q3iimtNVNababzrNi/2D5fn5e7PF1et54dy/lX519a1LG6XO0rn5RMlV+uR+0/ih7Hu7xeyVe4rydvOe+T8iiMz3+3dM2+3Yj80++UUFxlobzByoFzhUv9tZG2a9l85JUiattsEswb1jmK92qxBCG4ME19TNe1/8JvhkcZKDhDZ7Ya59ivuXLpv/B7CWqmXQdoFYgUN4zRdfEf+Kuf3+HDwWoONYDZKJUv5OOg0haizvgVv7r0Eb8fNhGdHmD+3mXu9gwxm4wxKit3pZaoBHRmfIF5FmaHGZlv5HhhN319f8fluSAeY6OgsNoBO8USxHW2mZkLQzALKnY1r2Zbvm91QNtpbD2fMCwrfMNTHpLL6/X85hEwCuKVR2g78T2O22JU+W4TkCBuuaBELI1a1VffrVterud1BHQEdAS2CgH1CKbRaET/WYO1Ed1ppYadZvDztFfTQNM0NEHJICOfnUKaBql4lmRCRglq0LaDbN8pGD+JnapflmhLjqn7xyd7dFOPXaaSGVlhS5NOyoG+hIOcANg59p0f8e73/4Q/ePubfO+Nw1iN1Zz7w3/Ge+//MT99503efu08ZQ1v8s/erqT9nT/m2z/87/nzP/4xP3jnOKVGkC5akvh8MxplTQc49d4/5d0zb/LGyVf47vfe5a0/+DPe/84f8uffbKPzjR/z8g9/xqsHzvPmiXO88d7L7G8o48h3fsqrr/4h33vtLO987wKHv/uHHDFW8uaP32Rf00scaWvj7NtHaXr9T/kD4fnGqX3UNl+gpfkgJ6r9LPR+wocf/IJf//of+PUX1+lNOqm58E2OOE7w3R9/h9e/99/x1mtvcL7D+Xwh2fHaijh8pJz29vu4mW12Dr75LnWl1ew7eorW4ycoWHXAWWxG7C4TJrO2473XHdAR0BHYngioVTo9qNueffMkVq26jTyJCL3NkyHwbFsZTBpqtRF9PMBu3ZKJLPFIhvSLfU3jC4f3/iNqy4M6ZZIBV1kFpeXVVJSUUl7swKBZKKysprSsisrSYkqKCjFbi6kusWAvqaKsopa6qgrKS2WVT4l4gWSyOSgoraK0sAS1slZWXkpJRQ1lZZXUlthxFFdQVF5JkaOQYlchxaVFOKwmnFJfXFRFeVGB+F6Y23eK38UVxdhtsm+3UVDiwlpcRUWxtCuwY5Fym81BYaENW0UrbR0H2L9fqLmW2qoiLGKD0+ASfMopLq8R3IoptEvUi75tHAHpG6cZ+yJumsGAo7gEi8mMzVWQo9WICgsGo4ambVyLzqkjoCOgI7AZBIyySqdIvQFTTZRupq3Ou/0QMGw/k3SLnhoBGQRoBk0GA/fpqeXpAl4sAuto16Q8N+BTGcnvvY+GOs7NFgMGGfzuOP9VHKq+MKXSbWC8ZrJhLW2kuWUfbW3ttNVXUymB3jYwbWeYIP2Y+x6cTLJkMzvDZN1KHQEdgb2NgFqpM8gMkv745e44DvSg7gn6Uc1mpNNy15Y7d35MpsoyUpZJJVG/K6UolUqjVhGeQMXTN1HmySDj6QUpCVlSySTxWPyhL/Or2hdJqURCVqpSbMbV3G9yRWO57wVtpt2L9HMt3SaLhsVuwLgTA5q1HNpkmSb8ci9CrUgbZBJDdnfURx176vqxqYP3MR7q1S8WgWwmm7vmq/vBi7VE164joCOgI/B4BIxGo4whjPpv1T0eqh3BYdgRVm4rIzO5oM3jiZJJhAlF4sQTaQl6UkQCEVLRAKGFeTxeH/5glHhSoqvnbH9usGtEVi9EsSa0+iMjSTXoUJSrkn2E5CNJdpFyNbl/2WySoM/HzNgcCWG6Pxi9z7fIQEbKEb5EIin4ZB4ep0ojpS9HuUYs6pEKtS/tc3XLU1WuKF+m8qso5HYTCiyQexmv8OXsUDwiNi9P7SrK7cugK+ZfwDs6hleC8tzv+kqqgtZEIiU2Kc6dQeKu2CuO7gxzt9zKrBxlaenAZDyDSrdcwTMWqMm5qalgVL8KP2Okn5N46U81wWDaGSvHzwkUXY2OgI7AdkZArdSpwC4hE+RqjLSdbdVtezwC+nDi8Rit4ogzMzPDX/zFbSLjv+O//foWV7rGmZoa46uvB4RXBtnuL7nVN4N8ZH/7fVKxGLFQmFg0QSol9saSJGMRohLUJFVQFo0SiCZlyKxsT5GIeBnvHuD21724IxHiEk2kREYqlZLBtFA0wkI4STp6mysXu7h5x008F2Wp9vcpLauWKQmAU+EYkiWbThIPRYnFk6QyGYkHE6RiYQKRBEnRnxI7cjJEF/GIBM8J1O873Zf24P/c4BDT07OEM2JHQuwIJsWmLOlkmlQ4TioSIykDfykgJkF2IBBmbmCAoS8+oS+8wILiS3np6eriqy+7ESgeCN/mOfV9urA/jQpqtrmpz8Q8DQ01iLbYjTLTqKFvOgI6AjoCOgJbjYAubzcjYJSVOvX4pQrqdrOfe8U3w15xdLN+ZtIQj2aIhiQjcc+D9hIwpKU8kpLAJE5JfJih8XEujYZISoBkshdS4DRjtTqwWOxYzdsJYuVIklu/+5SbV77k69s3+cXf/p7hz/4Pfn5nnLGpu9y+eYvf/+4qU9d/wd/fDXH1g99z895devwhJoanGPi7v6VXgq6ezz6l5+ov+arnKr/+bAzf+BiBeCAXlMVimcWAMI/aAn1ffMTnv/8lnw3f4+cfDBGcGGRq4hIff32TLz66gvv2P/D/+niUW3//n/jwylf84oubXP3th0yNfsk/XJ5l+MpvwF2N+AAAEABJREFUuNHdx113Xub9VAWLmfgE02N3+fS33XjH/5HfXu3hg7/+NV98/Cs+Hejm57/qo/dXP+fe8Kf89no3F6+PEgmO0Ds4wu9+eZmhiRkW4nHCUYlEFUT3RW/7/2abAbvLgGmPvh1PzSqqgNY3G2d6MMJ4T/iZ0YicC/3XAw/JH+sOMSp1T6Jb2R3yJfFOxpfkDtwIMHgzyGhXaKlMyR65+3CZKn8SGrsXYvh2kCEhZX9ehipXZePd4RW68/VrpcvbL6/Pyb913+ZRpe9OcMMyl8tZL6/0DovMnL2b6Pcx8U21GZN+Wy57TMr7rwVQOG/G/+UyJvsiRAJpIgsp5sdj5PwWjFf35fI2j8rPDEcJuBOkXsDTHmyjze9O4pmOb3uaG5fr0FDshds5L9eTmdG17XBPiY0jURTPdsV0WjBUWD5P+/zzSdR4bxsd9s/NFBXUKdqSoO65Wa0rWg+B7RRxrGfjCylXj0YZjdr9AfMjFgGclY0UZWMk3SMMJzUMJrO0MWIymoSMGNTjVWynLYPPHSORtmHJpMmM9TE2H4ciB9bomKy4LeC2F+EqSeEe7uV2f5JUykG504olEZNgbJxAOk1gbhZ3Xw/z87NESkopKS3CaheZFhXIWlgZyyYJ+mOyMpjFbDVK2zmCQzcYmJikd9LH3Ow0qeAUs+kyDBEPsYyRaDJLYm6Eud6b9M7OMB1MiR0aa8Yv/gnco/e4Mh1g3pMiqyUJBuKyCggmq4HA/DyhqRF8C3N4ghFCMQNGk4vSsgosETepdIKsyYrFbMZsYsdsRiMYBWht2x1jzw9COYQJeWXQNxXDLQPpZ0Xz41GRr2gNPZOqXNEadY+wKRpIySprmrCk7jzfhMiYiD6sK1cudXm+p0hVwDG/lj+iwzspOnL6JX2sDrFT2rhzspbzRyWoUXX3U4/weJTcx8pbLuPR+XklS8ndsK2L8oQ/Z4u0dSsZeZJy92LZvMrnyzeRKj8T0TSxcFquOQnpw1gOB2Xr/EMYLdrzCPne6ZgcG0kyz/8J/ud3Aj9Ck/o+ugqS+2+EGLgVZqQ7uq1ptCeCohdt56jgNNqzNlaqPEfC86LtXE//6HPGsf9mmMHbYbyziUccjbu3Sq3SKdI0jVRKxk/q6ajd6+6u98ywQzx8/mZqYDRpEoQ8GiJDSRN1VeXUF0L6+Vv5ZBpTMvCIJUhIajLbMWrV1NQU515pbjFmMGRTxJJmbLYs2WxGBp5xUnG54EnwYHeBb2aMqfkowYjUp5OkM1Ei4ThxrAJClGQsTCS+aiQiQZTdVU55cSF2QxTv2ASehTDBWIxEPELGaKCwqIqiAicFBaUUFhTgskNGfU8v7CGcKcLhcFIsZcudNmXDxESGP5wkFg8TiLooLbHhKBB+pa+oAKc5idGSZmEugBog2QoKMZtLqKqpocqVlbwE4FoaQzKEP5Yku1yBnt++CGjkzlFnkZHSSjNlNc+OKuosVDVaH9JRXmuhQqisxvJQ3ePscRYasTmMuIqNS22rRUdVg5Vy0be8fWW96FlVtrx+M/nyWjOV9dYclS+zW/lSKXo27ouF8mrltyLzkg+qfeWifIVbTu4W2Z73s1z6ulJkVgpW+bKNpMrfKvFRpcv51X51k5WcvcswWc7zuHxptRmLTcMqVFBiIo+zSpX8x7VfXV9cbsbhMu7ZR4vl1kM0nJaVr4RMCIJmNG5vMpkwWk0v3kaTHDNmIxiMD9miyowWsVF4tiueJpsJg2D5POxTeMQioFbqIsE0e3UzGAyYBHO1WpfVgzp28mbYycY/S9vVW8zSqQwZ9X2sFYoMWK1WampdGGxlFDrNlDe3se/gEU5XO+5zmotxycqWw3J/d9v9TwTlIjbKTCJJsvEoraWlFBmNmKr2U+ZyUDw3wdwoVBw4zLGWFMm4m+lYCmttBTUdNSRmJ1jIODA3tMsKXTHZkSHG+sfxxqTMFCGT8uL2BfDNu3HnKEzWZsOhAjqThdIyJ0lLNeWlhdSWWHC6CqCgkvoCDXtpFYUOO8UuG0V1dWLDERpsdkptLmwmZYvIVjLdIjsQxWIFypuwVnRwrNiAy2XD6ZT2FcUUFBVgN1spKXNhL3GRWEiQleDUVuTEXlmJS9NwlRRjs7ooMmexm6LMh4QnKzKf0UddL1VgqQYsT6tCrVJlUlkJvJ9W0s5sr2labtKlrs3O/tMFHL5Q+Mzo6CtFHH+9eG35LxetXf4YeyobbBQUm6hpsi21P/pqEYqOPCTzyXSshYmSrXQoOvxy4ZLuHO9DelfVr/ZpdfvFeiVbkdL1RHIX5eTarpFXco9In6h0PZ51y9fx8dhrRSiZ67Zbw47lvAfPFVBYZqKowkzzQQfKNoWBOnaW8200337CJYG3DZNZ25kn6BZZbXcZqW510HS4YFtTy9ECWo8XvnAbm48U0HKsEJWuxkyVta5Tt5r3Re3nbBcsn4f+Zjmm1LHlLDLt2ckTdZrmg7pkMikT36sm5BWDTjsGAcOOsfR5GyoD+3QKYhGZvZH8A/U2amtr+Bf/4gTOpnc4fbCClupC6upaeflCh7BpUPYqxztr6KiV3W34MRTV03LwFd57+01+8sPT1L73LoedTglsmjh46hW+8yff5+Xv/5Bv1ds4/Z0f8813/4B/9uP3+Kf/4w849M6/4CevvMu/+l/+lPe+8we8eeJt/vhnb3L+3fO0FXfy2ptv8OqFWpyBu3z2y1/xa6Ff/bKHdEMT+145RUtpPe9++ywnf/YnfPPNn/GvfvQeP/zpd6k78U/41ydg3zt/wNmDHbx6rJX9r3yLhqa3+dM/fJs33n2JNnsI7/WP+FVO5j/yq8ujaPvf4OTZb/POmfP84E++zYWXX+dIbQOvvnuGk+dP0lZez9vvHKO47ThnX3mFZqeRwlIXbT/6MccMBo69/hoN1a0cOHKaC+98gwNVTmRB8pn1mpokSMYypCUYe1oliWgm9x2eVGIvX4RXnJybg/QFc6tjIJnIougFm6Kr3yIENDQM6gKioW86AjoCOgI7AgEV1JnNZvSVuh3RXY80Ug/q1oHHYNSw2AzYJQiQ+/Q6XDutWI00LJx+9yyHDzVT+KzMt5RS1nqKt370A36Qo1c40VpJMU+3Wara2X/+3fsyf/h9fnChlZoS22OFqkc5ylo7KS3fx9nzpzj/UicFj231bBhyx5XdgHELZt8tDgOOIiPqFerPxtrtLTW36ilzLjv1eVmjScNsNWC2aOjb9kZgI9ap4zElkzWJLZq02YhOnUdHQEdAR+BpEVBBnXr8Uq3U6Y9fPi2aL7a94cWq38baZZylCTqamnXdxmZu3jSNgrICCVatiHubb76RFpoRk8WOq6iIQqGiIid2iwnjRto+gkczWbE6CijKySykyGHBbNyAF5oBk6MIV2ERJSUFFDifoe88etM0yBNPuRnEdYNMPih5TylqRzYXKJGuBZVhB25it7ZIO9B63eRVCKi+NMr5aJQJG8Ouu2+sclbfXQ8BvVxHYMchoGkaJpMJPajbcV33kMEyLHyoTC8QBNR3ntTjUbvx0TZNBh7aXht0GEz3X4giQaBcv6SHX8xHfZ8ulcyiHsN8MRbsIq25gEj+reVSNo36fUL1lVj1/dhMSi3ppYlF07lHX7OxIMG5KcbGZvHFU6TVMksmQSzgxTMzi1f4Msk0GSnPysUgk86QTC0qisZyLxlKkiQR8TE/Msb4fJhoIvN8v98Y9RMKxwknFu3SkxeOgLq2qMBO28I7qxyCL9wv3YAXhUCWZNjPwvwM88G03DfSpOIx4rEo8UScpFyX1NdE7j+tkEG9MVR91/q+tXINzPPGk7k2Ec8Ik1PzBCLJ3O/DpqIBAnOTzAZE7l5+iv8+YM/5//ZRZzAYMBqN+tsvt0+XPLElW3jreWIbtmVDdSNVF0d1kdyWBj7CKPUto4yMZhU931HmI4zSq3IIqONKYgS9W3JoPP2/rACqgrYVkhTAySDjczF8wQiBBT/jI7OkYlN03ZOAbSFOwuvGNzbE4Nw843d7mA16GZ+YYmJkEu9CkGA4SXRsAp8EcNGkH593joGpOKrjQoO3GJvz4ElECC3MMnh3Au/sEL2jEhAGkytMefKdLFmZAUglUqjAUl2HVGCaSadz+xKZkp7rYXjaw2QgI4O9FIlkJje2y2ayPOBdboGUS/u0BLjpZILI6BjucIyo8GflYpdO3R/okfYwO+PH54+Tzl1H7o/2MjKAzKbTUpaWm7+6yiyXred1BHQEthqBrEzceOXaMzK/wIKcq9noOLPuBTz+CLF4gHDUy+REbPF8DBBckDq3muVRk1geZiY9eD1B4U0QDYaYH+pixjfH2NAY8+ODzM6PMTznxyfXu4xcB7bafl3ezkBABXX5lbqM3Hd2htV7yMpNuKoHdeuBJQsAarbVKKtayXiWZDyzpaS+d5GjRbm5fGyljrXKHmdHQuTl2kmaFLsT0QxxIVWWzJWt1LGZMiVjiRZl5fc3JUfa5tupVLVdbrfKq7KtICU/57/o3Kw8ZYci1U6ly0mVKcqVSb+pVO0/khJZcjP5Jo2sDJaVbY/kf5zNIi8jcnIj+fWO491cnhXnhDIyGFGBjOwtfiQISXm43jXH6MQYExODXLo0QGz2Kh9+covB6QUCcz6Cbg9BZ4aRX/yKnsk7fH61TwKzCLaqKgpJEbj2JT3jowxP3ebevev8/vYC2WyUkWu/4urdQUY9PkJRH0OTUBK9xKfXRhmciiza8DRJlmQsRsjjxu/3Mu+Pykz9PAGvl2AoIjPuIXwysAsMX+SuBGbdMyGp87Ow4MMfSolfbtn3iW0JUoJP3pJsbEEGfRJ4LoQkGA0y++FH3J2VfVmCTMYiBMUf97yPWKyLa1cHGBz2EwrFCMwHBI0UgbkFoTn8wheQFUJBOS9aT58hAuqa8QzF66K3MQLZhXEm3X4GEkW4LDG04GW6+qcYmY4QTcg5Hhnh+nU5Z+MqiJuRVbgpBodC4pEK7Aa5e2NEJrS8RGWlLiLXlLnRcUwFEfqvXaPv0u8ZkGtjV6yEQnsag7bsYiES9sJHeZyVG6hK94K/6/moaRom/fHL9eDZUeV6ULded8mIJR7OMDceZ7Q7zMhW070w/TdDjEqqZA/dCTF4O7RCj9pX5ap+wyTyxvsixCIZkhLUTY/EGBA9A7dWyl6Ut0LfY8tEtrJ5uCu0ZPdwV5jNylZ45tsN3b2PrcJh+F6IEdGh8o+1ZYP9ofT03wgt2bspueLbiCLRpWxWtuX2xca8HFU+rHxY5MuXr5WO9YRltjRNyJ9iaijG0Kr+XqvNo8qmh6Iy2E+iHudc7zDe1eX5iReTAW3548SaERy1lAeHMY5fIhxfIFHWTvRmmLbyMaYIMyYDnEhwluGBMYZjhVjmezDV1OHcf4b6IheFLk0C8GEu/eNf85f/8ed8cKmPoAR0ZO4xUnSI4HgKJjxkZLUuMjPMQPcEWbsFk8O6BZCnmerp5RaNVzoAABAASURBVMu/+zk9c5f5y7+5wWd/8f/lyy8+5ebEJO7Rj/kPvxCdE7PEovcYuHeLT397nZnhX/LXn8/z9d/8O768eJHbnjQpwwNz4l0fcfv6x3w0Ose4J8vSm86SPvzuMW5dvcWH//7v6A4HWZBoMJ0OMTXYw+f/8DlzmTk++/sP+eW//zlff/IVU+5ZIiJ6rw+GBIJn+lEr0bmJm2eqRRe+XREwuOwk/B68Xd2EDHYJPzTm7n3MV19+zY1BN2nToy0Pj3zB5U++5ErPJAFjknRkhomhbiYTNiirxpyK4r15m4DmJKMtu1g8WuyuqlVfs1G0cmJwV7n4WGc0TUN//JJdse3Ns3gDXadm/6PhFLOjMYa7IgzfiW4t3Y0w1h1hSFIle6Q7ymjPSh2jUjZyb2WZ4n0kibzxvhiRQIZwIM3sWIKx3miOHtluI/4JDmM9EYbFpiW770WeTLa0y/knMpVdOXld4qvYP3xX0o3YswGeEdEz3h9dwlnp2jAp2xTl9Si71L6yMV+m0rXKVPkqGhHcVJ8EvUnplzgjq/p7w3Ytyp3oj6F+NDUtK1UbOKSfkmX7Nc9KRJFJg/qJiJUDX02MtdJZ5GFsOEjXVJjS5mk+ujUFmSnGhz1MS9ZhM1FTEydSd4o6VyGFcmPTBEtN0ySgM6LRxMm3vsePf/otvnGqFWc0TOLaRUbCZvzTw8x6Rpk02TEX1WHymmltLaCkzCK6n/YTx5uyMc0hDje9xCGXD2NhNaX1TTQ4MiRG5ig+t5+6hiqckUlmfcN0xY34o3W0NzixV7RLXT2t1Q5sy0yxtHRSggDW20VPUMNmd+BwWTAlZ5gaH6K73yuDvDQRq/hkL8RhtWKW2fuMeuySLGmJEOv2FZHKhOi5NURucWCZfD27tQioJwzC6ntUEmBvrWRd2o5BwNHA4ZNneONQKVO/+m+MxOMUHXmX1998i/MH63A8xpHC9rd45d13eOV4K+UGMwZrMbUmL87GBhyNr3D0+Ju8f6GRmb/7C5lwXCDzGHm7sVo9jaVIWz4xuBsdfYRPhsXv1KXTcn94BJ9etf0R0IO6dfrIYAR7gYmKRgdNhwpoOuzaUlI/Apr7kc3D92W3qB8MFVquR/E0536Ec+O61Y9pNnS6cJWYcBYZqWm103KsACV/uewnySvZLUcLUakiJUOlTyK7RfxWP9aqfMzLUbIUqf2tIiWvVTBU6WZlqjaK8u2a5RhoFrsV5ctUutwPtb8eNR504Sg0St9YqG51PHWf1OxzUFRhwWTS1jmKd3ex8lozgEH81x66IRsoay8hW1yHOZilOTnOzL5v0nn2TRoiPrLz00TtlVTW7ed88QDT5mbSnjH83b/jd5dv8smlcSIJCwVlFVRVV1BWaCERjXHzrpkDBw/yjTNW7JYo/TNmHDLjve/CAYkXvSTdAZ5+M1NoTlFiGOXe4E1mDWVgKcVps1FQZMVWaMLT3c3IuFtWDwuxG604owvEkxpOsdNkd0nAZpegzIBhuTGxBIlsghAJgr4YFmeUuVE38+NTLAQDBCR4i0SDLMgsfjI0hd8fJBxLY8tOcbfrJn3uKN5wAuIhjMkwMuclod5yBYt5PdkSBExmDYtV+lBWordEoC5k5yEQDxMMzDAq16uR2SRqNSk00ycTq1/S1deLepTc1/s7Pv/kV3x5d4yhwV6Gb37Ah59+xKXhMJ6pfkb6L3FbVv6HpL3BUkZx8wVatHmyvj5G3eOMzU8yMJ0kmdp58GypxWqWcEsF7hxhmqbpK3Xsjs2wO9zYei8MBg2rw0hptTUXGNW0OdhqqpVB+aNkqvraJ9Bb1WTD7jJicxopq7PxJDLWs+tJbVpLXk7WMgy20s619L3osuoWe65PHAXSLzVyXD1B3y73oaLBhqvEjApqtv4M2P4SZaGO3H14KbPSZnPNPtqPH+NoRxv1RbUce+kELR1nOdFRy77OOlm9O0BLaSsnDldSWN5GY20FDRVWLGYTVpsZZ8c+Kp0uXNZKKqoaOb6/AmvLGY51NHPs9CHamvfTVFJN59Eqqo6epKmskAIJMHnqzUxlVQmHDldhsVhp6Gih5eB+KsvLcRaUUtRyhIOlFpx1J2jf/xKvHjvM+cON1NfXUVVkoqa1iZLSErSwD/dIF11371PfbAatbB/7D3VysMaOq7OTGpcDl6OGmsYOTp7ppOPsUeotdbQ3lVJe7qK4sorWo+0UmYrYf2Ifta3ttO0/QOeBZhwG0NC3Z4WAUY4liwrqjM9Kw4uXq1vwGAQ0AwajmYLSCppPnKC06CAtNUWUy+SOyVSI01Et14ASHA4bZlM5FZWV1DcUYjbbMRtqaWouo7TUKfsm7K4CqtqPyJjmKB31FVSKDKPRgrOolNbTJ7DZrHvzfNYvYmiapgd17I5Nbsu7wxHdCx2BvYaAesljOp3NvXRlr/me9zeHQSpLRgV2+cJ8amrkYGcrR88cprDxDG+0gkMGOy0nDnPg9Zdo3ddGk9VB0Ym3OVxTxZETpzj5yjd4XepfPttM5ZmTNBQVUmSvp67xIN98qYHjb56i3CkDqLLDtLae5huHGjhyrASjrZkTp/dRW1eU1/4UqUZBdR3tL73J6YOv8saJag6dPkh1bY3YX4Kr5hTvvX2cY9/4Ca8dP8fbZw5x9vXTdO7vpKnIRPPBDqqqqrDEwgTmxhgbu0+zWjnlzWd59ehRzh0upeDwqyK/iZZ9x+g4eIa3XzvBhe+9w9GiJk6fPsaBAw00tTXS/srbvHTgFX7wg3O89NoFDr/0KgeOHqbcDBr6thwBNcmQe3ncWsfjckY9ryOwEQRsJVTV7ufcqVO89o0TlJad4qVX3uTNb77DuaMvcaTlEK/86Lu8/ua7nO08ybmXXubV73yb1y68ycmmg1z41ju89u57XDh+mCNtMml1+DhFJhu1B0/QvF+uGU1HOHP8lMg7hkuua9v4fN4IWpvmUf5qchWTmAZy/9iTW/7xy1QqJROl+sVrJx8EelC3k3vvUbbL6EI+wqGfoALCrvwkExnikTTJxN7sY3UPNqrVDLtBZhm1XdnHT+OUvaye1rPv8d779+n14400lJqfRqTe9hEIqLMwI5Ms6WQWlT6CVa/SEdAR0BHYNghomib3UCPqO3Xq5Uzs6G1vG68Hdbuw/1Uwl4hnScYzMrjYhQ7qLuUQUI9m2V1GLDb9NGYnbhIFqBcy5VZ2dqL9us0rEFDTCmqSwWTR9uwj0eibjoCOwI5DQNM01GqdHtSx4zd9NLhOF6qZVvVWvZishMjYK8d1/5/MwsooLBaTZep0CvXmQfXoV0bKUvEEqWiAUChAMBggHImSSGbuN3uO/+X8xCwDCzW40Lakh9NEQkG8816e7rvUGQk0o8xPzpJIp5/gJQtJ4rEogYX4o9EMLRCLx5G49tF8y2oz4RDxBT/hZWWPzWYFjfgMc54YUQmgH8uvGORgks8T+K4aryIZRWqa+reqfI/sqsmLdCqbW61U6U50W9M0tuYc3Yne706bNW13+qV7pSOgI7B7EdA0DRXYqZU6RejbjkRgS4b8O9LzxxitGTQMRg0188qKLYnf7+OLL4ZJeG5y9dYIw5Me/D43ff1TsjKWJOW7w9D4PJOeNBkV8a1o/3x2NGW/kKY9PMLIJJMkY3GSiVQuKCWZJp2Mk0hlSKekLJkgmsi/2jZNKhFkbmycwa5hAok4SRlNp0WGmtXJZNJkhD8ST0k6yvDgOGMTQR6OZZXsCAvz03Rf7cUfF5zSSbEhmdObzUp9LJLLK8gyKamXwCxnhtindCTjEQmUYwTDSdKqTvbjqbTY7MHnHubu3TniYn98IURE5MclcEyLbcoXMZmM8k/K08pvFVkt64qE+qHnyXHmpCxLWvBJkFR6xZisyEwJPlHVTvYzKakTW+MhH7FAN9f7Z5lxx8QOabfgwX37JgORBFHhFXH65xkioA5vg0lD24lXMo3c1zgkQd90BHQEdAR0BHQEXiQCRqNRxqwZ/Xt1L7ITnlL3ThwKPaXLm2guoy1NaGWLFEFZtbp9e4bkQj9j/T10D4/TNzXP+IQXg8mCJTWJNxhnIWbGKIHhyvYvei/NzMAAk2MDjE1N0Nc9hH/4Mr3THrwL00xPTTHYP4p3spu++QTTQwNMz4wyMjXD0L0RJrtuMycB1/zwgKy4dTPunmBgaJ4Fr5dYbJzRUZExHZZgcbmfGUJzk8yMDzI6P8tg7yQh/6jol8B3fIS58dsMjPdza9THnDdKaHqUOaERbwCvO0h45CoDon/WO4PPO8fouI+5O18y4pljqH+YqelBpr0T9Pd5JKiL4R6ZxOsZZUJ0DvSN4Zu4S//8ggSl9xgb7WVodobh8ZWvnk+plVWfB18yxuxwN3PuKUbHppgZ7sM91c2lvjnB7R7T7iEGp6cZ6htmtu82owuTdPWNMz50l4mZCUan/Ph6uhmPJlnzq25yPMkHRcsRepJ8LlBVgeOqAPVJZO3MNllZ8cwi8wrEwhnCC6lnSiGRH/SlUGlel8qH/KlH6lVtAt4kKs23U2kiliGVzMjq88ZsD4nu1TKUnKchJW+1/crW5WUqH/SmVvi9UZ15m5WM1XI3KuNRfMp+31wCJX8tvpzdj+mffDvVlyqft1nlN0WBNKlklpSc+NFQeqm/17PtcbKVDHWMqKdGdub5uTVWKwwC7gTeqdiGyDMZwyO8uXTi0W1yPMKvZKu8W/jzpPZVeZ7c4zFU3epytb+6fDVvzp5F2Yo/LzOfqjJF+f18qsoU5fdVmpO16J/Sq8gjshXl8ov+KN48KRm5OuHLl6lUlSvK5aUux7NG+1y9lOd51b4ita9I5RWpvJKR91+VKVLlilR+OamyPOXb5NqLLap8Oe/j8opfyVB8Kq9I5R9FCsuAJ0E4kCKZeP5PVW3NGbI1UjRNQ63UZTIZPahj5256ULdO32VlxKwe6XrciV5ujRDwzdM/5SWSNWCyuXA47dhtDmxWK+Zt9RtDavSfov/KTYYHehkcG+LaJ58xcvNXXJnxyWrXPQYHe7naNUpw4iKf985x44vrDI9NSrCTIuD2MPnp7xiTVbLRG5cZvv177gzf4crAAsngAvFMipRgAAbk+sCDLcxkbzf9Pf3MywpfTFbAkmMXudEzRHfPXSb6v+RG3w0+7xqjb8zN2K3rEliKfcEEAc8CC7c/4NbkLNPBGVkRnWKgZ5rRj/+WXp+fvhs3GBwaZCajyYXIiFFL4R0cwTNxle4RCcbujhOe/JKLfZNc+fALuvtu0iUrcjdvTz8wbymXIhad4+YnHzM8MSC2DTJy9xITA1/w9zc9+O58IfZd4aveQa5d6RM7r9AXg5CsDIZnrjE4Lm3mlR0ZDM8hmJfFTQlosjKzll3yYE9lxO2kDKB9swmmhqKM9z1j6o0w2h1mXNIlXZIf64k8Uvdot7S7F2E134IMVCMy+PfNJVe0H+uNomhJx6Jfo6JHyVpd/jT7o/fCLLdrTPwkLoP7AAAQAElEQVQZ6VpZpvwdET6VblaXsnlM/B/vizAqGKh0fNGfrUhVfwzcDK3sk0X5Y5KqeuXTRnQpPkXK5ifBeaI/SiSUyg0Q58bi5PyWvhzPk9izETvyPNMjMRY8SVL5xx721MmNXM9B3YNVkD12L0Tv5YUNU9+lBfqEv+eS/9FtvpZ64VWyFX+v2s/TYrmqU9Qj5T0XH/CrshxJea7dMv5u4VvOq+zJ2aJ4l/Hl2oudvV+Lb2uVqzJFimeRlJ2KelW5yMvpknyPUK/s9ypZi7xL8qUuZ7/CQ/Kry9V+j6pT7ZfXL5ejylX96jJVvlimdPQKj/JdkZKbIyV7kSe3n89LW4VNr9is/OhVbRcp51+ebyOpyMrJkDRnh6QrdK0hQ+Gojq15CdijwfzTSXvsRFvmrtFolPMuK2OKvR3gLoNkx2UNO87i52SwwaChXkBhd5rQHqHT2HieVpeBslAv92SA/wjW7VNlLsNV3klzSQktGTez2iE6DjRQpXkw2AxYDh+l9kgLztmbDCzUUFzYyqHyItSL81SwlpVoQmJeYlNuspEY5ac6adjXRnFREU5HIXarDYtxubsjjMedpMztnKwuo8KUJiwrgP6ABIvGIozl5znSdIITgV/TMz3M1THBXKvmVHstrU0lGA2dtLc30tjRQElpGUWo+goqahs41JDFZsvgSbqw24uwmYuoqXbhjM+T0TKYDh2l7vgBnJ4YBkMVlVXtNFeVUmR9uLOy2QDx+AC37mVZmI5RXFZKRU0ZBXYrNa0H6GiswmQyk4qn5aJnImMrodimUdjURlP7PmqKy7CnLNidDuwOM4ZnHNipvlA6DIblWO+dvMR0ZOU+PDMSp/9mmHtXgs+Uuq+E6L0epvtqaEmPyvdce7C/lg19N0L03wrTK+ny+rmJBGolaXY0viRP1XdfDYqO4IoyVa7a90kAo/JbRX03wiy3X/nTfztCz/UHPnWLf8p+VbdZvb0iR9mt2j6pjEfpVPaP9cZQNq7m65bjoU+Oi+X+reZZvt8j/ars7BV/+8Tu5XUbyfdeD+b60+9JyURQ9H5/5/tS0o3IWM4zdDssK05xmbjZO+f0ck/VCmVYVllDQnOjUcZ7whuiiV7hW6TJ/sgj20xI/USf8CvZ0mZyIEKelspVndDUYARFq8uVDNVmefn0kPCKrPGeECpoGFeyRddqvnGRq2iiP8zy9qpMkSpTpPKrSZUredNi16S0z5HoVLLW4p2SukmxQdmSr8/JUGVih6pT8lRZvn55qsonFnnz5bmyPH7LZEwp/8WuB3wRcv0iPPkylar249J+QuxXmCn9yk5FubpV/KrNWPd9THO4LqtX/EqG8m9S7FT7iv+RJP0yPxYj5E/L5Im6oyw/Avde3ihBnb5St7P7fY8OBx/faeqptnQyS1KW5B93qhc2H2DfoeMccT5e7rbgCE4w2vMZV8bHGXYdolWMMgtRdwBHOk7q4kfc+ngcw8FzHCgeYmzkIp/1jTIvq2El1TB081OudrvxOivAmmHsw99z6fdfMuTPEvQNMj8zxIQ3pSQuUiuNZi8pz0V+e7ub4agR58EO7FkNg1+Cq+gCydQI00X1JMNWmov9kt7jt59e5ZPrE0RTGVb2QUKCqnF6r3/MZ4MQzVTQbAkSmb1G73SCmPQbNe3YDdLq0ofc+G0/7CvE4DKz3maU9tF0gsmpZk63R4mZE/gyZlJYJIRc1spoxhybJRiYpjdeQFEWjEJ5DoMpCSYvfVdGCAVjPMv5Ls0ABpl84JHTDuzaTdM0rHYDrccKOPVOGee/W/ls6XuVXPj+Gjqk/JG6Vb2iVfY1HnBRVivH+xHXs7V7ld4Vtip/Vtl2YdV+jn+tskfJzdepdorUfj5V+a0ikXnhB2v0SV6+1Ofsz+9vJFWYKNoI7zKes+9VUFJtpazGSudLxZzP686ny3g3YtPxN8uo3+/CYjfu2nN4I46V11l446cV/OH/2rCj6Hv/uoaDLxXSdMCxo+ze7ji/8ZMKaltttB118oM/r306bP+Xet76WQUN++1ynhk2cjjuNp4lf7IyUx+LxQgGgySTMo5ZqtEzOwmBvX0UP6KnZLyIQVZa1ItStBV8VirKK/jOdzqx1bzMgZYSGmrKqW/o4NyxZuEU7sJTtDdV0Fguuy/oo05QRawKh3Lm2Epk4NHBsWMnefkbp6k7/zJtdjsueyttnSe48OpZOk6+zvnGUo6//jonTr7K6xfO8faP3qL95R/ycvtx3v7xtzn76rc5tf8833jpIK0H26lwtHDk+FEOdRZhXOjj2mcf84XQ55/1Eilppu38Nzh/7Azf+cmr1LV9g1dfOs/L50/Qtv8gjXVHeOncO7x/oYMjL7/KgZMvc25/Mwfaq6l46QIthUUUoVbamjh8pARNK6W6qZOTr53nUMdx2ms7Ofv6UWqKTZSePElD4zlOtZ/gldfOsO/UN3ipqYbzb52irW0fzZWldLRodIttXwl9/tlFesMuHG0XeLmhhuPvfI9zp85yqqOeun1Hqez4Bt/pMGPrOMeB2hbp833sa62kvTTOePoVXj9eQ33zUerqmjl8oJKy42/w8r4qim1mtBzgD/6p738lJehMp5dFgg+qN5XLSMSoHk+638+barormHPnqAS1FrsBe4EJZ9HOIousihvNhtxgYqfZrttreuh4cxSaMJo1TEI2h/Gh+s1iZi8wYpZjRB3nu+KEfUInTIJnQYmJkkrzjqKicjM2pwF1nu8027ezvS65x5utgqtc94sF46extbjSQkGJOXfOauztTdM0rFZrjtR36/Y2GjvXe8MzM32HC1YnuCbo3F8JWe6MEYfDSUdHBSZXIxXFdgrsFhzOQqqqiu8z2mopK3ZS5Li/u33+K6+MNBw+RPv+w+yrq6eluRJHfSMlJjMWQwHF5TU0trdS1dRKg9NIRWMbdfX7aG9pYt+BVkrqD9BS3Ujn0U4JnPZRW9bAvrZ6KuurKbSUUFNbR3VtJUUFDlwSiBUIFRa6KKttor5xP20NTRw43ISroIHG+gYaJNgqLa+iuLCWJgmY2hvLKKtvprK2lbaaCuqqi3A2NFJstWHDictVRH1bFTWn36KzrpWO1gYqyyopLqigobWeErHZUVMj+qupKa0RX1qoam6n3uWkoaUm9/hmsbNI7KzELrbdt6+AwvI6yqoaaSm1UyYrr/U19dSVS3lpFY6yFjrKDJjK6qW/m2htkP1D4sv+Q9SXNbG/zkVhcRWFhcVUVjhxVLfRUlWI3Wx8KKhDNrl2okiyT/XRpLWSo6FJTv/oCOgIvGgENE1DM2hsxSmpJmxSiQwZ9dgIe3NLyQSYmrySRYS9CYDu9TNHIBZOk4rv7fNMgaxpGmazGaPRiKbJNUwV6rTjEJCwZcfZ/FwNfvr1lOdq7pIyTdMWT0xtqex+xkTT4TZqa8slSLpfsuX/TU6c5c3sP36SYznqoKFcgpx1FG222FJQSN3516iz2bFvtnGO34LFUU2z2HZE6Njxw7TWl1NkzlU++p+xkJKiYqrrmyhrOcWxCrCZHt1kea3BCCaTxsOTBWx60wxgkNVkJN10Y73Bi0dAXVzy9OKt0S14WgQ05JorJOejXH552k0FMiqgQR0jTytsB7ZX/ifjWbJ7OKjdgd2240xWkyfqWNtxhj8Dg/UVumcA6nMWKbef56xxx6nbfXdUo8WIwWTYcT2RN1gzGDBJQGeSkZOMo3jem8Fixepw4LBKhPa8le9tfZvwPisrHGr2Nb2YZsguvuBHMjk598/s7P0xs9zVszKCzuRIymQ/nYiRSKZIpTMiI71IkpeGijcrPJmcJESkFC7mVZIVXelkjHgiSUoGpStrFYe0kSQrMu4bIDub/WRSpMU2+Wy25eb4lY1p8SOdRVzZXNtHcgsqmXTu508k90jOvVipHuW02Az3J272IgByUKTlmFPXeEUPQaCOS+HJlUs+d2xK+qDo/vGaO1fJkE4kSMQTJEVmnifXdrv9Ex8yqZRcU9JyfmeRS9ImLMxKu0yuXb5RJp1GUX5/V6cKu2SUeFxdrzKChXgrZbn+lmuy7D30UY9FWx1GWaFa8yh7iH+3Fmiahgrq1D1JEfq2IxEw7Eirn6PRGtpz1Kar0hHQEXh6BOQWLoOicCjIwsKCUIBgMEIyLiQRUCalBktCcpPPplMyyJMAKxElGgrkeEPhCIl0FM/gdQYn5pjxBAnl5CxIvZ9IVNoGIsSjMSJirLoBpkSfSmU0haJ0LIhv+Aq3eseY98ckMBTGVR+5h6I9zaN6gSk8vhC+6CrBW72bTpD1jTDlSxJJbKFwkZuOevBEM7k+2ELJwC6QJodxVkUqku4CbzbtgiajE2ehEYNJ7sHyeUhAMi2nWoaUnMdpOY8jch5koqlcWTordXKeR9WxFYnI8bXA3FAP/XcHGZqT81GEbVdY03It8U9NEk968fijcs1Ji7Ub/SSJxyJ45yP3AxppFp1zE3V7n3juSETsmI+aSPMPXeVW9zAT7giJRJqMUEoFdrFoLrjdrv2+HUDWNE2Om2yOtoM9ug2bR8Cw+SZ6Cx0BHQEdge2OgLp1jzLQP0pPd4BUwI37i7/g6+kAw7d+y53bV7kxNEqw62/4P++mGPzqCiMzk8xKs0xwnsidX3MxWkXSZMZmTBOfnmL2ytf0yuAgLq7P3f4lN69/wV13glhogi/+8pf0z3npv/wldy5/RVcoxmTfMDaHh5uffULf3V7WfZ+YJgJXf2SgmkkmiKpgVAb2SRnAJmMxCUzjEiDK+qAEqLHRz7g1Mkm/N0kqHiUYTsnNGNJLvAlSwrokOh2X9hHCEoyGYqlccSqeIiNMitJRsVDNcCvZIiMlKxtKZzjoJTv+j1wcnmfYF5fBZoasrNwlo0Gi8ez9lYRUgoTYFxZ5EiKDBMmRaIK4yM4pWvqXwn/rmgyuu+gVjJKhBSKprAy+UiQjMZS+RCpJVPkifos3JOMxYpH4fb+TYr9Elsm4l+HBHi5d6iYmHZKVQX08HCWeSMkAPkNSCpPRANFkRkyJk5QV06SsWCSjYaLRBaJqoLccmyX7tlFGjgvtaYL+beTKk5oiY8x1my7cuMHwxDjTsUk8Yxf5i4/mGP3ocwbn55kPDzE2eJW/+u0oXf/5L+j23OG2O4VnapqFwY/4P/7qnkzO3D8HWFfDM6xQK9SJGIFQSs4fuejIuRmLxonE0nLsxhi5fksmOwYZGJljalKiVQlSM3LsB0JJOQ+ypCVgTQp/Us45OcQfBGyL52FAzgllfUrOqYnr15nuvidrlapkd1NKrl+jd4cwmefp+vorPvmrX3Lnxpfcifbz81/eY2Yu9ACrRSgS8QwpATF3uVks26tJfqVur/q/G/zWg7p1elE98pBKZGUwkZZZ+hRhf/KJKCTtQjLDrdL1ZAS9CYKKRyjoSTxSj+JV8pQsJTMg/CpV+3mKBFK5i1QqmSUSSBKUQZ9qs5xXlQVFb77Nk6RBdxRLigAAEABJREFUkRsUGUq/kq1I6VktK8cjvq0uf9S+wkPJU6TkP4p3vTolI6db+iAnZ5kNSmZQ7Fepap/nVfm1SPEpGYoU71o8qkzxrYWBqgsvpFDHlLqJhHP98ui+zrUR29dL1Y+lJmIZMjIWX+cw3t3FMhaSD1l1N1aZJW9lNGw0oX6/MJs1yKDJis2skfbJgE6CjjnPGCOjQwwNjjA5dpeBwRlC830MdF3i+r0+RqRvjMYI492jhCIZNJsDi8mIUYKctNOJ2TTNvAQIk9NxQqOTEkRNMtvbw+DkqMgcYnhojjFPhrgMqIxWA7FglHh4cZTFRrYM3slxui9+IXLu8elX/XR98iu6795kSAasC3O3+PjyJJOTQ3gXehkYHuTujV7c0xf58p6f3i9/Q/e9u+JHipRAsaRx7jr3em/x2a0+5m7/nq+mvFz74g4TU2OMjY1w99PPGb3593wyNI97tpu+vj5udk2xMD9NODLP8Pg4Y9cvMTjYTb/fz9zwEIOf/I6u2X4u3e6l6/oAgbkJArM3uNg9J/hdFNuGGPAvWSCZLAm/j+CCn4WAF2//XUYjXu58/hk9XZ9z5e51fv+bS7iHJKgeCXLn1m1GBu/QNzLI159e5tpHnzE6MoIn4scjK7Feb5i09EV6YZK52VtcudPD159dZvDi33JF/Pr0Hz/m3r0vudE/yKWvexj6/Ofcmvdy/fPLTE1Ms5ULj+Lcln4y6awcW5n7x/eWSt4ZwmT+RO6/GcEgKxg8bHMqGCAqQU08E5fA3c+03ItiXr8E7AmSstIejSzIKnuUkEzIhJIhIlkLJlc9lQWllE3dICkXzszDYp9LiW9qlt5LN5mQiSRfrI/bt4YZuHuL4eE7fHUvJJM5wZwPkVhCriNu/HP9XP5iGM/El1y+N8PNLy/SffVLuuaTJJed45nYLL65Ibr6fPiu/paro+P0jXkIesIPBTPPxdHnrCQjk2GxcAzNYshdcyNzXnwjw9z94jKRunJw2B569iot4ySJsdkIQM/ZneeuTtM01BMnip67cl3hliBg2BIpu1BIJpMlKrNo8xMxJnpCjD0hjat23SFyqcqvQeO5H9AMLeoIL6b5/ZXpePeD+nElV9EqmVODYQnm0kSCKebGYjnd48KTJ+XL/fwDWapss5SXcT8N5fSsJWN8mc1r1a9VNq78ypPYvhbP48ruywjn7MrbmG+j9lV+KVW6pB9U2Vqk+JbTWjyqTPGodC1SP4aqjqnwQpL5cdUv4Uf29VoylpfNDEcIyEpR6qHVkF14Qm7WJc2A2WLCYrEukon7F7sovlQhqaCfpH+cvmglZQtjICs9BqsNm92OvaAYW+1hDlTZSU+N4/ctkLQoORbMVitG7z1mU1bc/hSxkS48sXkSlUX4BwYIJmOETA7CM1GyyTAL/ixlTU2UVlcs6mcDWwK3J0jfUACzxYxvfJTpkSH84SDxWIDQ+D2GE2YyRgOG6JAEdz3ckEDM553HKytc7ulpCUbDZFQgumzAR2CEOY+byUACLTrCHWkzKIGrx+fGI23He4bwysqHV7CLzvYxL7zerBlr7i2uGprRgiXqJih4DcxOMtA1xGz/bUZ9EXz+OTmmh+i718/8wCVuj00xOTuHPxgmtmLSwYBmMGASmWYtDREfXlmBGB+cxBuYYTbgYah/BlNymPH5Ke7c7Gewb1Tw8OL1BUkEpxnq7WXKFyCGGZME70aSRMZvMzw5yN3hKQbuDeEZ6sFjSjMpbQORGTwSAEz0zeHp78VvtpKY7SMsuqIvalSPvm0YAW3DnI9kNBjNWFzlFBZVUkFYBvcrZoIe2XarK7OpKEH3JPdu3mNu5CrX+0e4NzaH27uAPyp2yWdJZ2ga7+gdvuiZY3Z2FncghnvGw4LPR0quccbl+BgTJFJB5mXCpu/GICFZ0dNMBlbwLAnehRk1E5AKE/SnKa6ro7axCFN8nrnpEBGsZDWj9PtKv40mTa5Jqmw56Gp/75FBrs0qoFO097zfUo9fmDDDC9O8AxSrmdJEJJUL7mISID0xyUDrUW3jUh+XAFKR0vdIXrFH8eV4pE0impaVgNRKkvJ0KkMmlSUVT8uMldRLWSKSXuLL6RS9OTlP6NtyGUq2oiXblsmML7d5WfmjdCvZyrf4Mpsfxb9WnZIRF92qTtkWEwxUPk+qfnl++X6+fHmqZChay8flfKv1LNWFkrk+Uf2SzPfLBvFYkrGMX9mbSsioVNsBJ9OzMlFu4vLZoHS5aWfnCdJCicVKrSvOrOtVDmUnSEnw4qxsorayjCKjgZSziSPHayVo62d6fFLaKBVZmcVM4OmdIJG243IkMYQH6Z0NkT11FpvHj6u6CFt9Odk5H1kJFONREw1H9lPVXINRidgQZSRMMZEwFOMwl1DqyGAsrKG4opqqApESCmMqtWO2WNEkIIrG/HiSKcLxMuqrHNhLmiivrKK6xIp5lT6TBGxmCV5xFZCVwaNFi0ugKANJkRlJ2jAYG2huLseWTWA0ZbAU2iUAEz1yjBVV1lNXW0GBNY5PBqSD4wsktZisjLgoFbtM+BkcmpYVOB+RqJugVorTUUy5g2WbEYvViIwdZGbcgKu4ADQRbi2hoLickpJSCmQlpaKyApdBBmILMRa8cRmMmSlvbqCp2cWCrLzM++IkZRXWpCWIxCMyG9/HtC9KQFY20kkwmMqoqCujxFVMSaXIdTlxCb+mWTCZNQpdSECYlVVctu2maRqaQSOHD3tv08R1m8Mgx6GGZnjYf6MlSTi4wNykj0AgjrPYgkXOyYDXx+yUX1aXUzgKLOTxS8kEgm9miHG3G0/JPoxrDPB5TpvDZaKgECa6B5mfnmM+EpDJIRMYi2motmDMRnLfX01E46gJKPUI9LwEgt5ICRVlLooqaoTqaJaJJ6vYrAmpj8HuxFpQgD2TwB0y4zIL2QyCoardC5QFuQDEo0bqDrTRcqCaQqeRgn2dZPuGiS+EkGHRCiAsOXwEQfmsqNhjO5qmyamiyT1OMNxjvu8mdw27yZmt9EXd+MtqLBx+uYjXfljO6z+ueGJ64ynaPqR3A7LOv19GZb2V8joLR18rfmK7n0T3Vrd54ydPjvvjbHljA1g+TsZa9evJfeV75ZTVWqhusXFsC/rl9DdLaDzgwCo3pa089neKLHXrUQGyegQ1vfpOnXPChFECNJPMxCKjQoPFhllzY7QXU13VTmfzfurr26g3BIiaZ+m+8xkf/8Nv+PiTK0xM3+DLm1foj1hJGgpxGIwYzDI4yobonqmmrf0o33+nmQOtFgb7LNgaj1Hbuo+W/Q1UlpoxxsJYS9vZf3g/tSUu7IacQRv8Z6dSBqcN1rtcvPsBI8YmjNZS7EYTtiIHBfUleC5epGdwjrCthZqiGloyQdBSGG3is9Uifhshk5bxTZxEfJHSaYLuaUa7eunujcqx00R9dQL/fB99ErjOpSwS8AihUdTaiCarglOXLnHvtgRM2EWmAaPJjFEGjEaSJArLSYnejMyEu4MShCbsVJdasB46SIFMWljjSJssWWPigQ3JNAZ7kkjAz/SIBH8mC2aDQQI9c062yWTCajWBQfrKtI/OJhelFRA0GIlL4O2WALrSBWIoqUSYTHCCrukA8wELDmta5uJjpMXvrPS1CQMWmxmj0YzJZBRKkIxP0H/7K67OFRHNFuI0iaxt+lETNurYVsf4NjXxhZrlqooxNdzHl7++S19/iM6TpZS1xhm808VXH/QwNROj7UgpZocdk8FMcuYudz/9JR9f7iJx6hxGs0WO9BfjQiQq50AwRnOVhVDTaWptFqokkDOYsphtUGB0M+W3Enb7iFuloL6Dg+kFxAu5FhgwCb9RjmnkWE/K+R3PkRzfKUCzU+go4GSjW87zLu6MBfHGzS/MV57jpkk/m4r30SHX3cbKIpzmcgrLTnHq9Dner+rBkA0gc9krLFKrUpoGmib/2NubQa7FCg9FexuJneu9YeearluuI6Aj8CgEdn9dVmYVIZtRqQrxVnvcRueBVg4dLsBUVEnlO/+GN5pf4/2X99Fx/ixV7ed4s7OAtj/4GWe//W/505/+G/7NP/snfP97b9Da+ArfeuV9/vSfvceFE80yQVJH7YVvcNRQwuvffZN9TbU4y47RcOZP+JPvvs9360yceP0CbY1nOLPvEN/58TkOvfUuVTY7ltVmPXZfo6ylk1Pf/ed868If8YdvtfHyu6/S0raPAmstxa3f5l/96bu88bP/Bz/5xg/5p++9zvs//Q5nz7zMwXIzhy+8RFNTC0bPKAOX/o5f/vI+fdw1jtdRT4f49eYPfsabNTZOvv8j3nhLfPjRj/jn/+Y7dLz1DoetVlzFpzj98rv88EdvcurNb9J86t/wR8dLaTt2krbD3+F7597ln/7sLd76F/8b3z1xkjdfPsMbP/o2b373e3TUvcvPfiT2vfMyra4ogZsfLNnwy8v9+CpOcvzlN3jz7BEqDr/DW9U1vPvD1zl48BXOdJ7gez86h6nqPV47VMiZd97j1bd/yLunjnLhaBMH3vopr/74j3n94GFePX6Kl997j7Pt9Rz90b/g7df/mH/5o/f54//ux5z6/h9x1FTFW3/wNu3NFzgq2B0/USVBXiuHz73DD3/2Lgfa62SQ/NjOeGEMRllRNFk0NOMLM2FbKza1vct73/kR//rPfsq7P/4pb9eYKDz8Y376o+/zL//sj3j3/fd5a18xJ//HP+dE5at870c/41/9P/9n/uxP/wk/2O/AZtJemH/Ftc0cffeHvPtHf8SbzWf54ffFlx/JsXz0IIfqS+n40b/hlX2n+Pb3znH2jQt0tl3gJ3/2fV79xlscbyjh6KmDdBzbh9nXy6W//Tt+IfR3f/tbmYiKkS3u5K3vtlH1/p/z03e+yb/4tz+T69urGF+Yt89PsdXl4ti336e+uBibqHW0tVIv18OjMslT/Y0/pL6ujoJVEznxaEYmiLK5+4g02dOffFC3p0HY4c7rQd06HZiRgWIykUE9ArgOi16sI/BCEYiG0gQ8SVkFybxQO16Ucg0NowzMLHZjLuWhzYzZbMJiMaAZjBjthTKQs8mKjhmzBC5GsxWbrL6ZnU6sjkJczkIKXU4cDhsmkw27zYHLZcdqMWE0ClltEqAZsEm92WQUmRZMVhcuWQlwKDtsNmlnxWo243BasdjtGDVlJZveDCaz2OTCbnXitJux2ZVsMwbNiMHkoMBlx+Ysxmlz4JI6u9OBVewzGzUs4pvJZMJeWEXdgVd46fx9OnH+B7xx4jgvN0tbhxOb4rVLanfhcjpxFTow2+xYxGaDwYpV8g6n7EtqshbiFBxNFgsmi0MwtEsbO3ZXMQ4ps4lOm9hgc4gMox2ntLMpu0obqN9/ZsmGlzrrqCgtEhtt2KwWjBaRYTRiV5iabVjNlhx2iAyb6LPa7eK7A7vVgtViwmxzYnO6pN8s2JReqbeqPpYyu81Fgeh3FQgWDhcWjNjFDrPJijbbVloAABAASURBVEV4Spua2PfN73JA6kpVuZRpbN/NYNAwSB+x1nwFe2NLJrNqMYo1H7E22bFLfxcUOLHL8SuXAQwWpxx7DlwFLuxyXtrl/LYUFGAx2nDIMV9QXCTnjhOHBMxymL8wEA1Gk1wfHNglCLHJ8elQtgpZ5Zg2mwyY5Xp0v9yK1WZFHcPOAgc2ucZYpN5itWC2FOAsaODAq69wQeiVV09zeF8dlQ6z+G7CKDKccn64Cl1Y5fxiD2yapmERHI0Gg9wdQDOZMFmtqGuaUa4dJrnWGDRWbAZ1jqmSPXyeKfcVadp9cPSVOoXGziTDzjT72VutySVBk7N/6YR/9ip1DToCm0LAKIGE2WrAIMfpphruFmYNNPFd4aBSdtim3rCrHq3LqkemnoHtRgkIXWX11Nbep8radhoqK6hxPQNl64g0WF04S6qXbKgtK8BuMa7D/WyLza4CSpraKNE0XowFbGoTMyWI19C21V16Uy48NbPyXdOeWswuFSABiwR2ZfVyfgvV11dTXuxEBbe71OFn4pZRAnyD3Es1uZc8EwU7RKimaRgMBplA0aNbdvC2h28Xj+41TZBRg0WTzBav5lSzGKmUrI5kM2RkClE+uRMhk0qTScZl5SSOesY9kUyRTu+GEyRLMp4gEo5u0W/dCCbxIJFYivgzGtCu7rPduG+xGbC7jJjkprQb/XucT+q8U+dfRp1jcjo+jn871suZQFb+nottBhNGmamWif7nom67KdFkwGI0m3MBnbbdjFvDnlzQn5GjI7sTrF3DgS0oMskqiroXy3hzC6TpIp4rAjtEmVGCOaM6zvbuabbUU5qm5cayaoy7VKhndhQCErrsKHufn7Ey2pKYjdyAcYXWNLFYnPHxAKmIm3lPmEBEgrhYDJ8nQCoWIuyfYnbei2chRkIFfyvav/idrIwWMukMGUnVwBg1cJC8GiBnF/NpSe9bKoOKTBy/283U8AwxxScVWUnViZ8jyaeEP5uJEApGCEeSSqRwPfgoviWdwo+nn7G5AHOhDBlpm+OUcqVX8aajUWKBICEZsIsF0g/3+aRbchcdJStne67hyn8520RWNpMgkQjj88VI5fxF2t7nVTru5/T/OxeBbO7YSackXe9g2MbOSYyBmjgyyCzxNjZTN20zCOQuUJtpsD5vVq6L6dzjh0ro+nx6jY6AjoCOwFYgYJCbkhobKdoKeRuVofNtHQJ6ULcOlmqFLR5No37rbeVEepyZmRn+y1/eITrxIX/3m1tc7Zpganqci18PiTS5AXu+4nb/DP2zsrsNPykJQGOhEFEJRpMSdGajCZKxCFFZNkskEiQiUQlU7wdm2WyKeMTLeM8Ady724g6HicsAOikyksmErESmSEcjLIQTZKK3ufp1F7fueIinVzqeVm/nEp2RcIxEMkl2/EOuDIxydyZGWPRmM2my0TDBcFwC4STB/l4GPvuSq+EkKQnOYqGIBNNJ0Zcmk4pL4BwWPgn0BO4VmsS2lKwoJpSc6CTTE9f5x18N4Q/ECMcyJFUAIAFfWoK8Fe30nR2HgKZpmIwGzOoRVJlpZaduq4/hnerHXrdb9aOa7Ve0BVioYN8sq/F7dSV+BYQK2xUF+o6OgEzS6iBsKQKGxaBuS4Xqwp4rArs8qHt6LDW0RwqpZ5SRyXG+HA6jHu8xO4spLHJR4CrEZXdgfUHfH1nbaHVnTHD1F7/lylcf8/n1a/z1X/yK/t//v/k/b4wwMnGDa1eu8qtfXmTy0l/xX24G+Ornv+Lq7Vv0BKJMjk3T+1/+gq5IhLu/+4C7X/03Prl7kb/93TD+EaFEhIgEielVAR34uPfZJ3z1299wtecG/+kvPmNagq6Z6SnGvvqQu5/+LR90f8H//td9jHz2X/noWi9XxxOkUklSEkQO/Nd/z6V+Cc4+/orP/vqvuffV3/D3Q6P0zKSQuHTJ1XR4gfnf/gc+6BvgV3/1j3z10RcMSbCYSKbJGqa5+vkthrovMz/fS99IaKndTs0k4lli4TRqNn+n+vA0dqvZRLUCm4hniEXSqBfHPCkFvUnCC6lNyVATPopW6wwHUoQWkjlZKh8JrS03JXZnZJIhmcjmeFfLUbKDviTrtV/Nv9F9JTfkTy7pjITSoiO9tP8omx+lQ7XL+70eX0SwiQbXxmO9NqvLle1Kl7J7dZ3aV/7l9Ihfav9xFJH+UfJW8yk5oUfgr3Qonny7/LmYTmRQE4L58idN43JMJ0XWw9fTpzlrdl5buYQTi2ZkgjW9YVLncsiXIuRPbbhNJJBGtVFp0JsiKO0jwfSG2uf0yfVDtVUyFEWDmdxbFVNyjkc2ICcnY5m9ynZVtlZbVR5S+lbJzZUvk6HaKj5lj5Kn9p+UVstW8lTZevLUOaV4FCZr8ag6xaPqVKr2VV6lj5Krzou0YJpKkLtmqTZPTinikRRJuQbLwvjOOzmegcXqvqroGYjWRT4HBPSgbh2QDTLzb5EVAKvTCI+I62y1nVSZkpi8g/QmNAnsjBiNBowGIwaDAYPGNtuyhMNil6WCUouJAvcIE0EnRbWlFCSmiCZjhKvrKG10EBvtomvMgtFYRmOxA2c2SczrJSorXdFAAP/QMAGfF625jsq6apxOJzarC5vZyspYNi03ZchoxRQXFFPu7mYmncRYUklNWSEFaS+zU4NMFzdSsK8CQxyygQw2maU2WkIMTRpxOipptGmSaiwUuDDevkjvfJiFpApUFcQJYokFbvWnKSsqptScgEyMlNUucgqxm8tpNPqJTA0zOushU2BXjR7QDsypR/fMFg051NiTm3R9JgXTAxH6Li/Q9aXviannkp/ui5trf0/0KVqtt/srH91f+XO2qPxaPKrN7GiUgDvBzGAkx6vKltM9kdFzaYF7X/rXrF/Ou5l8Xm6+jbJPUX7/UTbnedZKlc89Fxceaes9waZLkWC3loyNlCkdStdym5e3UzoULS97VF7hq3xezZPHSdWvrlP7SsdyG7q/9hPwJFiYTzLWFXokDqr942jgeoD5sSiZtBzoe/AEz4rb0XAmN3AfuBniyu98G6arv/dz9UM/1z7ceJsrv/dx7SM/Kr3+kQ9FG9Wp9F0TnYr/quhUdOuLBaaGYnimExuyOydDbFYyFClblA8qv5quiq1X18BjtQzV7priFZs2hcWasgUfkaNkKlLylB0qvxYp+5Ruheda9bn2i3qu/k71lWAv+7lysXmtNqqs70YIv5xj8xMxbn56v40qfxJSNt67HGTBnZTzbA+eZMtc1jQNg+H+i1L0oI4duxl2rOXP2HA5vlGD5sc9+mIoqKampoamCic24zM2aqvES+AWXPDijUZJWopxaGWUl7lwlhSJDzJKDnjxeTNYipVPUSJBL95AmJSA4ixCBhr9jEyFCSSNZCXQi3rnmJ/xEEyZSUtgFQ37WYisenOFTKtFgn7cgQXi1iLRacApq5nFJYW4Cp1kjA7skVkW5mJkDCasherQjOOdCWN2aQRDHryxLElDATbNQDrlY94bIZ5IL6KiYZDo226MSKDpwRuME0mbyG2RGTxBKxU1GbwLaSYmjJQVW3JVO/mf0QhGs3i9/WYOng+scjwaBANXkZHSShPlNeYnpsp6CxW1lg21X9Kj+BWt1itlFXWLsiRfXrOYX8XnLDCiXnaj7F+SuYynQvKVdWY5bs2bs0varSUvX6bkVtQ+QuYjbM7LWCtVMhWtVbdU9oSyl9qLbxUKk0fZr/DO6XmEjyJnuczyNfjzOKl0BW++rWqjaHG/rNqMVSairA4DhaVPdzwqfSUVJhxyjMg4i726Kd8VWRyCRaEZx0apyIyz2IyjyMKG2yjZqk0ulXabaSv6HIvkLLaIbgs2lwmTTAyrMcSGbFhsv8Sr9pUta5Bd2SZ6lnjzPKqNovy+SoVX2bRpLFTb5SRyVshYvb+cV+VV/Vo2qjpFql5RLi99tUHszXYTuXcHGcBWIO1U+yckhaNV9ZNZQ24n7OVNBXIZmbBPp9MyrpMZlb0Mxg72XU6LHWz9szRdjmn1ohQkXanGiMPhoL29FJOrjvJiG5VNTbR1HuJsQ+F9VmsVpbKyVWi/v/u8/yuTM5kscn4iZ+fD6lNxomEfUbMV+/5jtNTVUmEyYS5vp7K0lNpUmGjARcP+/RzvdGAxp0lYbJTvb6L+UDu2SBBjcRVF+45QU1VDYciL371AJFVEkQRjNkuYBZ+HmbFxxnPkxr8QJBJZIJxOYeo8TW3FAdolkCwtK8Je3UFT4yGOWtwkfUYKy5xUdJRiE1scESvth8vRiBCxFmAuqKHGUkjZ4YM02OPE3dNM5nTM45ZAtOlQKcl4VILABPGUHaulgMoy8TeZQSvKENKKJRAso8z6MCw7rUSuvRLcZlAvVNhptm+FveombJKgtm6fnQNnCzn6StET05GXizjyFO2fRHdVs42icjO1rbY17Vb2PAu78nKfxOZHtcnJfQ4YPm89St+j/M7XHT5fmOvPkkozLYedqk+fijpOFlDVYEMFBVtxvuw0Ger8NtsMWOxG6tod7D9b9OzpzNbpaDteQFmtVe5nliez+xG2dAoWip4LJqLruejJ+5tP19Fb3+GQQN2Uw3XfiYInwzYvW3Q1HSzAJQGlmjxgj28qsFO0x2HY0e4bdrT1z9B49ejH/cBIhUjLFVmpqqrkD356CHvdaxyV4K6hQm6+1Y2cPtUqjBqUnOVgWyWtVbL7Ij5icjoJ6rtWucBuhQ0atsomWg+e561XLvD+u0epeuN1OhwOCs31tB85w1s/eofT3/wWb9RYOfrWe7z6+rf5yXtv8MN/+g4dr/0B7595nT/8H37MN976NhcOvcIPvneBk6+dpKmwjbMXXuLsqRpcsWFufXWRr4UufjXAXEIw2n+G186/xo/fPUzhsZ/y5qE6Dh9qpar9Jd6UAPH9n7zBue99n5cPNnKgfR/NZ9/gvTMttLzyfd48+01++PYpzr1+grpDb/D+hff53rEs8akuruV0XOdmr5fMK3/EO6+8zGvH6mmsrKK66iBv/uA1OusdmGQRsryhmoaOeiwrMNmZOykJVOPRjAR20uE70wXdah0BHQEdgXURUPfgvXF1WxcCvWIVAppBw2wxYJZVUE2T8RZPv+nHGGiahkkm941GYy6Pvu1IBPSgbp1uk+MbbYeio8l1zmTV5KKnYZALIEubVEg4c/rdsxJMNVGwVL7FGWsp5a2neOvHP+QHQj/88bf48R+/w8vnD1LMFm2adI6zhSOvvs17izree+co9eKvCtjqX3mVQ2fO0syDzVTxKmePH+WlTvuDwh2cs1gNONTv1MkNbge7oZuuI6AjoCOwJgJGo4a2Zs32L8wFpJntb6du4f0HmtRE/o7AQjdSR+ARCMjI+BG1e7lK7iSaprEyKGLHbGL+fVuXMvd31X+ry4rJanqGN0sNzWDEZDZjzpEJm9OKxW7eWp2aAaPMLOV1mExGDNzfTLLyaLPbMd/fzf032a2YbSbh3CvoAAAQAElEQVRMEvjlCnb4P02Tm5H4sFdfpJB7NHonT7HKgE/13cOr6dKp+kdHQEdga+8XzxlPNXaQW9Rz1qqrexIE1L1U0ZO01dvoCGwnBPJjYGWTTssQUAOtVDJLPJZ/Eceyyh2e1SSo0TSJCJ6jHzmdovd5qdQMBnK0TGHOBu35+r1M/TPJKnc0wzMRvf2FPqorM2li0SjhcFgoQiQSI5WIk8pkyaYzZOQEz8jUbFb4ZJdsMkE8GsnxRmOKL0FgYoDJOT/ehSjRnBwlK0wsniEdjpOMJ4gtorT05XKRK8JJJ6IEp/sYGJvDF0qI3kXG5YnYn+s/SZcXbzgf9rAQFD3xDbd47oyJYIiwf4Hoc9esK9z1CKQSZNJpObeyqPMv56/sZxKJxXP5/vkaDsfklJQZlBzD8/uXO7efQJ3yKez1kEwHCYYTcu16CtsTIaLqOpV6AkNWN8nESMb8uH1pwXN15ZPvpyJeFjwzTKmflfGHpU+f3N9sVq7N8TDRSFiu5XLdjiVIpmQMJ9f6tFz/M3J9Xj0PqH4eQX0vfXX5k3ukt9QReHEI7NXh4ItDfFdo1p3YPghoaJq2fcx53pYo1x+6G0uBBGuJxCwT4zOMjQaIBhYI9F1myBfDPd7L5OQ4Y24v8albXJ7M4O4fYc49z7wMAuLBBaITd+maDeMOxSSIixGZk7q+fsZikk9lCQzfZmR4gLFwGjXQ6b/cxXwwwvzIMFMjI0zKoGKm9x6ewAx9Xf3MTM0jQ4uV6Ijtmkx0rNl9MgjJygA1GUuSlnxaIs90MkU6lZIBlfinfsNx5g4Dk27GFjJkZD+eyCCsZJZ400gMu0JnNp0inUySVOMmGQClVD4hZeJTVhqnE1IXF53prMgSEhzTMihKqt96FB1JsSEldqnBkWRzsjOiLyt8GZGdFFl5nRlh8A2PMDEwiDvH+eBfVnjTEkgLixRmiAhms/MevCllmBTtwI/0CjJmlD5SuO1AB3aYyfGpHqbn5Pyemmam5zpj0SypuWGmfX7mwj683kkGB3zE5JzO5A/K7eKjnHvqfMmfs2RSpOTcTsrxn5agdG6wj2B8kqlZP25PAoQ/m06i3vasfFFBSFr4Fa1wTZ2Hcl7F5Dql/E5E/IRlkioi14Z07lxPkpYG6lh9CAqRn5TzPKXOfTmQ08m4BESiWjGL3HR0Hs/8MDeHwyREd0rkpeTaIOJWihJfMnKtSEh9XPxRlRm5RqSlTVquHWklOxEjKXoyaQ9z6vdqR73ERZ/PH2Ap+BI+OZlU8w2Twm52oEuuu+K3BLMLbjfz4/0EwqN0DS0QjKwd3cqlTxzdsBqdUUdg2yKgB3XrdI0s9GC2aFhtxtzJrk76HUV5v+SCvKPs3s32LvbJVvbHosjtmzxLy9SxIiOKjApIVsQCuWgJo8nN9LSXiYkkWjxE4OaH3HGHGem5yN07t7nRN8L8vQ/41Z0QEzdv0D/Ux4B3gYUFP8mx61ybM8lKnBGrxUhGgsKFvj4mzWYyhggzIze4e7eHgakF4pEJrv/DJ/RMzdJz9Rp3r93hnj/J/MQcNmeEwVt3mRicZO3hBGtsWWKhIJ7JCTy+WcZEx/zYCO6ZGXyBkKwausUnL76Rq/ROjNAz6WN+eh6fd5ppbxzP+Cju2Vn8Mssv0DyQn0kSCwfwzMwxPTZNKDrDyISH2ckp3O5ZJmd8zA4Oic45xqfcIm8Ov2+ekXEvwcA8k8I7PzXJvHuOSXeQmSm/DMA8zHsios+Nb35G5HhzfKG5Sea8XkZ6BxntH2RlUJcmEQuxMDvH/PgUHgki52/fYXh0imkZfD4weOflVGCckcGqGnTvPOu3n8XqWrmeVeHh64zI5EzP6BhD1z7mxvAsgbHbDHkDzMsqVzg0R39fFKPR+EImvpTtcola0/yETPr45Xz2SBATS/nxeXx452bx+jxMuyPMDQ9JUDfN9LzUybmWiPrlHHez4JtizhfBPTONd2YS9dM9SVEin5yebDJGLDDH7OwYA8PzeKcm8IUWcMvK3/zYKN4FNxNTXgn0kixdMrMpsvF55mZ9eDwLRIJuQgszjM948U+OycSWVya83LinR5iZHuDGSADP7CR+r5v5eS8+X4hUTvviv8isyJliZNqDf2aM2XAG3/QYnrk5vF4/AVmVm5drrLo+Bvw9DIzNyDUmht3oZ3g+QDw8JzI9zMx6xd+F3FP2i5Ifm6TiESZufMrwxDDzMiHnkevgeNclBgev0zUdJZLIIneHFXKMJg013kPfdAR2AQKGXeDDs3EhCzI5RTKekaX8rJBKN0hyEcv9aGpkg/x5vrXarS5bvb9G21g0gxropmVEF489xoa15OXL8mlex5OmeTn5dLWc9cpX8+X31+LPl6k0z7fRVLVRtJpflSlaXq72Fa1XpuoULa9fzMci2dzEo0xkyqB22TGV51epokX+6GPShMxMp+Um9WxOgO0vNSu3ezVrHYulSctM8AqLjSacThsuV0GOClw2TMKgSRtvTIIymR2eGhxjYNpNWAKmdGKC4buXuHy1i76wCVtNGdE7XTJwiZEyO3GInCKnC0dhAQ7jIHPOKjx+J9m+AZKpKcIBN8Oycjc6NcfETJzZaRkyyagubbDhsBdis9jY+MU2xXT/EF//6rcMee/w97+8xVd/8xdcufK1DEym8Ix9zn/9aJLRWbcElN0M9tzms4/vMDv6O35x2cu1X/0VV69dp0dW8FLLlSZkYDY3ys2vb/LFX/2c/tmP+Nvf9XDzykfcuPUJf/PBLT79y58LJt188LtL3Lj2CTe6LvLXH9wmMP8Zf/vhAN0Xf8/NO1/xiysDXP79ZYKzX/DFnUk+/fASt658wR0JjD/4+8/p/u1f87kEwT3umAShrNrCBGVgN3T1Orf+4ed8ISsRvniKrKxGsOay5arm23RXE7uMRg2z1YBBBoqyq3+eBwJ2J2mTFe/Fj5haCBEzWLA6HLgKXDicRRQUOCSwW34iPA+jZPygJpzUZWANdR6ZzOj6/CtGxwcl+LjKxcv3uHvjEv2Dl/m0K4xcOh60Sk3jnrzB73/by/zYB3x+Z5zLH/6OOxd/y21vGnWOy3Alx5+JBwjO9dB37zN+/lEPI9evy3VimJt3b3Hltx8wONfLL3/xOcNzPpae2k4GSU9/yG8vDjHYP0lw9Gv6uz/h59dmmfjkL/m670t+8+UtblwfIiLBZTwZ4s4n/0jf8B2u3rjDjZv9RHLaF/9Nf8nN21/zyys9eK78N34zEOPWh3/Fjds3uNnTS++VD/h61sPN33xM39AAc6EAoYgPt2eQL++4CS/0yITZVX736S1udk0tCt1gkpFVzWCvXOM+4tbIHO54Sq5ds1z+xE37sXJcxdY1BWmatpMvPWv6pBfuTQSe/5Vuh+CcTGaYm4hx9fd+PvgP0/zm322cPviPM9JmZlNtlPwP/sMMqq3KL5HSrSivX+UV5fcX01xbaa/affxXc0yPxJgZjXP5A++j7fj34peiRTmq/W9Ezgf/aYbfKD2r65bzbTD/wX8UHUqWyFWyczqWt83VCc/yskfllU2qzTKenP95m5eVP6RrrTolS9HqOlWmaFl5To/yY1lZDqc8n7JN0fL6xfzv/vMMs2MxxvvDXP6N50G/5NuqVNEi/+Ns//zv3QzcDhGLpnbIWbW1Zmqalhs8211GjGYDj9/U0MeLN3uA4mySMuMEt6zf5Jw2gUYVB177Lt/73jd49UAj9qZ3+B/+u2/g6rnCcNddZvLCZbSVunOdqfkIcx43Plmx6wv6yXzjHNztx1hqx9haD5M+MpF5xgdCNL96iubjbbmgMi/m0Wkcb8bBrPE4x1tf4UTxAtayBiqb22hxQmLYTcUrB2lsrMUVmWLWP8y9lAl/rIlDLS4Kag7R2NJMR60D+3JFkXHGh0foHxZ5Uq4GYlpZBZWHD1NcXEpqegGDo4Hq5tMcswWxZr0kS8vpbG+n1tMLLa2UnT9BZWkz9QGNo44xfvVxCGvTDJ5kmKH+FKZUmvrD5Qy5K2itbOBIcxGlhazcEvNMjQ3TOzBLVgyMxM2YLQ4cLitWm3El7x7ey2aQyQqZupBjbs/CoK3p+apCGwUlVbz6Xg3j92ZYcIdX1b+YXYNBy60AreVCaaWdqjorNz6/gefmFfplUmgkUYjRVEtHgx25tLG0yQp8cLybLjkg5kKNNFSWUF7XRnl9JwebXDiE0SCkPkZXpZxHjdTKmf/Kj15i//4GChx2MDqxFLZS13CM49o40WyEAPe3VCSG59YAhQeaqD3aSYHJiVkmDJuPNtF5vgrzVD9hWymm9hNUlznRUgPc6UnhnYxRWFRMdUMNtvuilv6rYLq6qYWag3WEZKU/bWunsbmMEmuE6QEfmqxI2ts6KW9sp66+jYb6fdRW1tPkBEvxGZpTE1TY3YTrOtGWpG4gY7RD6QXe/v6f8u7ZTlotcn1Kuiltz3LlXgR/4KGH4DcgVGfREdg5COSvBTvH4udkqdFooKDUQvNhF4dfLeXI65ugV0s4/FrJ5tqI/FwbabtC12uiV5HU58pVXlF+P5+Kvlx72T9wrpiiCgtF5WZajxZs2o4jIuvIK2L/WnpEfs6OTaQ5/JQsJVfR6ra5OvFzdfmj9lWbZfWHldwntVnJUrRMXs5HVaZoebnoyelaUSa2r+ZbXr+YP/RyCYXSJ6VVtpX9km+rUkWL/DkbHpFvP11IZaNNBsTG53RWbD81mtzyNU3934htWchOkjCWUlXayMHGBkpqDtKUmCaQmeDuna/5+Jcf8/HH1xib6eaarIDdnUkQiJkW36Kalhn0IDf7nTQ0HeA7b1bRURPl5q00hn2nqayqpml/DaVy7qU9PgmQamntaKWxpgSXzSyWbsRGxWOlzBKn0tDFxTsfM0Q1WXMJdpMJR7Gs/FVYmb54hXt9k/i0cgqthZRHvCSSaSxOMwaLFbPZjFlWizQlbpHSCz7i8SgRQ4Zg2M9CLEtwpp/hG13M+yLYawtJ+Ua5d/dLCRILwFxGldGIxVWEqeUIRTP3mPm6h/mFBM7DFZQcrWZ2QXy0NXOsxkZxYQxPykjWWkN7iYexkR5uD8zJTDwrt6iXSCyGN20iEnETCmYxWKN4Z9wy6eEns5J7z+6lktnckyLqiZE9C0IW5PMY9zUMJhfO8iMcOFRHRZFcE3nxm1yW1j3n4/Ek0VCQElMUT1k7Bdk0jmiAtHhrtYFdgpopv4EFOSciAkCytIYamSRKJRIYrUaMco4bTWY5xw0rdGR89xjt+ZS/vzLJwOe3mJGALWaQq0AiRHiun7u9V+i3NlNgdFK4CJHRaqGwtYZA/z2GrtxgMhwlYrfivdnN5esxrDUNFMZnCHRfZ2hsgaShhn01SZLGOEG5MmZMdvm/KGwxifrmGO/u5W73AmWNhVgksDSZCigvdlFTocnqZJqoxYJFrlM2kxmTIqMJuWSRnrjIhKWRiFZB+fQ9wYRNbBoY7LJCW4DdlIV1uAAAEABJREFUZsbsKMFZe5wDx1+jbeYyablOymVvhbxYKE0inkE99bGiQt/REdiBCBh2oM3PxWSDIGO1GyiWAVpVk42qJvuGqXITvKvlPmnb5e3K623YHMYclVRZN2z3cluWy1tevp3zz8Pmp9FRKQGY6he7rCw9ab8sx7+s1oqzyIzBqD2Xc2K7KcnKCkZKVtQjwTSpxFqhQDX19RU0yvlrcBRSdOKbHKpo5OTBBtqOHaO54wTnOippO3+c5tMXONJxkEMy61xTXYbTUUpleQ1HLxyjrVkCtbJSSjo7adIsVB84Qce+FjoPHGDfiZc52naMs00VHDp3kvb2wxxurufU6UaaRGZTdYUEXebcYIUNbyYqais5euYAVWV1HD7aSufJw9TUVONyllPcepoLHRXUHH6LU8dekxnp47z2ktiyr5X6EjONB9qpqKzAEHQz3XeVq1fu0113IQV1h3j19RMcf+Ms7RYDTnsBrrJ97Gtt5ej+IgwWF0XFlew/cYjmfSdprGxif5MDreI0Z2TWvaV1P61N9bS3lONqOsqF8500FFex/9ARTpw/zYG2Zjqaqmg7d5Z9TQ0cOHmE9s5GnGN3l+y4OphEK2nhpTfOcOj8a5yuNFG5X7BtrKPOYV4xSN0wZLuQ0WAEo4xyNcMudG6DLqVSWZlIWZvZ0XKKpvpG9teWUdt+kAJzKTVHz9JRV0aFtZiiohr273dhUEHN2iJeWKnFWULlvqOcfuUCLQ1nOHf8KCePHaCprpbacie1xy5QU9jK/o466js6qGo8yRsvHWRfewf1ZU7qWhqoqq/CFJ6WSZmr3LpxlRs37jA4l8RQ1Snn4nkON5dT3HSIpvJSap1mTLZCysqrOXCmGc09zlCuzU26BmcJVL/MoZY66mtKKa7roK7lKMdaKsXGM+xrOc2pA20ckHO0oeUMbx1v4dTrwn/4MO1Ncm20RJkfVPrvU9eEWyZsrDjLxEbpo5Ny/Wg9tJ+yshrKq5ppO/0qJ9rb5BpSSbGjnrrqShol8LNaizlytBlHWR01rYc5eKCTlrriTV0PTBIRNxw5JnIdWKR3C6obaDh6nqbKVo4ebKTEZUNOK6l58FHnmEEKNU17UKjn9h4Cu8Rjwy7xQ3djFQKZdBb1vTo18F1Vpe/uEgTUDH46lSGbkancXeLTZt2QuA51rKv04bblVNeUUVcnN3IJXgoOvcp+CWCO7Cunqq2JwqomOmtsVJ4+RcvR1zgvg403L0jAc2wf5aWtHJKB4vkLB2hrLMVVXEzRvnbqNTsdxzqoLCvC4qqjVAY5548d5FiJgcb9LVSUNtJSWc2xU03UyaCkUGaiTQ8b9pgSDWd5FU3HznG47RRnD5Sz71Ab5RUV2MyFOCoO8aoEU/vPvsOpzqO8dHgfR04fpqW5lVqZMKhra5YBVBmWdIpkNMz9n3UIE3OKTa2HeOnMIY6/dp724maOHzpA57EzHOjYz5EW0XnyFAf3HePskRbqG/dRWlZHW7UZzVzPweMH2H/mFB2tDTS67Nicjbx0uoYCl42Shn20HTrO4ZZ62upcFHW+xJHOg5x7+QSHjrVTLiuEeTvCVFLR0M6Zc4c5cO51Toj8spZOWttaaK5wbmoQxy7e1GDTLIH3dgxKngvs6rImpAmtpc/WeIT66lo5PkuokmPfpRmwVrVTU1JIiUUmMAqq5JhysB3H6rbCUmraj9J+/BRtJU0cOthJh5yLDTXVVBY5KJdrVbMERZ0HmmhobZHrSguHzxyhpbWDmmI7NXXVlNfUYMskiYfDRIUi4QgJSw3V+1/l/W++yrmzwtt8kObSKtrq62k6fIoDLYc5c7gWpymTaxeRdtGERsrVyZHDnew/tE9kt1Nf08HJE/s4cPo0DWUtdO4/wIFTL7H/wGlePVBK45GzdOw7wP76cioKNFlRDqNkKYqaq6mo7+CEBKkdx07TUWTK+VBaItfRIqlrP82pfY20N5TjstVQWVFOrVwzrNYiOjvrcNQfp7WujgPttVS0NmFg1SbHg7rm3x/frKwzWSzUyHWnyGbHJFXO0jIqG1soMFmpPniEosICzJpULPuYbQZMJsO2PE7QNx2BTSJg2CS/zr55BJ57CzXATcsKRm6WM/Pc1esKnxMC6saWTkrwvke/JqBpGmrQ6yo2YbbuwEuZDE7UuSrJMzlibMXVNB57ndffeD1H5w7WUiMDrJwyow1KzvL68RqaKi1SZKWovI4z3zpNhc2Cma3bjM5SStvP5Gx4Xdlych+tlc6tU6BL2p0IaGC2aEistjv9e2qvbNgKGul85XVeEnr5lXMcaquh1LpasCMX9B46e4AiCZEMlNFw+DQnc21e5szJA9TZQeKa1Q03tG8trKLu4Ou8nJP3OqfPf5tXjhzidNWGmm+aSU1ipmUFNy0TmqgL6KYl7LUG6g6zMdI0DYNB4/62sTb3efX/2wUBw3YxRLdj6xCQ8xKzzYhFZqAMxvwJir5tewQ2Z6BJBjwWuxHj6qnHzYnRuV8QAmo8ogJzteL6/E2Q64LBjM2qYTLe167JtcLskHBOu7+v/9cR0BHYHQgYJGIzWU3PxxmjFbPZwrNSl7tOySSeGuNoSwHI83FtJ2rJkmYjhJbBJGMJi3ScwZTdUBslF+HcibjsVpsNu9WxZ+dXlkwmQzSaJJtOksrIvkxoZNIZkrE4yYifYMCf+62rUChCfM3v+jw7656N5DThwALuGTdJUSDuyv9n8wl5g4Jj4oFw9f5//xizvhjBpXcwP6jeaTk1gE+p1TU5bnaa7dvNXvVosTrvEtEM6fSzPCqfjedq8sUggZRhMajalBadWUdglyOQzSD3nTS5J0523um9y3tn97inVv7UvWT3eLTSE3XqZEmRkdHboyirpbDIYoDdacZo4rH8SlY2FzBmVyrU914oAnpQt2n4E3g8bn7/u37ic5f54nIfvSOzUjZL171xsjJqT/uu0z86x5gnw3a8WKQTCRLRGIl48v5gOJEinYjl3p6XSqZIJeJE4vln+tIk4wvMjIzSd3uQhXiMpCwxpERGKpWSADdNRtqGY5JPDNDbPcTgsJ9kvrnCNysyUpkHZXKzJpXO6c6IjPv6JFxMxVgIh4lLWSaVICn52EKA2NSn3BibZdibkCA5TNA/ycWv7rIQTIh+pWAlpWMREhJQJ2PJbTeHlB/Ia5q+HLKy1za/pyF/MlOrViofPDKyeTkvrIUG6jCQBH3TEXhWCOxUuercsKinTWSUovI71Q/d7m2OgLoA7+oDLCvjIBV4PZ7UfXRhZlbGVkHi0ioZieDuH8SXSkpIuF77bd6/e8w8uVzuMY836K5aSEmnsqSSGTm0lzdKE4lG6B/wkAqN4Rnrp290gu5JD3NzAYxmGza8hGJpokkLJuN2gzjNeFcXo4P3GBgb5taNLty9H3FjfI553zjjYyPcuzuAe+QaN6dijN67y9jEEMMz84z0jjJ+7Wumkwmme7uYHrnB4MwQd3rm8M/PE4lNMzXlxu2OsXLhJMDU5CyT/b0sTHdxdSzBXM9tpqfu0jsxQf/gKO7hK3RNjXF7xI1vqo/Z6SFu9U8ydOUqc/4hescnGO6+x8RIH4N+H0OD08RUIKmuM/nuScdg/ob0xSz3bvYwOzImF6J85XZKldGKns6mlKz4JeQ4U8fp00naoa3lZqxpGkb1hkDJo286AjoCuwcBOafNFg010ETfngcCe1KHpmlou9ZzmUFPBhntH2V4co7puTlGe3q5M+AmlEgjtUSDQRY8s4RTfqano8z13aXnzm3uyfhpwudnYtBDNOJmYqifvqFpxqbdeEdFxp1x/NGkrNXtWvB2pGPbLeLYPiDKalRGIpPHDZhLnRAPehmXoMefMWC0OrDZrdisdiwWCepkwLmNnBJTUoze6WNyYpKZ2Sn6vv6a0e6L9AYihH29jI2P0DXmJu7v4nr/FDcv9zI96yUmoW1UTvDZy18xJat0U/duM373c3rHerg3G0dLSiCnZclqJjTNiCygiK7Fjyzr+yVgG7l3na6+a1zt7ePunW6m+y7RPdDN7cEx3JPdDIv84akA4eluJif7udY/w9CtLryyqhdNJEnODOOZHmU4Jpdg0WM0asj1eFGJJKkozF7i9vgsd+8OMjc+te0uOHJYyeqt2LoFH3V8qsBOvQVsC8TtOBEKy4zMvvjnk8yMxpgcjO4oCniSRENp/O7kjrJ7p+H8vOydGooRDadRP7HhmUo8dZ/OjccJ+lKoY3zHnZxbZLC6vqVkYnVhPsHcaHRraWyL5eXtG4vl7HRPxAgHUsTkmNgK22fz8jeaPiv/HqF/wzY+hW3+uTjxSJpoKMW8YPxU2IodvhmRJ5Oj6n6yRYft9hGjnIr76O0aZrBvgCEZb138+hZXLw0yE02gvugSdHuYmxjEn5yhry+Ad3Ia98wYIzJ+Ghz34feGSUwMMzE1xYQ3KPs+fCMybrt+j+lgnLiKDLePx3veEsOeR2AdADRNy60AmCwGNNbfjLUnaS6yUpEcZ0SdIeuzbp8aYwG2gnoqXS5qCOHXOmjdV0u5KYTRCqbmFkqbanAsDDAVLsVhq6KpwE6BGYxGSMajxGWWJzq/QDYWp6ijntKaahxOkWu1YRGmFUEdFdTbIsTTEb6eNVAT+hV3Mw0YfTGsgWkCWY24o5P99fU0uMzYJVjLJuOkUnHSrjIc0hdlNc00t9RTXlpEMmvHYTHKDG4GTQJJljYNNAPpaICk+f/P3n+Fx5FlCZrgb+ZaQWtNEAQBahEMxRAMrTJSV1ZnVWVW9XRN9+zW9PbOt9/sPOw877cP+zAP+zKzX29PTXdXdVVXVVZmRsrIyAwdZJAMahIgtNYOwLX2PcdBMEAQICEoANINfvyaXTv63mt2zz3mBjtZpxeTrbWZ4j+L2GcYousmVbM7TVxeC5qp2iSr7UmezZJKZOm7HOarD+b44pf+dcFJwT/5q/XRLJexwGN2XXKVx8lfyELQ9Qj+iQT9VyNsVg/luRRO/mpWeK5fr6U8lu+f/LXy3Jy/lvO80/FJaRv1751w1nJurXzWireazC9/O8vMeEImmnGufhlYd59Yzvf8x/MMd0dyfXx7DtDNaZ3JgAbJ8UiGwSshLn/iv7fw8eym+V1ZSaePF/Ts+HKeSQnw5iYTm5Qzy6VP1q/rirrd1Ff5Kfg3qdsi/de8Lt2UsXhuhXJF33/N405tPXA5SNCfQIOxjpMr0Nzw/514LJ5TH/WcDxDyJ9Hf1m2ux25F6ixk0sQNG+acZNZGe7gwkSYzPM5MShYcROVEMERoeoJAWO5JI2GiRhk79tRRVVLAvCyUOtITzF0eIF2zg/q9TTSXObGaVgotUh8WHklhkv9sGQ+YW0aTLaaIzrlNmXwr3E21gqZ2WvYcYr/nbphb5HxohIHOjzk9NESfdy/NopbEa1DbhictgdQXf+DCh8NY9jxFW1EvQwMn+fj6ANOSiSyugt7zH3GmYxq/pwzsGUtq8BcAABAASURBVAZ+9z5fvv85vXNZArOSIRvvZdifEq5ff0pqHNTsbKGp+mle3emjeMd+Svbvw+fxYJ0JgwbEXsG3CFglsgxOEpnsZtBVijdrYmVxMzHTSRySSbw4OIM/suSKoo1mlUYYucRkPIbf5sEi17RFykexNAyDtfRRHsVNbNff07UcKeDJb5Tz/B9Vrgue+34lx79bwfNSrpd2EX+Bh8heJ4/j36+gcZ+PsjoHzYd8m9ZjUZ/F8vj3KhZ4rtMni/Qrlc98u1x4rs/HK/FZU534U9tG/bsm/DvYefy70s7C74585Pxx6Qubkffsdypy7VnZ5GL/C8Xr6osr6Xb0jVLq2jwYj+ld2pB1L5vdxF1g4fBLRbzxo8p7Bq8Lr9f+pJzX/2xzPF/9k4pbeCi/127wPfG9MnbKpKCm2bEpvV//M5HxpxW8KTqv1Qdq36s/FLpV7HtN+CnftfK7E97rIkP5KY7qqKD7q0EOX320xJ5cnei0Gs3S+qOvFFNe76B2l5uX/qj8Ft+q3aqL8ltKs9q+4j31Zgml1Q4Mme89erdJGUSGhypPP35Lmgnq2FlaTe2TbbS4HPjEYLsZI+Yf5dKpDsYsshieDTHadZ3hyVmoqESvP8WNScauXefsl1f54uoAHV2TFDuTpJNZjRmFS/6zVTzwmN4u1u5+4zZUJ1WVVfzxHx/AVfcqB3eV0VhZTG1dC08f2yXYQlF8nL0tVTRXyuFW/LgrqdlxjOeffZ633jpGzUuv0ub2UOBoZteBZ3jlW29w+OVv8FKdjyOvv8tzz7/Lt998lW//+Bu0vfQj3jpygh/85Z9w4rXvcXzfy3z77Wc58OwR6n2tPPXssxw7UiEZuMt8/ptf8L7Ab39zkqvhKsp3H+bFg/W4d32HN/b7qG44wsEnX+Htt46z99B+6uxlHH+qjar6FkobD7K/fRd7rX566v+U59qqaNvbRk3zIU7saODpd7/JoZ0Gs9dO8VlOxm/58NOL9GXrqT1wnCMVFqqyfqKy2rsVm+Be6JQV29LpLFvxZTz3wr678TAEwZSUsE78HC4Tp8u6PnBbcHmExi2wXtpF/A3yULlWmyxQWExUfz12bkaPRX1ulK6cXpb1+eMG7Wp+dIuvXJ57y3M1WeqLBZ9sXp7qrP5YVZbaLb5fi7w78XA4LRjyhywkadveCXct55Sf9g2L1eRx3AwDrHYDfbJBn0pweq3cK3AJL3eBFX3SYTM8l/NQfot1DhmD+op4U9pvMzJyPH0yDkTntfLRPr+ox0o0buGnfFc6t9465aP81kqXw1ff67Xkhk25OtFpLTy0L1glALPZDJzi46U0d7N7Ke7CvgW7w8S0oiOXR27TiMxdTPsTr3Hi+Ku8feJJ3n33ME8dbaDQacMiBhc3t7H3xHd46em3+Rcvl3P0tZd44tl3OHF4Py8eq2Dvay9TtecNXnn6KC8fbOGo1B97+232n3iHA/U+4SNM8p8t4wFzy2iybRQxcTic1NYWYnGVU+i143JYcTjdFBd5FqywlUgGyonHsXC4db4NUcVK89EDtLbtpqG0jMrKIhxl5XgtFqyGC29BCeU1VRRXVFHmNCksr6a0rIbaygpq6qvwltVTWVxO3Y46ystrKCkoo7q6jKKyYtw2L8UlpRQLv6KSCmqammkUaGqqpqykkiJPAaUFDgxPNRU+Cw5XAYXFZaJDKQWFBbgMOyXFPtGnXlbOmmnftYvWw0dpqNxBfaFTdPPh9BRS5nFRUl1DkadY8Oqpzcloor6xnsLKFlrqG2nbv5+ahgYcBo/uJrZJTINhyM6ja+Wqlkk4KyuFmdwjWmlJDKsb1gdGznfro0FolsJGeSgdC5uB8DQEtLxXoPwU7hU/MKWzGYZxj/W8k34qS+FOOGs5pzwU7oarOAp3w7vTeaGXCaeR89Wd8O5+Tn/PrY8XP5qPhbGmzaK+NLg/fU7bSGEz/JVeYZGH7i9ATme0HpBhs3FYwm/NfBZptFQdloPWKyyv38ix8lFYK63iLsIizfLjxfoVSvEm+mhuRt+wLQ6Rz9e+XeSj5Qq0t+DmzhsYpnA0AAUetU2MstjwFlVQVlpBVVmRzLcKKS5wYRUfqbU2t5cCmcuVl1ZRX+6gqKKc4rIqyosKKCuy45Njh6+CitJiKoq8lBQVUlJVRYHgFLis2MR/5Lct44F8c2yZpnhQilio2VVPeUUx9vsl0uLCVVRD0+52WnPQSGWRB+da5TkK8PpKqKqqpKJ1Dw1uC87beqpcrJALTG3TDTmt7NzZSElxJVVy0alo2klhVQ322+jWqsT9wdObkWbXMllZzt+kCENcYOiFWcpNstre5OpKhe1tRV777e4BGYeGXG9yIPvb3ZytoL9e43KT7W3oT32SQrO2W8GPj5wO9/B6bxgGhiHw0Jx0fwUbwt7A5G6A4OjcJJVMo333bvh6XmnIb1vKA+aW0iavzAPxgMVmwbSYD0TWxoSYWGwOyeQ5sduQixFr3AzBs2B3uXFI9tRqYctterHUC6eWW065baaQYRhYZZnQJVlfi13bfokBEjSnJX2XSqVYgLTcqAR0MiDn9JFV3SW3L3QSbS/ip9NpMtJAyUiASCxBPJkifZOP7GckR5hKk0ln0MVioRY2OW7ITg6ymRTJ6DzBcIxEKpOrVrx7Cqk4SbkBy2d9bGWJO5uMEUsidi4hFR9kEnFS6hOxNyN+WLRvCdb6dtNJyaaKDyWTuj7CFbBFL5IJ0uL/zAqn71gl7ZEW2vi90OOOgu7dSX10z+Yw5Vq9rG/fOxHbmpNmMHUco5GT9A0ZsqBjNdc/ZGxKH4/MBwhGkqT0MXWxNiv9MRkNEwjHpR/JuJSOJKQyPrNkpf8vjOIsacHPCKD9JhZifj5ENJEircjCZy0fRVVYC+5SHLUpFY/J2EySTGZIpRa0Woqz9n2lT5OWa9DaabY2plz2c2PClClMfmSspa0MmUNZBKx3hqyFZDxNTP9NgVwnDe6CnztvCk9jLUrkce6FB9bAw1wDTh4l74G8B+6RByxWsEv60GLJXwjvkUtXYCOTIJm8RcIB5uZmmZ0NEAqGSYTniUoEpBOmZDJJQoK+TDJCWIKbVDREJBhgPhAiFI6QSASZ7L1E38gUU36pEz7zszPMBeYl0JOJ0pwEfGGpF1FZCZKiQpOSICiTkKBDICETwdm+s1ztGWRC6OMidwVFc/NRnZOueE4qdYInxcJHZC3s6LcczA+LbkH8kYXjWyaQtxzo+SWQEF/4h+j3Z8gFOYor7DLxOInxUebFnmRoXm7u0ZV/kyq4SnKT49ID2ZfTN08RmSHkn2Rk/uuqpXtf25dFSJe5QuoWkYVpVtorOztNSCbuSTlWAqVZRNHjm/vLdyJ+wv5xhueQyfLXfHUin5EAVufvORJlqLxzBw/3a4uo8XCdcAfpSVkwSUkHzi0+JGJEEllSMzMEYnEi2ai09wi9Zy9xuW8Gf0gCOxnzycAUU0PdXOqekGtBVPp4mpR0Jh23sWCQmMjLZuME5mKEwyky0SChgSucO9dB38QsIZG31nYxLWDccYaVvaXL5rqeMM+InrPDw8QSM0zPRpibX1xauRU/N1iUiBU2qZcPiB+CgQihQJyMjJ+kBLxfj7kV6LZT1T26hYpXF1y5nWxfh65GLviySvB1Z0CDukSGuP7/37RxV/xFvggm+W3LeOCOl5wto+VDUEQW7ZBFuocg+aGIzAvNe+AR9EA/Xdf76bgWJBWcYvKjv+az0QA9X/2K8+dPcaa7j8Cl/8J/vJCi+5NT9I0NMyFeyOqbV8//jM/itaQdDlzWNHEJdsZPfU6HnI8LTJz/Z86d+ZiLU3GioSE+/j9+yvVJPx0nP+bCyU+4GIoxLLLdPj/n/vB7Oi525F7wKqQ3P/r/BZPxDEm5kd6sXNyRtINmzaIyIUvIRCypgUwsRlIgJRlCYhFiAx9yvn+ITn+SVDwqWcFkbpKYkoyC4iUlSLttgT6VID3bj7/797w/mGFecBPRGLFoglggyOzlSwwlo8wHI4RDYZlYxklpxCNBckonv5L9iIkOEbnx6+QwGU9KRjIqNkgp8uKRkEyWZS4pk1Nkop2YuER/z1d8Nr5o2GKZIZ2MEw1GSUgmIqt8VY+YTGDFXhEstkaIyQQ9JinFuJQRCZwjs2HCYn8qHZfJR4xINCU2Z1mqh5xeFLJQCu/k5GWGes7y8WiGuAT3MdFfg/Bw73X6Pv2EsxLZJ2QWnJIsTkzskwXrBdqH+J0Rv2uGJav+eIh6bFXR/R9/wOWuToYnepg69z4/GUpx+Tf/K59c7KRnfo75yCxdIzYasx/x0993cu53v+DcxfN8PFvGzjIHWet1Tn81TH9/lNnuLq787Kdclel9PHiW9z84zcnzY0TnQsx3DpFsKWP0979h6Fonc9JFN+0TmVykJBs3L8FmRts3FZMxGJMFo7QMmxj9X51nJtJNV98Eo8NRGVBpMokIgVACzdylZZEoKeMlB6KPDrebOknwlolFxf4kaSl1rIaGuhmX69UvuyLMytiO6wKUQDaVRrr9TdLHcScZz8q1SFK28nkc7c/b/Gh5IB/UrdKehgGGhW27pWUCppCfEGzbJtyiim8dtXJBRSJNJJAidUtgJINXUqIutwWr1SHgxu20YUTnickkZjowztBQvwQbAwwNX2ekT1bF57vpvvQpJ89dpms+g81rMH6hQyZRKXD5cDmcOGTZ3fT5cNiGmLK5GJ82iPcNkkmO4B/spWeoTyaIgwwMzDI6lRWdUpg2OxnJIGRFP2OZ6wzTwGIzRL/ll+E0U/19nP/wd/ROX+DXH1zhq1/+PefPnaJjYpzZsVO897HIGRkkEOygp/saZ7+4zNTIH/jdeT+XPvhHLlz4iq458ctSocFrXL92ic/OD+KfG5UMZZLus5/S3XuBi9eucfbUFUISiCWJMHzlOqNdJ7k+0sFnl2cJfvVbLk5+xadnr9Nx/gx9faf53ekxun79v3Gma4iOK+fo7DjDV31DXP7V7xgY+4SPznVysXOQueCM+J0lWxp/XwcdX37MFf8MA1MRZidGmOz7iPOXT/LR2T6mTv0fvN85ytjYBS6IvD+clUA0OEfPZ+eZmpe6S51cPfcV/QOneP/MJNd//e85e72f4XAaWWRekCWBMXNnOSN6nL82yGxgjFB0jsnBQbpkgn6hq4++gGRrJEMTScRl0vtbLkkbnv/qMn3nrhBe4PLQvlX9tAa82YemwsMVLHYnZexI4njFwKO6Usa+9NdL3VEGJRXcVNbDiKOSmd4widEZkpItnx8bYUQWb0LZNEMzVsnSetjTWkZJmYxpM8nM1U/45Ff/lZ/85lM+6woRlwgneH0ed1zGFn66wwnJ8E8xPDJE/0RMMnVZzOXDdRUvafsprHR6enCMyx+dYnB0kOnoZU6f7uLaudN0dZ3h9xdCJKJx0tmkLHikScUmmRm9wkfvdzE18Ds+ujDMqd/9nguffcBkmGnKAAAQAElEQVS5ScERfcRVC2Iig4z0fMWvPhmUa9IQ/qnzdPaPin+CwjPArASC6a4/cH5whksXrjHZcYHQTeIFFlv9W32q4yIlc5x7obo+5mzqkzPix61ue16/vAfu5oF8N17FQxoMReZTDHeF6TwdoPPL+W0DPeeChGaTAimGOkT/e637qc354vq91meb8Os6GyAo7TI3nWCoc/Pt0n8pJDf72MIq4yr9+FGvNjQwshqYUrJ0M0wJlizYJKiyWm3YrJYbD4mEmU2XYUSCmJJh60w2UysTITIm7pJqqqoqKCstw1lzhCfbKmCol+nJSSI2GzYB5WWMX2Y8ZmF6Nk5k4DITsWlSjdWEurslHEoRcxcSHQ+TTQTxzyQpb22hrL4q9/polm0yh5QJ6/KpSYKZ+Rh9owaFvhIyMyP4p2eIZzJY0hEisuo+7SrA7nJijfYzNt7FhdF5ZudiaGYuHIyRFjl2lw2dq8hu7hMdG2BWHx91eXE7DAxjmI7LAwz2jRMMhZG4EyOHaceSipMRn4UlOzDZc4mLwxFsExfol8nt9YmA4CdISYYh4A9jccSZHR9muFt8NRcgFMsQ6r2GX5RJu9w47dYc16+/ZhifmWVgzKC0wIPPZTA33MXwaBf9U1MMi6z4VJC0R+yzzJOSzEPSLMCt/k+GSExcpHN4gI7xgAS1CTQzF5gLY9os2B1WbnYFcW64vwN/MknS7cFpS8rEdoTOy/1MDfYwLjSBlBWrHSyWIP2Xr0lWZITZUJT4zciQtW9Z0AAkLZPNXPZl7ZQrYkoXFr0MDGPF049+pdittiusZKxvRwXJ4BiDPWOMxyvZKYsOI5QRGBljfmoMv2EBw054NEFlrReL04Vp2iktdkg/sWEVxjZPCSUVNVSXFVPkTMlYnObqtSkyiVECoWm6RpLifwOXOUHQV4PpKEK6K5vdrBJQpmJ+Lp+5wmT3Gc5Lxr1jLIhm7tKI4UsFiI2zg5c5OTjLxHSUeDJDWINNybI7vA5kXegmRXxyjLnRIWY9hfgKvTg9JmlZ+ErHwCrjx+a24ygymRsfpLdnirGZtPhhqbBtsC/ukabDNO+NrqZcMBSE7b1hmOeS98BD9MA9GhYP0YL7JFrmA6Tl4pmIpIkFk0QDG4B5oVHYCO1SmnXyiIWS6EpWWmY7iWg6p3tknTzuZG9kqW4b2F9Jl5Xq7qTDes/db/5r0kf6Ua5dcv0qlWuXNdGt4uN4OCXZoIxMJLP3aRRsbbaGYWC1mjgkI2dajTUoK37KThI2Gihx+qgrhLmCZ2hLj6CP3hluHy6LXBKjEaLWImoaPQQkqzM5Nk00xz2jD2cxcX0aw1pIVZmBKzVIhwQh2UPH8IRjFNUU4xLITs0KhSmTLQ/1bTspry3HlJqlH534pzXwkWzM0vrcvmmSNa1yDQKn04rFW0lhSRllXiuGZJWy1hTJtAQRknlMJiNEEgmBAirLXTgKatB/LVJeYMeWY7bwlUnIdSGTIGNkJFBSX8RJxoUuGCdjdeAtL8ZhiRII2HC6HDhLaimQsjzdzVVnO9VWE3smRCgucg2fyPJi+BqoKPPiswvPcIR4PI2lqgaP6GUhiUyTRZaxoMDN7xRJucAmJHCyiO6pVJTJkQkJSiNEhT4WzWAa1dRUF+Pz2CgsLqKsrJpCl4fiYjvWTIpEIkw4npXMi+hR4cYUPcrLCylyW7HekJOV1kqLfRnJeKRFXjoZJRkZpmc0IlnKMLFEGpGE1ZomPBeQ4xiRYJiU3Y2lqBj7DT7rKkSOfBDR6yJbCdliMbDYTAxzuf945LbVDDLM1c5IfUkTvsS8jMEZIsW1hC9O4S2tob40JG3ppz/ixFVSQ2V1DQWyzFHilf4o+D1X+xjq72EkmMIs383ug8/w5P5dtBREyfov05kqwlFRgzeZINw3Qdzio6K2gtpKhyxQGKTTInstH2k2Q2AlVLvLxOlMM9M/KItDEQKSVZS1GDC9VJdbsWYDUmfI3CNCMhyUcRGVLHqY+YhXxoAbX0k53pJKasscuX5qsLDp70MzqSTI9SEh/TvtKcBhE721H8k1MhWJk6huxzN7XcZxAr+r/p4EqQvSH8y3+tSUsaGwaPdmJKfkfpyWa3Bu3G6GUZ4274Et4AFzC+iwJVWQORUFpVZaj3o59noxT71Zsm449kYxT2yQdlGeyn7itfXJP3SiiKIKG4XlNnY/4c3pf2ydPBblLy+ffLOYRXhqAz55Unxy9FXhIeUivdqo+j0pvJ/aAM+70TwpfJ9YJvOpeyznyTdKxC8ld+wjqkNxhZ3yOgdtx3x3xF2LfvufK6R6h0smpeaWHEMPXymnTJzsuFwWDIsVW0E5PlsEb2EZ1bW7ad2xh+b6HdT7smQLEowPdXDl5FkuXOySiVYPV3u7mbIUygp/ER6bHZvHg0vCu+FwPS079/H6iWbaWoqZmSikuH4P9bt2s2N3EzXlbrzWNJ6qdlp276Sq0L3Cv+RY8I5hGBiGsXBw89tJhc+gqXiEjoGvmPU24i6sxutw4izwUiBZv9T1a4zIKrtR2EpzZT2trgxOhxWny4pLcOx2B6QSxMNzzM8tQKa0BCOTJjg4wljYQ4mrmYO7SyiucpN1urF5XThLswT9abJWNw57AVU+D3t2FuJp3ottx1M0lxRR7wINNF1um8gqxG4tpq6ugpr6MpCAyFbgoqJ1B9b5GWZG5wjGDQosUUI39Jifc1PosFDhG+ZyX4dk3WYIZIspcJRS7LRhdWWxFhSKz0wsFg8Oh1Myi2CYFmyFRTgbjrCzpIQG0cOh9rrtuAXfbhGTo6GbcgKBMPbGBozgHP5RP3MxkxJHFmd1HTafSwJYA5fTxHRaiIyIv3dX4ioslGMnVtHDwjo3A0yrgdVuYMqkk01uOsnUJ0Y2yWbbkqv96SRIgnplG4xqdpQ1cKitlKJdBfSGd/H8Uwd457U6qkoLCAc8VDRWsvv1JzDH5ymVMWUx4lz97DxXL39F54wVHHYcDlPa24Vb+rp7YhDvwRdpfe67HKmppEEWgWLF1RRXPMuzVQEKbAFkbY61bPqYoNqwEm5C7EpnLbQ2FZNpeoLm4gLq3QZOya67PRaKfSkCUS/EYxjSJ2317RzypPDm+rsVl2S4deHFSMUIz84xl4MA6YIi7CVFJDuv0Xu5h8mwgSkLM65iJ9hNMiNTzCeq8cyP4CoEaqvka1t97rmyiVgGXcDPrtZY91xinmHeA/fPA+b9Y729ORtyU7bKRdAmF3yH22Qj4PJacPssG6J13JCZ41GwPh5OpXWJzgqSxdgIj0X5y0un8pObjpbLz63l2Cm0nkILWi7iL+q3UZ6LfFYrle9ymavhbrTe6TFxqt/vBNIeFgtYZOJnc5qb6heqp81pkJtACj/y2woeaKGtvZl9+31YCyupeP2veLHpBd5+toXdzxyjsvVJXmr30fJHP+TJd/4tP/7BX/FXf/4DvvXuizQ3PMcbz73Nj//8TZ453ER5bR01z57ggFHMC+++TEtTDZ7Sg9Qf+xE/evct3q2zcvjFZ9nZcIxju/byje89xb5X3qDK6cK+gmZaZZF20+uLtqEefw0GJTvaeOIbf8Ebz/yQf/FKC8ffeI4dO3dR4KyhqPkd/vLHb3Dih/8Pvv/Sd/izN1/krR98g2PHjrNHFnL2PfM0TU07sMz0033qJ7z33gL8vqeEsrZX+cGf/RnPf+d/5C8Pu3nmre9y4qVv8NrRdo4c3E35M3/Ot9oK2f3C0zTv2Elj6W4qjnyPH+42KPS1c+zl13lV7D26/wDt1W4OvPYmNZLVKt/9PEdOfJfvPXeYZw7txFPzBm+99Sbv/un/iTdee5u3Ci/yiejxK4H33vuEgXQFLW/9mLefeoWXD7Xy2ve+yfPv/jd8+413+fG3D1Lx6pvsdbkpKDrGLrH7YCNYvF7KXn+b9rJjvHLiNV771ls8ceAQ7ZJB2f/Ka9SWwsyVL/g0J+Pn/OKXn3At8xTPvPIm3/zTf8Pr3/of+W9ffou/+MFx3vzzf8c7zx4W+nZ2PPsu33mmldYX/4J3TrzC20/vpa2xjId9c0wlMuQmnJLN/bpvPD57hgF6jbNYkYUPVtxKjjzPoefe5I2Wel7787eol2DHUf8yTxx5mx+/uIcTr9Rgeg7x1jePsffZ13nq5W/yb/7y27z+zg95qekJ3nqxnuadbkra2zn847/iyN4/54dHithR7GbnsaOc+G++z5FXXuKw1UrdM9+mqXUPFU7WtJkWMExW3Ipqmjj4+nd4/U/+RPR4km9/S8bLd97kyYN72VtfQut3/nuO73yCd775FMdefIa2nc/w/X/1LZ4/8TKH6os5+MReWg+1YJvt5OQ//YSfC/zkn37LZz1WnLvf4C9+9BrPvXOc1tKjHD/SxN7jh6g9LPVvt7LTPU8000plRS27annsN7fPit1lwTSNx94Xj5YDHk9rzMfT7LzVeQ9sfw889regLOjiai6bIft3bVHDIPdnCKbskzsCZN8wDCm+Bqn8+pgbm+DonmEYWiyA7BuGgaFHUiJ7um8Y8q3AGjZBXRFL6A3DQD4CxhIUI3dsGLeXOSSp19Jd2igT02/x9jsLcOLwDhpK7V/TCpJh3OAh+7mPHuuOlFosgOAs7NykvXGIVLCwGei+kskeYGAYN8BWgLdqP8dFjzcE3n7nBY621VGyeB6+xs3VgVSw4ibn4Qbf3D4LW26/lLo9T/NsTsY7ElS+QJtkTT22r/ENY+n+Aim5OtnPlXpe9jfykT6YW+3P6M5GGNxKs9C3pU7Yyfdj91H7c28mTMk4z6xmvkGu/UAK2Uc3LQ05JgfIZhgGemAYhhQ3AC35epNzaB1fb4ZhgAKyLZaye08+ws8wDHJ/WiosMr6xbxhyVgDFktIwDL7ePHiKW3ny29/iHYFvfftVnj3QRLXLwDAWQHGNJV8GMuUzXOx+7Xn272mhivyW90DeA4+SB2SEP0rmPBhb8lLyHtioB/SRHP1NhpYb5ZGnW+aB3KQ397XsxON9aFodOH0lFBcvQKHHiUOygw/cK4YF0yZZtxt6FBcX4nU5bv727d7pY8Pu9lFwU04BLpt5y8ti7p2slTnpuNbHBXPB3cooa67V39PZJKNvWsw10zxqiLpgY+gPFHORyaNm3Wbtkb5tdeErLaEkB0X4PA59ynJ1xhLsYXFTVFZMgdd5y29uVyd6DM7kbx+PQSM/Hiaaj4eZ67dSVwkV1k+Zp8h74KYHbt+RyYl8bq/faI10Up34bJR8O9PpfThne86hua/tbE5e90fAA4Yh/VA+kirZtDUWC1gkCDce07u0ulLtN00DY9PefPAMNMDXePTBS76LRNOKRXwqn7sgbs3TcstDr/vZdPbeuXc7drCt2Tx5rR6yBx7T28UavC4zRr14rISpq7D6Zkm5sqA4gipllkw6g755Kqmv0FZIpUnrozgrMdlWdVlSYk88GmfVp2DuYk9a6JWH+uouqCufEoy8GgAAEABJREFUzsRJJJLEkxvmsDLfB1yrExVTJmv3YqKmGQHN+ulbFB+wGVtGnPYGw5A7sny2jFIbUiRPtO09IH1Qx7VpMdAuue3t2QIGWG0G+sQgxhZQZp0q5OYGeoFaJ10e/e4eyPv27j7KYzyeHsgHdau0e+7mvKJ3MiQlQJmaipCOBwmEY8TiKVIScITnw6SiAUJzk0zPzDIXiJJIbjQMWkWxe1EtV8TcSpeWyk/LHJALTjVozcixnlLIZpME/LOMDU7kXv2u9ynFURAK+UhAq/jZBPF4An2VsuIo7SKE/X6CAkmtEFwNRKQQWvnITlaWNaXQs1pBViKWbCZNRoK5SCRJKjLOxOQsEzNJbuItYN/ynaMT4YqTla8FEJYSXEv1Lbjb/SCTyqKvYuYxnUGq2RaZQLMNJ3zbve/l9X+IHsiL3hYeMO/R4t22MPYBKqnXfVOu+6ZmsR+g3LyovAe2gwdWDFu2g+IPT8c4Y+Pj/M1/vkhk6Hf80y8vcPrKEKNjQ3x+skfUktBh5jMuXB+ja0IOt+AnFYsRC4WJRhMLQUFMgqZYhGgiRVKC02Q0SjCauvFoQ4pExM9QRxeXTnYyHYkQl2ApKTw0uE1JqigdjTAfTpKOXuT0F1e4cGkGiXNvsXxmUHw0OEwwmyabDBMIJUlJZjMt2UyVl4gEERZI7EVK+MXm5Xh+gpm5M7z3806Gey5yvrObr677iYVTt/BePNAgMBWcJyJ26P/LSoquiWiIiGT3kqEISZG1BUPsRfXXXVpkFdvuNMgFNuS3vAfyHsh7IO+BvAe+9kB+L++BvAceLw/kg7pV2lsSR5J9y+ZeKX0rShZ9zDIWS0MmQUmin96hYU72ByVIyWJ1F+Lz2HE6PdjtLhw281byh3okASdJzv/2Q86d/pSTF87zs398n96P/jd+cnGQwdFLXDh3gfd/e5rRsz/jJ5dDnP71+5y/cpnOuTDDfaN0/dM/0CFBX8dHH9Jx5j2+6DjNLz4aYHZwkHnJXAajSclcZm4EhF8bm5HMWyY5gX/sIr99r4uJ3t/w4Vf9fPKr33Lm93/Hrzr7+cM/fsb4pff4rKOT33x4kXMffspQJioBYIp0MkVwaoqxa59z9eIvea+XXBC4KCExOcTwpz/nF8N+OvoDdP3hJ5z+9J/55dkL/OT/+/dc7vmA974YoGMwukiy7UtdseQxTlNpFjadytB3Mci596c5+fPJhws/W0H+SnU39BzqCMt4iDNwKcQXd8B76Hbd0Devxwrtu8Q3Z341jX80zvRQjI6Tc5vuixf+4GfkelgW3h6lpSjWvOk9OBJME5xNcf6jeX73t5PbCj756Qx9VyKM98e2ld6b8vPf3P82OvfhHFMjcUZ6onz8z9Ob8u0H/2WS0+/7mZFxm0nr/GjN3fNRQ8zb84h4YCtFHFvLpQboD7T1h9p3UsxT0UgxMVIz/fQmDUyLFavNglVLiwXlwZbaMszNxElmXDgla8ZQF4PTKSzFXpzRIQKRefyeYrylGWb6OrjUnZJg1UO5x4k9GSc0MkJQsnPBqUlmujqZkjJaWkZxWRFOl+DkAlk7K8aygQkCA5f4YmyesZkUGQxSwSixQAKzwIcRGCEeGmVizi/nQwRDCbI2hwTHHhxWCw63F2+hC689jn8aJE5kYYsxPz9Pb3eEstJiykuciCHEozHSTgux6SDWYogHkyTDmQWSR+A7EcsSDaVJSSbyETBn/SbIPTgrzVlQbKW81kFV4xaAhhV0WKlOdPX4TLlWGOj/aayotVO1HG/5sdDcUxs3wb+y3kF5zdc6V9Q5ULhFP+WvsF69N0JzJxnKT0FxpKzQviLloq7LbVmsX7VcQrsUp6LejtNt4vJYKK4Q36i8TUBZtQ1PgeWOj5vzCG+6aGW1G+ijdu4CG4XljnVBQZkDT7E9B7q/HnpfiQNf6YI8pfUKHy3XykPxFRxuKza5BymtHmu5Hh4FN3RYSuMrsbNS/VKcpfu+JbbcUi+89dzSuvXse0WPRR8t0mndenRbpFta5vwkui2tW7rvLrRhdVjEr1Y2o7/yLJA+5SmyY1rNx3ackd8eKQ+Y992abSpAbyimFSxW444WmMUN1FSVU18oF4U7o96RzwM9mUoTk4Anlkqhrxq3GpVUVUmGscCFw5LBSCWIxq04XWKQBH6JWJR4PA6mgcRV+McGGJmMSNyUJZtOSFARJqTBGQ5IR0nGQoTjGZZulkyERCKKP5ImGQ8Qirrw+Vx4XR4c9mJKy0oodiUwJHhLB6aJCG7UU4LPdGBN+gnHEmQcXgrKyikt8mFPgiGTem5sWckNZkTXdDgkvGPEk3bszgKKSnwUiIyC8iIKbFbsN/AfjWKJAx4Ng9ZnhQGGXMEq6p3s2Oeh9bDv4cIRka+wVA89Vlhad2O/tNqBt9BCuQREu6RO4RYbVqG7BUfoNny8Cf67DnvZJbIVVP6u3LH3Vv8rfwXBU5w1w0Zo7iRD+SkIzi6FI6r7Ul0XjneJDWvS8Qav5bgtB7x4i6wUlNio3em61Rcidzn+3Y4b93goqbJjWgwey03MtjtMuY6bVDQ6adrnWx/s9cp1YQGa9nnXR5vDX6TRchHWrkP9bg9FEtx7pE8syF8/jwW622U25vS7vb5pRR+JXPHFbedydXJuRZq7896Ro1uJfqW6u/O7Vb/VeVQ2unD7LPiKbdS3edbZrsv0EB9U73TnFtYwjMdymOWNfrQ8YD5a5jwIa0wcTge1tT4szjIKvHbKmpppad/PE1WeBQVsxfg8DtyOhcMt950ISrZumMlkmnTjAZrLSimSrKK1spVSn4cS/yjTwwYV7Xs50JwhLUHVZDyNq66S6t21pKZGCeLF0dCa+/84xnA/Iz0jzMY82G1RCfRmmfHP45+cYioHc2TMNJTVYFbs44kSk2IN6MR33jLxVUkpPosVX3kZDlcJbgkMzWyEmNWFkS6g2DlDOOuSVXAvxYUerM5CSr0xIrPTzOT4h8lkDaobTIYHRugd8pNweGWCVUqh001pTRkOs0Bonbhc5pZrjo0qZHeauZuR1WZslMW2pjMMg4X/5WVI3zBxerYX2KUvOlwW3F5T+qoFl5TbxQadVHmLvtbZU2DJZZW2uv7qY9XV5bXc7C8unwVvkVX8/3XdRu3QRUCLDeyyILZRHot0NruRm2dKN+dx3kzTwCbBncNtsh5wShu7C6woOCV7uh5a7RMuoVcapV0vD7eMB6dcj6xWcr95dor8DfG4oYPqsQhLdVusu1OZw5c+vhxntfrleKsd5+iX6Zeze1ndavSr1d+Nh03ue6YsdFjEt6vxWHu9BYvVyC2cmCb5Le+Bbe+BfDdedxM6qamu5s//4hDuxtd4or2MHZUF1NTu4Nlndgk3A0qf42BbNa3VcrgFP5aiepr3PMdbr7zE9759lJo3Xmevx0OhrZH2I8d5+0+/ybPvfps3ap088c53efX17/Pj777Jn/ybb7LntT/ne8df51/9337Em+98n5cOvcKf/PFLPP360+ws2s3zL73Ic8/U4Ald5dNf/opfC/zql18yUdRO07Pf5pX9x/jOX3yD4y++yIH6Eva98CQHXn6FAz4vB956k+qK3bQefJandlWzIxtikDZe/eHbHHnmHd59fi8vHGunqO4IL+8dpe/z3/OHHP8/cHogjuXpP+VPXn6Gbxxv4dk/+gaHnn6ZY7XNvPJnr1HtOsSzT9bS1OR66C2Sy6/lvh66KttVgbzeeQ888h7QR6sD/hSpZU89PPKG5w3Me+ABeiAWTpOUMZbJ5G/KD9DteVH3yQP5oO4+OfZhstVLk/7eLJMWLfRAioWPBJzYeeKNJ9m7pxHfQuW9/7aXUNZ8lFe+9x2+LfCd7z3H4eYKiljDVtZEXVk5uw8dZs8LL/NsAchC2jJCu6x+1nPwjbd5M8f/TV4+vo8mD6iFbOEtk0ImaVnS+R9lb+FWyqv26Hhg+1ri9lkpKrNhc1q2rxF5zfMe2OIecEkWU596MSUjvMVVzauX98BdPWDeFSOPsC09oI/sGCu2roG3xIvL42DF0/fCWsOCxebE4/Phy4Ebp83KmqYmFidubwGFxYX4Cj24TFYI1CR0M2w4vV68Of5ePG4HK76cha21iWvIPe6Rv4FsrYbJa5P3wBbzgF6/TYuBXsu3mGqPpjp5q7aFB7KSUUslMrnsWjZ7y6r1hvTXYM4wjA3R5onyHthqHpAp81ZTKa/PZj2glye9RimgB8sYGjpR2LJBhYnFasVqs2Axlyn+CBzqPUgf87gXN6NHwB33zwRJU8djMSKRiECUWDROOpkgLROCbDpDRlLZGWRCIHhySDaVJBGLCm6MWDxBKpMkND7AxEyAuWCMWI6P8ooQlwlFJprI/U/H+A0L0uk0uTYVvsKcTDJGeLKPgdEZ5iNJ7ktiNjpHMBwnnLihxFqLVIJ0eJaZcFbs/Joom0qRmp8jKjakYxGxL0FCXPQ1xgb2EmHi4SBz0Q3QPkCSrNgcnfETSSSRZPoDlHxnUZt1/525b+2zeq2MRTMynFb2QiaZIasDSxC1/WQIQiRGQnaSJHP/X3V6cJDh6QgxxRU22XiIiH+coYk5EtLf06ks+gbdHH0yiT7cgnwn4mnp/8JfxnHcP8LgwAgzoRgJuX7cb69lRP/o/CypdJhwJEE0dutLx+63/K3OX5pb+gQC2qAPR9u81LwHtqoHHsFp81Z1dV6vvAfEA3ofknu03pjkKP+5Lx4QJ0uwFo9PMTY6ychIkEggQKj/EkOBOHPj/UxOTjA2GyA+dZ3LkxnmBoaZnplhRt8KGwwQm+ji+qif8bmITKyihKenme7rYzQaJZLMEhzsZHR4kJFomlQiyODlHmZlQjk7OsLU6CgTkTATXZcZmxmj53o/U5OzSLOvw9qsTDaVd4qMdJaMTCYzqTQ64dNj0ilSE9fok6BxOJCR+hQJnbiKhIwEKF/jSsXSj5zLhmcIj1zh3FiWsNCkhW86lSGlgWtvH5PpJNFAkEg4QkQmmCIaUQYhlSItotOkZDKsbDMSEWdkcpyTKbhpmRgLKz2FKEVmblj80c/V6YWqr7+zOV6pRArlnxGirOwoKE8hFr+mRFYUvwRbEzIJFzWFPEMqKfUiV4PorLRzRnyREPqcHlKv83zEZ0JMUutl1p4V5XM2ir3C5JaP8klJu49fuMi49hO1Q2xKCU1WJtbDQ5MEAjHkEOWTkcUBYatLArfwudcHagK5r3vNeZvwk2GcklWF1VwQkPHnn/UTjs4Tmx6gT8bBbPdXDE3NMCuLCaHABL0dI8xPd3N9wM/06ADTEwP0Sl8KBEISoE0zMRmStk0Rn/Mz03udGWnVVHKC/r4xxibCMiaChAauMyByhrqvM+v3IyqtyYGqt5iwMm6uT6YXxqwi6ZubpYOnpPOmpX9N9fYQSogOUwHp/0m0H2QzC2Ncx39WxkpG+mkOlP6mlCxZGRMpWZzISN8dG5sS+6LSd24CaCwAABAASURBVBfrF8ZbNjPHrIyrKQl408IL4Z2UsZHR/Zu8tuaOLlabFrDoqq8ebFLNtNitP4fQ9tokqzx53gPLPfDAj/NB3Sou1wGekslbNJgm6E8R8Ce3DQTnUrlVxqTcfSKBh6z7zPbx2/1u4+Cs3FDlpi23V+KRzKb7U2g+LdmlNNpXV+nGj2m1AXKzN81xBgcn6OuNkpWJn//Uzzk7EaL30sdcuPAVZzv7mLn0c/7xQpT+L8/SPdBLfygiAaBM3Lo+5eSsh4TFitNukJIJkP/SZfosFlJGnPHOzzh//jwdY2FioWFO/v37dEgA2XHqSy4Ir8vzCcb7RnF5g1w7dZa+jn7JHbDGLUtSgsfg9DRzczNMzkaYm5xkXoLOYChMPBrEPzVPsP8kVwYHuDYWlHOzgutnNpgkODUlx36Cssp/I/ZakJuOEpWAdXasn+neL/h0NMWUf46gTGj9/gD+MZkMX+9mLBVlWvjP+6eYCwdyPNOBGQLREPNzAeZkYjs7P89sIEFoYpQ5CY4D8wGCkuWbnZvP6RaNB5ifnWdu6CqDfVc4O7mgwsJ3llQsTEhs88+HCMXiYl+AaDiag8D4DPHgJJOiWyA4TWdnt7RXP7FYirh/gtnZWaYlgxoUPSLz0wxPzcmEfRSd4E/553M6xmNBmQwHmZuZFBvm8Ev9zHiQUDR1y3jJJGLEJCsyNT1H12dfMCQ2+yNB5qf9zAjEUuN88cVlhkfmJFsbIxqYRW2cmZwjkUhLCLBg0f34ll58P9huH57iAP2XBvp43EpK+ztP0zfcz+D4EJNXT3J2Lsz1c7/gwrV+RqSPhCJzDI2lKYqd5NMLA1w7/QXdEix1p8qoK3FiWAe4KosxPV2jDF27yuUPP6JfLqZx/1XOf3WBK73jEhBFCA2OEClzMXb6JBMDg0iCeyV1bqtbWAS4rTpXkYrHCPllvAUiJCX4CstiwrwEjvNS+iWtPdbVyXxsiOFxv4zFEKlEiMDMHAHp7/PBOAGxLzAzRSAcQ6YpN/thVoLZqIyZ6bk5IpEJzp65wtDwjMwHkiQjARmTU0zOR0lEe+jt6uLq1QnJBIaZF97z8zNyzYiRuOWikVN3S30ZpoHVZmKV67Jc5tnsloxnZP0ne8t1YbM88/R5DzwsD+SDulU8n5YL28xonLMfzPLrvx7n1/9hYt3wK6FRWCut4ioovpaLoMfL4Vd34P2Hv5tirDfGRH+MU7+aZZGPlot8dF9h8Xiz5XJeeqzwy//fRE7+avx/JecVZ/l5pVVYrNd9hcXjtZZKozJypfhsKV2uTuRrubT+TvuKq7CIo/uL/BfrVivf/08TTAzGGL4e5ctf+3N+UfrV8O9W/+k/T9NzMSyTy8wqvfgxrrbY8Ppc+HwFAoX4vE5s4g6ZJ+KPzTMyMsJg1wC9I8PM9veTjvfTeeYD/vDxGS7OmTiqCvF/cQb/bJKMuwhfQQGFXi+eokI8jl6mCquZmfNBVw+Z9LBk8kbpHuihd3CMoaEoY2MiDANs+ntSDw7Tvo7fsKYZ7bjOZz/5Z65NfMnf/NdzfPSf/jc+/eQjzg2NMD34B/73n/fSNTwugcZVuq9d4KPffsVE33v8/SdTnPyH/8BnX3zBJX+alKl63IC585z76gy/+nwIvwRp2WySKx/9lktXv+QLmcT+4XfnCcr0MEuEAZkMDlz6iIt9F/nVqWlmP/wnPh/+jPc+vMK5zz6js+Nj/v53g1z4m/8Xf7jUz1envuDcuU/4qKOPL//TP9PR/2v++ePLfHFphIBMJm9ocKNIM3HtEmff/w2npyclGB7ko59+wpWOK1y9fpWP//bn9H301/yi8xrnxwLMBDOSGYSEBF/X/9P/yknR6Zfvf8qXv/h7zpz+Z/6fv7zKtb/9X/jJ6VP806+/4Oxvfkn39U/4m0/HGf7i7/js8if83U+/4Ff/9BVDmaRYeEMNKaIDV+j65Gf8fGiaiekMydA0U5LNOfvpaT76h9/QlU1JNjOLJACZ773E1ZPv84eBMU79x58zIxmhtPC4bx/pPoYhX/dNwNZmrKbbnAZarqTpjhYnaWnNy90phqYTHKzpYKLsAKHhOJIiJ6MBzkQ/vZ3DGG4rE5ES7PYKnt5XRmFpIR4JDkKdH/Dxe/+ev//1h3wxvCAl2BmlwjZK3DlLZyRJKjnDUE8XgwELsax9zb/dlvUfzKXjb4F97nuyb5Bzv/uIwdFeJiNn+ezzK1w+8wkd1z/lN+dkFC7NvqXGmBr5it/+4gpT/T/jd2f7+fSXP+OrD3/G6YlUbowvoicHv2Lg7M95f2CIgZkkkWhWsnSQicwSHL/Atd4P+JufXWN0MkBaMn3pxDTzk2f55U87Get+j/OdPfRNrPd57pxJ2/ZL/92E/suM1dpq2xqWV/yx9MAql5zH0he3GC3XezyFVpr2etn/fAn7X1g/7HuumL3Hi9ZMe0BkKKgsLZVWeejxcth7vJj2p1fmrfVF5Q4Ky+w07vGy59kilN9SHnqssLTubvv7RD+Fu+Hp+Rzv51XHQlazQfH2iH/2in66vxSUXmGxTvcVFo/XWqrstqcLpQ2Kb/PB/hdutI/ouVZ+qoPC1/h3t3ERV9usoNROSZWD5gM+0alkBZ1KcvX7xdd3g9YnCimvc2Jw5+1RPZuVVfV0KoO+kjqVXJzWLLd2wTuGoaXizDKT3U2hTO5LzBEu2F/lGMPiw3J2H3+Ht99+kWfb6nE1vsZf/ssX8XSeof/KFSaErSFYiMzUlXOMTEWZnJ5hrv8cXcE50i8cI3u5C7PYibmjluzorEykphnqDtH03BEaDu7EKjzW9onjT7sYNw5woOlZ9hfOYiuuobyxiQZPlkTfFCXPtFNfX40nMsLkbB9XElbmonW0NXrxVLZR19jAzmoJKJcIDPROkrVaqRRdakq9GMY1rnSGGeuP43K6qNpRgxNDKAqoKPfga2jFYXdhDH3G70J1tE9cIySr/11xDxmjit3NhZhlh2hrcYBkD6d6pzESSVwtbVg6xymoLaO6rYEyCYiF6ZLPCMOSqR5PtvPcjjr21rlx2RDXZnOA24frwFNUdp1nZHxO2suJxw0Wa5Cu+XoaqnZzrMpDiTtO0G6jqmY3NRWFlFc2U11RgifpZ0YyHf7UNFOOFioLC2jaUU3NrlZaJNDXa/uCMkHGAxJghio43lZHQ4UFR3KA/r4BevvnsWYhLEG5w+3B4wozNzvNQNcMBIO4du/B7vKsI1Anv23AA8YdaIzaRhKznfgHu5kxd1N18QtGwnbmxyVQmh1izOrB6qvF6rezY0cxxSU6AtPSdxeZGhTsOsHxN3/Md197nidrE2SyA3x5fZhAaJRZyXgP9CawWDzUVcyRkX5md1fgXiTfRFlc7qK82sb5T75i5uKX0q+n6Iv5JAisZGeti9zlapH/7DjBoWtcliBsMlxLTXmh3EN2UFKzi7YGLy7BMwX0Y6tqpKCoHK8s1FwOWcjI+HW7rGSCo0z0XuPajJ14Kgo2GzZXAe5EhMzIJS5mEoyHqynwFlLksyqrxwfE2XfqZ4+PI/KWPgoeMB8FI+6HDYbc+e0uC4XldsobnBuCikYnlU2uDdGqTKVVHrq/HCqbnDIJW5l3aa0Dh8fE4bZQUm2n6oYOFRu0Y1G20issHi8tV6qvaHRRvdNNhei6FHfpvupWuWNlO5bibXS/Qtqgull0aLhdRoXUVYpvKkTPDfMXHlXKX+TcjUdZvTPXJk6PhcIKOxWbbI/iKntu4cFqNe7HENgWPA0TmXQZrHmVNSsr8JYKKopqaKupwFW1n+bkKMHsFL191zj/+Vm+On2NsdlhemVyeH1UJvOh7I3Je1qCjrBkkyQwqt7JiWdKaCwJcOFKCrPtCcoKiqnbVUlRhYv09Cyms4yahnoa6ssp9DkxWLZlQH/Doo9p3XrGToEtSbHZx+Werxg3ysAmwYrDia/IgVMWm2Yk0OwdnCJAIS6rC190TiZrBm6fHYvTg9PpxGU3MZcwdpQ4SUXnGe3spX8iIrZUUFMkkYsZJ4QVi9eJwzHD8GhGVvFNrI4iyj122krmGK86jLemhTJLGkc0LBkSU2Q5wObD7SqkusSOx5FhLpYlVeClrNpHbGKEoZ5hxmcj3LoVUGjP4Mr0cKnrGlf6hQ3zzE52ca1viOG5DJlQlKgrRTCcITs/R2xeAqrZDI2VMUZGO+mQLGQ47aVEGt7ucGO3W2We6sJhs4p/XDjLCmBmlmTcgd0pdeIXh8uFy2Ly9ebAZ0/jyo5z+VovQ7MpohKoRyJhQukU4UiI+bgdR2SM8ekwcXFVoS+DP5wi7vFgCC/ja2b3fE8f0Q7Np0glMvec97ZgKP5OJrJkVzPf2US1xUF9UZJMTTFdnU727t3LC0ft2K1R+qZsuMuqaH5mD6mRaQptIeLhCb74zScyxj/kwmScqLWIgpJKyooLKTDCMHSKmaqjVB16jZ0uB47R68xbC/BVP8GB4mmcxhyBJJveUqkUyVgYVzrIjKcWhywy2eQ4Y5i4PQbO1BgTAYPglJ+oBHMJbwkl0RkS8Qx2CdJsLjc2h/Rnh+WWMZ6VRZVUKkbEmSYwk8UWHmfKP0X/eIC5mSBZM0IkOC88raRifkKxefxGGaXRKVLxlCycWHKPNm7awG3EIBlLk5LFQVmv20Za51XNe2BlD5grV+drDQNMi5G7wNmdJnbX+sEhQZXCRmiVRmkVdH85aL3Ta1lRL5vDzOluWpDzFhwSRCynf1DHqqNDguPV5KluGuSsdn6z9Xfyk/JW+VpuBnI2SlvflYf0I20Ti/Qrm0y474p/lz6n7WyxmhjCj8dwMwwDwzSw2hfK211QRmVVCTU1DkynF1/7M+wqLmdPSw3NeyWYaz3I0RaZ9B3cRbVMBusrKql0OXE4bVgsNhwODw0H2qirraS4qJCC5mZqDBNP/X5ad7Vw+GAbrQeO0FjexoHGatqOHaRlVzvtDVXsba+gdv+TNNdVUeyyYzO4fZM6+WDo1y1nrVRUFrN3fw1Oh4uG3TvYsbeNivIyPDK5K2w+wN4yJ776o7S1PcOLB/fxzP4m6uvrqCqyUt3cSElJCUZ4lqn+y1y+tAADyVJcxbU0VVVR0Pg0z4huTx3fT9v+VprqKqmpK6ewtY06h5XipgbKyiqpK66gZd8+Du2uxl17mP3tuznc3ki9BMRVJQ5q5bjQVUztzt20HjpIa2MNDQ1llOw8wq6qcqokEKyua2Kva4we0eOqwOVL0yRMDw3tVThsDuxWD437WqipraOutpbWw7vweappPniMfZLJ29dcSb341O0tpuXJvVQUFlAmwXLFrsPsqNvLU/V2itqfpFkyGDsaKiU7eIi61mM8K3o272igoqiWhuoy4W2SDI7Te/kKC3oMMZdxUd7eTJnHTcNTTwnOfvaKLUee2kPrkT3UmV5p6zqKi0tkca5Z6o7Q1lhPY2OJtI2V25rulnbc3IH2C4lZua9C2Oi8wnxOAAAQAElEQVT2AOgWnbtYLhdpFFDVuJd9B/awq7kMd5P0F+n7ew/tZ0dDG40lVbTuraJizxHZL6C2sZHKunpKXQ5ZBHBjN6tlzBRRUmzHLX29et8TVFuraN+/j+bWo7TJeN/TWkXRzj3UF+zMXTfKil23BFHLVVrrscVZQHHtLg4dO0x1/TGOtO1mf2sj1ZXlVIqMqt37KHY10FBbKouiTZTWH+L4gSYaGxrlvJtKGbulVaVYJBgbvnqZToFrV68zOJ0kW7yTXfufYF9lEbtbasU+H67iaipanuCw9O2nD9RT5KuRa0w5NTsbKaw7wgsHm9jR1EhZkQeX1VirGY8Eni6qKeiTH4+EQXkjHmsPmI+19Xnj8x54FDwgK9qPghkbscGQGa8hgZ1OgG+nr5JJWwWNTS4snkIKj77J/so9HNtTRW17C0UyqTpY76Lm+efY/eRbvPLCm7z76rM889ReqsrbObrvCK++eoj2neUUlJZSsmcvOwwP+5/aR01FMY6CRsp3v8ArTx/mqTILO/fvprqihdaaOp56bheNhw9RZLdLDux2zXI1Bqysu4GvqpZdT53gaPtzvHioir1H26msrsZtK8ZbdYQ3XznIgRPf5bmDT/LyE3s49sJRdrfupqHAStOeVioqK7DHwwSnRxgZXoDxeCXVLQd54eXn2Xf8m7y50077E09x4OBRDsvkb2dzDQV7TvBMnZtaCfSqKiupKKihsOVpTtQZeFy17JbA7bDY29LUQEOxg6Yjhyjxeiioa6flwFM8t2+H+KsSZ8lBnjh2iKdeep2jR5/k6bJ5Jm/oMTI8Q9pbTdOxFznWto9DO4toefpp9h9+kZeffYpX3zpCWeMhju17jueF3xPH2tlzeB8tMsEtPHSCJ/Yc48RTu9l95CjVzcd4pcVB6ZFXaK8upa2lnurWw9TUHOTVEwdpP9hKTXEzLRK0Nu+wkY6LHiMjjOZ0mSRoL6f88AlelQDuhT96jT2HXuJJafeXTjzBU688zz7Jeu578hjtu+qobRb/HjjOC/ub2d9SgUeCf5ZtutqvE0TuwZi0u0zcPitWm7lMyuNzaNMFGxknq1nsbWynofUQ+ypK2fvcYUokYLOW7KOp8QjHd9fRtqcYw94kfauFGun7O9ul77zwJPsOHqe9bCcHdpdSXmHHU11Lw/E3aKw9wdONbgnyHVTsaKbt+adp3LOPBomui1uepKyqTrLorGnTvrBaN3AXlVO/T/R4+jnRo4UjRw6y/+hhmuvrqSnxUinXql0VzRyUBY5mCfiqK1p54oVjtMp4aSjxUN9UT1V9HY5EkNnREcYERkfHmc368DQ8wZN7nuKZtnL2PSU0LU0SpLbScuxlju1+hnde2i8yGmjc2c6egwdpamjlyRNPiq+kvrRQrjHc222Lc7NIECvNi3GHfrbFTcirl/fATQ88vneLmy7I7+Q9sE09IDMGnThsU+3zat9nD7hK6mh+4g3eeGsBXjhYT32x7T5LXYG91Yu7oo1nRI/XBN5462kO766meAXU+1pl9eAs283Tb7wugeMb4pdnONpeS8k9EirDMfc4bTqVzZX3iO1jzSYXIG9TD6juCtov7o8JLtyFzex/9Q1OCLzy6gsyruood9wfaY8qV6vdxGo1MYx8VMdD3vLiN+8Bc/Ms8hzyHsh74KF4QO5B+fvQQ/F8XmjeA7d5QIYjFouB1WZgSkl+25QH9Ld00XCaVDLDdly80uyPgvaLTTkiT5z3QN4DeQ+s0QOPSVC3Rm+sgJa97TmarKzCZnL/MymbTpHOyLEsxWVkSS4VT5CMBggFAwQFwuEoCbkhrcB2m1WliYSC+Cf9pDakeZrA7BzzswHSq9Bn0hmC0wEyqSUYqRjpuVFG5zLENyZ4FWmPWHV+1vCINWjenO3oAbkNkJIs3eL/vbonNkg0k5V7zD3htc2YGDI7cbhM9PG47bh4pTrnL83bo9Pp7+kUtoe2eS3zHljdA3LZXP1k/sxKHkgyOzfLJ5/0EZ85z+nzffQOTzM7O03n9RGy6SSp2Yv0DE0y7E9LAKi3+pX4PLy6TDJJMhYnmUjmglKSadLJOIlUhnQqRTqRIJpYDK7SpBJBJgeH6L7SRyARJykTjbTw0P9zk8mkyQhtRKKuTHKA3u5BBocC3BrLRpjo62dAzs1J4CvxW874TCKW0yGVTovMKP5AUCZFSTQ4jkXjxAMTJEZPcno4zGQoRSoZYmpihKtXByRY5rbV26ws7aZjkZwdSbVFdE2JjIRMtFJib1oC77u2Rk6z7fGVSWfFJxnpc9tD37yWeQ886h7QzIwpWTrTvEfT+cc8MtA3+xrGPfLlo9758vZt3APSxQxDvjbOYdtTamIiEAhIQiJIQuaA296gx9SAfFC3SsPnJv/yZWAsw0gRkqzVpUvjpOa7GOrupKNviOsjUwyPzGJaHdjTo8wGEwRjttzjOMsYPOTDNGNdXYwMdDEwOkLn1R7mek9ybWwa//wYYyMjdHf14x++SsdUgrGeLkbH+ukfHafvah8jl88zKQHdZG8XkyNXGZoeoqtnmvkZv2QvhxgcHGdsPCLB4lIz4wRGBxntvU7/+DAXu2aY6e9gZHqcwYFhxvr7mAqNc3V4jqnuDibGr3N9aJiunpHc/yG62DfGcOc1RieH6J2YoLd3jKRk7qR5bgpJR+YJDF7j+vQsE/4o0z1XGO67SOfwEJfPXmJispPOoVmmA0J4k2p770gMSw4kyN7elmxMezU7I1mM6dE4g50Rei+H7x9cEt4KS2RsVt7sRIKw9MfpscTXequMRdioLKW/G+1acNbKQ3kpLMVffrz03Fr270R/KfS1v9bCaxFnKU/dV1g8p+XyY61bhDudu4EzcDVCNJQmJjAxGKNXaRT0/GKp+2uE4a4oc3IN1n6+sRGyvanU7lg0QyKWYWYkJveA8IZgqHNjdMNL6DbCY7Q3QsCfJCJjfCmvje4v6rBYbpTPIp3yUVg8XlquVr8UZ3FfcYc6Fnyc29+k327yFZ7KV2GxTsvp4ZiMsxShuSSj3ZEN9Qnlk4PrYSYHoui/D9neo+XeaJ+VQZeRxe97wy3P5WF4IB/UreZ1iRiyMmHUTr4aitaXOWME5qbpHvMTyZpYnR7cHhcupxuHw4HNupVcLEaRovvMBfokWOsd7OWrjz6m/8KvOTsxz9z0VXok8Dp7bYjQ6Ck+65jgq8/O0z88xpxk84ISuI18/AGDkgEbPH9a6D7gUt9lzvQGSIXmiWdTpLIWCYNNblv0SsZIRqcYmx7k45NddH/6Ptf6e+no7GPwegfj0Qmu9swxfPpT+ge/5Jycu3R9XoKWjEx85wldPyuB5TBDcQmyxc+mCbLHwpYmMj3K4FdfcC2clIxfnPELn9F19XPODw7w5W8+ZGTuImeujTMyEV8geQS+Dc0ICOhjSo+AORswISuZ5SxjvTGufxXi6qnAfYMrJwNc+nwD/IVuNb0mh+Iy6Usx3h+7qbfKuPxFgCubsCVHewe5G7ZliU5Leeh+TuaS82qH1q9m+93ql/Nbin9ZbFs3b6VZot+KPhacpXKW7uf0ucN5xb12Jphrz7npJAMdEVRH9cPVUwFy9EvkK/7doPtiiKmROOmkXrc3MDy2OYnef3WynYimmZCJd/+VAOuGywF6zwudlOumVXlC13fpLjwEp19B8ZeABg0alIck+MidV5ylsAT3rrop3cUbdmgpOq1Io3h6TstFWE2O4imv5eeFbkDPLa9f7Vhwey8s6JYr5Tin2yIfKXPHSq/7Crp/J1Ac0U3bLsdTj2/gT/ZHiEqgHJxNMtQRXH+fuMFHdRoQvuO9YVmISSHxzDYfMZtT35RJVVFREYWFhdhsts0xy1M/NA/I1Pihyd7ygnXBIiU31DvdUi31T9HstVAavs7V2JY3aUFBWwne0lYai4tpyswwaeyhta2OCtOP6TSx79lH1d5GPFMX6Q1UUehtor3Mh744T4O1bCade6w0NjZDNhKj7HArtTubKfIV4nF5cUowa1/es9zlFFW30tJQQ7V9jKH+OUKSHbT6CvA17aG8sIZ6N9jMJKlEGqvFisfnxGK1UdG8L/f/dnzCP2O6cLkcOOxZVJcFgyLMR+IMTpdzrLmO3c3FFIg8X0ENdY1VVBWVU9XSQJXTiTu7QPEofMs1WPxjYJjGo2DO+m2QtpSuSNVON7uOFbLn2eL7Bm1PF9H6xAZkHF9dp4pGFwWlVqqaXTf13i12qKy9d6C7m5052jvQtz21YEv7M6vrdjcZS3nsfa6YnMwb/le+u58oov3p4pt23Y3f8vNL+S0/1/Zk8fp5iz+W8mx/pog9S+xvF93V7+1L6pbKzdEKj6V1y/fVJ75SG4XlDhr3+FB+i30mRy8yltPc6bjlcCGltU6yPJ7j25QFq0IZHy6fhZYDXp54uXjdcOSlYvYfL+DIifXTqryjIvPQi0V35vGK8FYQXKVZhAPHC6ludFJSZeeonD/yUlGufEL2c7AMf4FOeK1Qf0TsOCh6qD66r7AivvJ+VXhouQgr8FPaw8Lv0Imi232qdMpjFTqlXQrK5+DzhahNB58r5PAiz0U+Wi7y0n2FxePVSsFR3bTtDghPtXtR5q5DXorKbVTUOjj4fBGL9Rsple/uYz7c0sey6ez670GPGIVhGI+YRY+fOebjZ/LaLM5Ili6dzJBMZO5KULCjnZY9h9jvuSvq1kAIDjPQ+TGnB4fo8+5jh2hlE6CmDU86TuqL33Pxw2HMPU/RVtTD0MAXfHx9gKmMITcoZOXzI850TOP3lIEjw+AHv+PU7z6nZz5LYLaHyfE+hmdXe8zRgsUsZF+rg4zVRBbbSJvgVPkCFhdMDYwTmAniKPJKzdKPBWsiQHL6OqcH5omlFtvGQ7HXTmNZPx98/Bm//ew6Q5MhFs8u5ZDff3Q8YBgGdoeBp8BKUZmd4krHfYOyGieVTc57yt/ptWJzWGRCYbvJVwO9MpnI33dbcpPNjfsr549VeJRUOagQX5VWb5z/newvq3NSWrM53mXSniVL9CuRvlOqdaL7nWTf6VxRhR2704LdbeIttqIyNtNnCiRAdPmsubdp8hhvNoeJ+qJU2ny9UCYT/9oWF2V1jlyfWS+94lc2ONkIj+IKm4xtC/qylzLpazqutVSe6wW1o0rGW5n4oLzesSl7FmVXiF1q2+LxRkvlU928MCa1rKhf2N8ov0W6SrG3dpeLmp1O1O7Fel04scvis1PGWUmlfcPtusivsNSO02vBtBpsq+0+KXu3p9Puk9g823vkAfMe8Xnk2JiS/bDKzUQvHrcOdQflZRV88912nNXPs2dHCfVVpdQ17OLpQxoeCXbhE7Q2VUiQsUXd4iyhrLqNw4eP8vwrT1D77HO0uNx4Xc00tx/huRPPsPvoCY7XF3P4xZc4cvRFXnruWV77/mvseu57PL/7CG/80Td56oV3eaLtWV45vo+Wfa1Uups5dESC2/YiLPOdnPnoWARjBQAAEABJREFUAz4W+OijbtIVNdQf2kdtQRXPHD9Aw/Pf5pknn+H4gZ3sqK2k0F3B8eNtlDS10bx7HzVeJ+lYhszub/Pubjtluw8K3k6ebm3h8DOHaXJOcP3LT/gsx/80HRNZCp5+m+f3iF2tVex56QS79z/L3soGnnznecocezi0t4oauSlu0VZZt1qpRJZ4VLKmqcdzhTErOYyM2L648GKRm/J9A5uB1WZyL/mbcvXVLKsh5SJfa06OcU/lLPK+WaoMSaXfPN6I3+7CQ+2wCM6mZKyiV473KufWLG8l3VaqW6ccWWdAwZQsk9q/mT6jL0JK6jVw8c1SPGabXNaSco3T3w2bFlhz2y5pM+0rNunrWm6UXmk3wsOUOYS2mHmzLxhon9iMHkqv+ihshM9SGuWhsLRuI/vKQ/2jtFrqse5vFpSP8lNQu2/yE38ahoEh/r1Zt6TN110n/LStDIPHfjOMvBO2eyeQ6cRtJuQrxAPat00Z7FbJJsnhko8Ft9tNy64yrN46yoqc+Fx2qSugoqJwAc9RTUmhmwL3wuHW+dYBa6F+/z52te1jZ00tTQ3luGvrKbJasZs+ikqrqNvZREXDDmo9Fsrqm6mp3UlLYz07dzdRVLubxsp6WiWIq5Nz1SV1NO+opby2Ep+9iMrqGoFyCgu8FBSXUJyDMmoapL6yHJ/DQ01dGe7qVmqra6mvKKbI68Fuc1NbV0ppUzt1Ow7QtrOZnY21OEpaaSmx4C6poMhXRE1pCZX1jZQXFub4F+X4F1JYVk5x9S52VldSX1lIxY5GSipqKXMXyEpfHW5LGRXlHrxe69Zpjk1qYpigfRRjk4y2LbmBITd2vSFvax8Y27YB8orfRw8s9G0wjMeng2iWQAHdxOyc6VLq4XaEnP4SnG5H3fM65z2Q98D284BMC7ef0g9C49x1WL5u3mAehNB7KEN/ZK6/Cbz9179WGvc2U11devORx42LXYXS6sFT2kjrgcPsFzhwoIW6Uh+uVdCXVrtLqyVYq6GxqZGW1rqcjrfd000bpquKpvb97M3xb5OgswLfUkaPwb5FVid1FTMX2D0G9i43USdMarvNYaLl8vP547wHHrQH9GULCvdCbi5T4bQ8Fn1b77OBQIDZ2VlisdhN9+k1zjSRwJZttxmiN7fdvLadGXmFHyMPGIYhU8ZsDh4jsx8pU/Wy80gZdM+MuRHQ5QKje8b0wTAS1UmnQR/fWWmCYbFbMK3mg1FmvVIsDpwuF06HDUmUrpc6j79VPfCg9ZKOn5HBm5aBkE5n0P1sNiM3K1FEzsk3Ok6Q71wp5xRnKW46ESWRTJFS+hyftIyrtPASKqnLLZwoI4HsDZ45AbKfFX5KH4snhV5ukoJz20cFL8JtJ9dQkU6KPpll/z5kDXRrQMncsG8NqGtDEZ+kEwnSUqrJtxFlU2KL+nfZ2Wxa/C02prNkM2n0Z7TLMG5jta4KaadsJkUyJfzXRbgCsiqm9mWEl+6vgLKeKum+q17D18NnK+OmZVxpEKcwPj5Of38/fr8/1xeSySTRaDTX/jJMbzMjKw7KCL3yWBi3WcHNIk2Qw/261MaQ+kV8LfUH15kkiXiCpIzxtNQt8EmL7AwZIc5IOyrkmIkCykVGvhwKLzmfFfp4NCbXCKFRfnJma3wyZKVPJ/QlbwtKbw218lrkPZD3wH33wBad2d93u+8qQBYsMEwDyzaMLHRxUFd5FdQG8lveA4+VB2Qmk04RDgWZn58XCBAMhEnGIiQlWMmkZBKmk0Gd0AteUhZAsvEY0VBgATccJZGOMd19jp6hScang4RyfOYJBOYJx9KkgxHiMuGMiF+zMsHTCaiWyORQIR0LMtt/mgudA0zOxySwE8RlHxFPWoIJmX8tO7PGw+Ao07MhZqNrxF8HWnguTDxy7/79hwZ08zJhn5fALrmSHolpmcwHmAlkuOV0coZAMMBsIEY64mdaHK6B3S04mzlIh4iFphieSJGWwHEzrDQro9dbzRobehHeFDOkP6YI+iXoiEsH3SSvrUquAdy1a9fo7e2lpqaGeDzO9LT2BT8joyN0dXdJ5i4uIdXtFsRCIQI3x2VAxmWScCQp7ZgRIAc6JhfGZpJ4NERQ8AOBEBEZw9ngEN3X+xkYnmY+EJSxP38DQsSSccERfkH1vV5PkjKGs2Rk0GZkjKcTcTLhITrPXqB7yM+88Ltdw4dUI9euZHicgdEEcQnsHpIWebF5D+Q98BA8kA/qHoLT8yLzHsh7YPMeyMpKekImvPr/ipKx5UvlMhGjn+6uATo7AqSC00x/+p/4Ykz/59RvuHjhNF/19BO88vf87aUUPZ+fZmBshElkLT44SeTiL/giVknSZsNpTRMfH2Xi9Bd0SgCXEJzJCz/n/Fefcmk6IUHBMJ/+5/fomvRz/dSnXDz1GZdDMUau9+Hy+Dn/0R/ovNTJ8mDGkKuvaTUka87tm04ekwmigQhJsTOZTEtQGiMpk96UBKbEI8QGPuZC/zDX/UlS8SjBcApRj5RkHpKxmOAmcpmtW5inkiRjUUIxwdUTiZhkQ2QCO9LN5MVP+V1fRCbHEeZlAhyVQDcjk9e44AeiSTJSJhIp0Ud8pHzCQaIyaczEO7h84QoXL00RlyA1m00SC0ZIJNIyCYZMKkV4corO3/2CAQm0wyp3EXIKi8wZoe8e4NpwhKwE3EkJsKOJDOlQH5OTEwyMJ0mE54lo9iaelQm28BU/pOVY5UVVnvgooyA+ikcjBMR3CfGdZnMyEgkK+qLUhTKdICET+6HBK3x4dY6E0EQiUpfMkJkZwn/hD/y6J8Kc6JGRSX5cfBqR/rZAfP+/nR4L3iI7+njx/Zf2cCQUFBRQWlrK8PAwkUgEPZ6YmOD06dPMz81TXlYtC6u2FZXLAsFrHQxevkIvUQnirvKTf77K4OAlzp85wx9+e0mCvmF+/x9+Q8/Uec5eGZJrQRCyMQke+3nvF9dzfdnnsWNm5gS3k/ffnyQUkkAu0sk50eE3H/WRSoTg2t/wkzNjXOm+wpXLZ3nv8wHS81fpi1UQ6/49nVJ3blToVtR05crFfh6R/pWWfpWR/qVBbVT6H8kIofBCX0Qygjq+A4vju+NzGWsdnJtIyPjOkI1FCEq/1QUrxU2GxhkfusCvzs0yLzQ3pctYy0p2X68pCVnYyqSGGOq5yEcfDuX8oFfMm7j5ncfSA4ZhPJZ2P0pGy7TiUTLn3tki1z8igRQD14Jc/myWy5+uET6Z5dJHgivlmmkWeX/iF1o/l5fSyv4lgTXzEtxrJ+UGNZUgMJ2k/5LoL3Wr8tBzHy/TV+s+WqbHoo4bKC99LHYpCN/ldui5iyLrkuqwVt7CJ4cv5U1+sn9J+NziuzXyy/lG6G/yWk4n5xblXVI7BG7iLjl3s245/Y3jq59Lu8wkmZWbcd9laRetXwf9cv7dXwWYHomS2WyG4d4NmwfLSe4/FgmKHE4TLb8WnjuB06XTFFMCCwdOu0l6bpxAPMWUf5CBwV56ewYYHrhCT88YoelOuq+e5OzlTvpk3FtsMYav9stkKYPh9OCwWrFKAJH2eLBZR5mSYGFkPEF4YJh0cpiJ6x30DA/Q19NLf+8kQ9MZibviWBwW4qEYiUj8a/UW90TN3D1UysWqhTKDf3iIq59/woAEOx9+dp1Lf/g5Vy+do2dykvnJc3xwcpiRkT7885309HZz6WwH02Of8+mVOTo//RVXr1zK2ZFaynu+m/6+bs5f6Way83ecGhnko08u03utn8DMuGQrppmSyWEq0kdH/wRj3V/R2/kFP/2yg5Hf/w2f9Fzn81MX6b3eyXRokoG+Ps7++iP6/UOMzweFPk44MEPX6Q8ZnOrnq6+ucO2Lj+m+dpoz4zNMDswQkaDw5tQ3ExbfdHHyoyuMDvUxI1mUSdFp+OrnXJie4drHpxicGGFGAqrgzAwz3Zfpi09y7qsupoYuMjzax+nzI3Sd+Uj8PcjZM1foPPlbrl7+jFN9oyR7PubCeIQ+8cXQcC/jNwWLl2VC23XlGtcudTEr/WI6mCA0PcRE/0d8JYHClb5ZEoFpJiMpUtOXuNo1yDXhM9F7hu5ZpE8Jj/v8sVgMLDYDwzB4VDe73U6hvvRKgruOjg5mpJ1jEtxohs3t9uDzFmC1WFY0366P6csZU27WWbcDhy3M9HSY2MwooYFeBiTLd22ii+tnhumTAHGg5wqXPj/L6UvjBKxOrHPX6J0KMZOy4fRYcTizRCMOnE4HmfEQ2alBoulRrgZS+AcmuC79f6Srg/6eHq5Kv0ylwkSzdoxkgIQsqoSTa59OJUTH0atf8snoHAMjIaYvfsgFGd9fjYwT8nfy6R8GGOv7gnMdg1zpmmZ2+Ap9He/z2wuzzIxPMi9Zyrn5CeaGL/LB+SnGL/2ei93n+ehMB+e+7GTWP8JEMIXGh+Ki3CebkuvQdB9DI6f5/ckeugcmJZCeZ2oqllsMyiE9sl+rG6Z9LQerozwWZwzDeKSvNY9FI4qRa78KCfLj9MkNcpksZwUycmXMrQDrKvDdQFbAEtGUrJynZdFsfZCKZ1DajPC4KW/p/t1ky/mUrPglo2k0i6E2ZGR5+hZ+gnOTt+4r/0XQY4GUrLAnhMcd6QTvFj53OE5E0jl/ZFfAScbSkjlIsy5Zi/pqeYNnTmfhtS4+N2hzdizhlTtefk7PC6i+aVlZvYkjdTmZWi6lWWlfsgU6G8xKFiar7aI4SrcIerweEB5Z6Z/a1o/T2Fy0VW5BmKaJ3WVBM16L9bnSMLHZrNjtDuw2BSsmukWZTRVK5m6e9PwQ12PVlAUGc89qWZxu3D4PnoJinNX72FvtISNBxqx/lrhMPu0CNocDy8xVJlJ2pueSRPuvMBObIllVzJxMIoOpOGGbh/BElGwyLNmGDGVNTZRWV9yQrzrcDRJM+4N09YWwywRzXoLFicF+5iNhkokgoaEOBtIOshYTS7SPkdFOzvVP45cJ8ZyMNb9M+iKSVcvaLLf8LjU+dp3B/k46x6aYnZ0jHJdANzDMUF8/Q+PzJCVwtTjtWKxZIhqIzgwwNzNMz0xG/HCRkWiW6akpQlPdMnnu5XLHEKOXOpiIJ4hbHTL5TkjWcojzJ6VOsi0zc9MMD4wwNjpD1mFH4luZNCyxXf/n5MQlrszaSRl2oU8RmBqh9+JlRiSom54J3QwCDckwGNEg/pSVzHQvozLB7p8aYjg4zIVTnblsnn8uyPz4FKH5OSIizO4KMTY0QE/PhNgb45afEc9cY3gmwGTCIcGAhUw6zlTPVQkUr9I9PM6YLIhZrOI/p424BJA9sgjQJ7zn54PIusASI+7fbiqVJSn3hIyM8fsn5eFyTspCSUyCOMMwZJFihJRkdSsqKtDsndZbLVaMVVS02mzomHTkxqUdaS6EDcwGsVojxI0IfefGcDWmmIpCNOPC5fXh8/hwO4tpP7SbCucME9PTDMyDwyH8bA4po4wO+IlIsG8YE3zVm2B02kF5Yg0TO90AABAASURBVJCx2QgTcwkqMpPMyHU8EvATdu2guLyG2oLVNL3dgMBMkJHeKdISmNplwSkl4yoYDksQGSA5co6POqcYHpvGHwwzNT7OSPcl+sa7udwdJBoDi9ieCfvxXz/PV/qI+OQ0gZGrDEofHdTA1G7FWCY2LeMn0HeBjpEhLnSNMTUXleumjHeL45brxDKy/OFj5oGsLJI8Zibfau42PzK3uf73TX29OTi9Fmpb3Ow+6mP3E2uH1sNeoRFYB43ybz3qpfXI7XLajt1ep/grgvDYsc+Dr8SKt8hKfavoL3rcicdt58Te1iNesWEdckXGivpI/U1eK9khsnaLzrfpIHSr8dP62/CVj+p8FzqlXQ638VqBx00cbR/RdymPm+dWoFuKt0v6hbZJYZntZrvo+bXSK+5S2LHXQ3GVA7Sz8vhtmofTG5DMrVjxRze3uUQospME2UGJ3UmNN86k7zh7syOkslZc5XVUlRbhk9lQ0l3PngNVxAa6GR8eJYRuWbLZBDPXR0jIBNHnSWOJ9NI5HiZ79Emc/gDeqkIcdWVkJ2fJZtIkYtLW+2Ty2FiFRVmsCTIS5FhJmIW4rAUUu8Hiq6aovJIKuSYRimAtcsjEzi5Zgiix2ByzyZQEQCXUVrpwFjdQWl5BleDYlshLxiLEZCIYEdy4rYH6wmKaq7JEJLs2JkFkSoLArEyyU85SfBLcuSwZ7A4XxSU1FBd5KCisoaRQAl9mCc4M0T8RRqIOooYd8SxGJiQTzgCz/rQEVjFcxQWYTh/ZpIVCh4lVlLmlq6YSZCNzJCQbg9WJYWQkaI1Jti9MTIInS1VtbgJulUUmI5PFV1QERgWt1UlmRMZ8LEtldUrkpUReFFdJGd6Ceop9NdTvrMazcy++iTNMJ53gqKDSwtdbZJ6UxSTj8GLKAkAmHWW0bwB/KIH+ZjIliysWmRhn4nHxT4CI+C2ctpEWPqVuMLj/mwZzaVkIehQXbVISvIUliNHf1Gl2TsexPnrp8XioqalBA7u5uTlikgHLrHOSmZhOSXP7cDeVkezJsv8Nt2TNM6Qpoay2ippKB5mwQXHLUVoc4/jHh7g2lmRhy0K4h17JcoUcBfisGSavDNIXKeVQRYKkpxKsJRx2ztGXgHgsRrrkIDW1O9hRvMBhLd/xlIVo3EaZLD44HdKbLOWUlFZRW+7AjM4ynQoyG/VRWODEmpmXTPYE8ymTqCy2YDUxjCzJSIRQYJZI1E/ArKbYksEr2caUuwCLYV+mhuKHmO7pYiSQkT4eJYXKtWCVa1pKxlduEC+jenwOjcfH1DVYquNxDWh5lC3oAXML6rQlVDJMA4fLpKDUKjcCO+W1jjVD7S4XlY3O5fh3Pa4SmtoW113x7qSLyq1pduJwWwRMCstt3Al/pXOVDQ4JZkWPurXbvBKfxTq1qappZX9U73BS0yyy1uHfRb5LS9W5Zufm+SzludJ+tfhWfbzSubvVldXYsUuf0rYplMDubvh3O19cYcPtM1nl6SQetS2RSJDJZJaYJRMwmYnkJr26u+TMwq4VqyzfW21ywzZNTIcbh+nH5immqmoXbTvaqK/dSa0lSMwxzfUrn/PxL37HR5+cZWTiAicvfkV31EXaUoDbYsEik3xrNkznRDUtLQf45mtN7JH+0NftxF1/gNqdLTS3NVBZYscWj+Ao2UXr3laqiz1Isy+otKZvFxWuFA2uK5y68gED1kaJecpEByvOQg++uhJmvzzF9b4Zoq4d1BTXsCMbwjAzgic2Ox3SJywgQWUqEUMzHgq2mloKikrxRtPYMLF4ppmI+nAYNgq8GSJGgmB3P9PRLOI4sdeF1ebAJZkE0+HBYTGx24VSMkgWAWepj5QZJ55wkY1OSWAVJpyq5Wi7QVxoEtYyqkuseI1hzlzulkyfJ/f0Qjp+QyfTRbK8laKeTxi+3sdcyKS8soTm5gJCkglN2i3YnF6ykRiR2VkyVjtOE7x767CUNlNqbeFgcT2H2gyiNpOE1YVpd2O3WrHgBKOZ8rkLWMrdJItLWOqLeEUbztAk0evnGBj1Y9jjBNIS0Gft4psEcVuCtDVFqKuPVP0OXMLXHc/KOSumsNb5MPd5s0sg7PRYsYht91nUA2Ovk0UN6AKBAAMDAwwODubGdHt7O08++WRuX39XVlhYSHFJEYHQLJlsCsNYWUVT29pmw4qBIf3Y7bIRjnlxFDbQeGA3NfurObSjlsIQpPovcu3Ue/z8/d/zSec4XadOcuHqpPQ1E58ET6bQO8Xn5nAHNOyn/sSf8tTuPez0n2HQK/xalVcr7VWNFBfamYy5Kd+5j91N5ZT5rKxnKylIUlE0zedfXuTTc8PMRDOYaouvDGfTQQ5mA7hlPFqkXyYtNpLpAipEgIwE0l6IzfqJxtKYTc0UheI4JINtbWjFa0ZJX/uSDrk2GI6s9Pk4cUntxaJRWQtKMh12UeJLYsvGSaQspFIxiHQxF8nwCCeEudMml0lWv4fcifLRO2cYxqNn1GNmkdwiHzOL12puFta5QLhWznm8x9gD6WSWRCxDSsrV3bCeMwaGYayHYFviptNpvvjiC8bHx9F9NUKtVjAtcrTilayFtvYd7NtXgK2gksrX/4oXm17g7WdbaH3mSSp3PcXL7QW0/OCHPPnOv+XHP/gr/urP/5hvffMEzQ3P8cZzb/Pnf/EmzxxuorymjupnT3DALOKFb75MS1MNntKD1B/7ET/65lu8W2fj8IvHhe4Yx3bt4Rvff4p9r75BpdOFXdRb38egRALOo+/+S9589of8i1d38twbz9G0cxcFjmqKmt/hL3/8Bid++D/z/Ze+w5+9+SJv//G7PHnsOO2yiLPv2adpatqBZWaA7lM/4b2fL8Dvewop3vUS3/nOyxw6doQmRx1HnnueV4X22de+w9H9b/Anr+6hyVfJ8SelPP4dWg++xg+OllPxxl/xQmMJTz51lJ3Hv8+BY9/lx996me/8D/9nXt7xJK899yLPv3yU9tYmDn7zL3nzuRO8dKCetmde4uCrf8qP33mVH/zP/5Z9sV66Pv7Fgk6/P8MXY/W886Pv8cK3/oo/fvM53nntSVpO/Bk/PHGMl47ulEzcUxx94igvvX2Ewr0neK3SwOfex3PPHeKJwzX4Kpo4/M1/xVvHX+SlA7W0Hj9Cw76DtGQl85KcYTZ5iMbqUgpT17j6+YIf1B8fdvioP/oab/7wX/Ham3/Of//2ft750R/z3Ft/yb94+1XeeulJSvdI+7+1j10tr/Dma2/w9rsv0r6vlTILaL8jv63LA1m5oeriQk9PD/rGSw3uduzYQVtbGwUFBZSWllJSUoJm8PSlKW2726irrcEuQdtqgrz79rLj4AF248ZqPcyP/uwwx/7F67S3H+J4XQPPv/4cjpKXePuFE/zFv/tz/vJ/+rf8yz/+Ht880sBBadMXf/Df8YNXnuS5hgoKCvdKG1fiPfxHvCRj/kiNg4od7bzz3/05f/H9Z6hoepXDe5o49kI7jc/9C76x5w2+cdRJRQHr3pzVu9j14vf5l68+yzdf2En7my/QuquFJksRBVVP8sf/5tu89NprHGlu5fjTx3jjR3/By2/8Bf/TH++l6ejrHH/+OG899yR7Zcz+t3/xOs+/8QxtDUd44fnX+O6/+gte++Zf8H//Zhr/uT/wm3/6CT/5p1/zRccsxd/617zz/A/5H/7iDV44cpRdrU/y2vdfptxnwWqu24xHgsCUeNywGOQHNblNx2luJ/+1LT3wmA7jNbSVjPE1YOVR8h5YlwdMq4HNbmKRcl2Ejyny1NQUV69eRTN0OvHTf06s/6ZA/3/V+MQEuqqfTkn2Th8fus1HVqxWKzabDGbTxJSsj8PiwGm3YrXbMa12HNIOVpcbu5xzu7x43S5ckumyKp7DidvtlEmlFdNiwWJ3SKbGxJE7b8EwbVLnxu104rSAzWHHarFjt9pwuuxy7MRiGBuaK+iqvd3pxqkZIodV9HPkbDEMi+jtxCN6Odw+XA6XyHeIPNFTbLKZBja7HYvFiquwirq9L3JcAi6Fo+2N1Jd7cbkcCziGRUoHDpfQOlzYbE7hZcNqWrDnfOTCupipE/84LKbUy3m7S+hErvBxeb3iQztOh/AR+21WKzaXB6ddjm0WrFLaJEPqFp+5CsS/NfvYe/jZBZ2ePMaxliq8Prfo4BXZDpwOO1bFl9IhOpgWO3axx+G0Y4oumqkzDRsOuw278DdEV5tzqTwbFpsNKyaG6aLl1VfZXV9NXXkTTfu/9sURkVtVInRuAfGz12nD6XZjF16qq+ph2m74wyp6aRuLDTabcia/rdMDGqhpZu7KlSvo7+iamppk4aGJoqIirNJnTNNEob6+np07d1JeXp6rNwxTcvEGEg+uKNGQtl5ob0PO22S8Sr+QsWG12nBYLDikzQzTgVP6p9vrxuPzythx4ZS+Y5M2dUhfdWlfs5iYpg2ndDDD5sIh7WyzGJjCx+kROhnPptWBzWbB7pA+Jn3UKf3DKdcW02Tdm2GxYpUx55Z+7XJYsYmeVvGDFdHDYsflER2kziZ1dun/2jcd0jd9LpEtcu1ij1P0tsl+7logfPTa45B6l+jrcBbgc1bScuxJnjrxIi+eeJanjrWxo9SDR/u7+Mhhk3FiteOUcSyXjXXb8KgQGOgf8s1jvxmG8dj7YLs7wNzuBtxP/fP9+3569/HkrX3KtICRH3msZdOsnE4IJycnqaqqYm5uDn1Lnv5fq8B8QPxoCsiNyBBYC8PHCMciAaG3pIbq6gWoKPLglgWFh+kCi7uY4rLqBZ0qyqkocGLel7aTfmH1UFZXRaHbJQGjj4LSBT9Uiz/KC53ohPxh+uJBy34Y8nTxZWxsLPcSlFAoRIFk5HQca9Dm8/kkSLLdopZbAmutd0rApScMmWobsqMgRf6zZg+ox1wUlFdSKdnOmtoqKsuL8FgRj5Lf8h64owfy2bo7umdLnzS3tHYPU7kskh0QWOFBc+3wyWSGbCZDRpYQ5YPWZVJpMsk4iXg8l0FI6Ou7V6B/mGZtTHaWpNgUCUWRnMjGWKxIlSaZSIq/0jfPJoIh4lKXytVkyWbShOZDJMW30iS52vzX4+MBneR5JRukQZxm5YLBIKOjo+gLFjweT241P5vVlfx873h8esUaLNVAUTIeNs226Px2DSR5lHvjAb0XajZOs+oa0OmLUHRxRrNymonTxyw1+2QYd28YQ2coiqZwb9TLc7m7B/IYeQ/kPbBNPaCXzG2q+v1VOytzxEwmS/q2oCyde/HA0NA86eg0k9MhAmEJ4qIx/NMBUrEQ4blRJqb8zARiJPTRsPur6rq554LRdJqMBKVqJ2Jnrk4Osjf201IuMM6SycSZm5phpG+MmNBoYJeVUm/eOZD9lPgpmwkTDIQJh5PcJM8xER7qT4Ebh5CTFRPcKMFgUo7lIzr5u3qYmptmOhJhXoK5RCLMYMcA88EISWG6yCLHZ/ErxytDWs4v8NVNYpcQAAAQAElEQVT9DDn7RDetXkR9lMoFXyx8P0p2LbUl9ziRy5V7oUJnZyemaaLBnEvqyisqBNUko31vG7pBuq12V+n4Ykb+k/fAI+CBVCqF/h5OA7nh4WGmp6fRsarBXF1dXW7fMPIR2iPQ1HkTHkEPGMZ6F0gfQSdsc5PyQd0qDWiIZ6xWA9ttjyvFGR+f4L/87WWiwx/w099c4MzVIUbGhjh5qjfHzZj5nItd43RP5A633Je+CjkqGbFIRILORDr3drl4NEwknsxlGOPhSC5Q1SApk0kQD88w2NnNpZOdTEmmRAO7RDQqGba4ZNCSJMNh5iWwTUcvcebUVS5cniH+dfINMinhq5BBg8F0KktWMn9JkRmMJAjp/31LiWwJCLs+/ojuwcuc7rzGZ59dlMBumssfnKVveJK5WAINHm91aJZsIi46RgiGE7IfQ20JSlZRM4vJWJRQXORutUn/vdBHeGhgcKs/Ho0jXSxIyQRR35I3MTEhiytp9PGtffv20dramjuemZ5CH2W1yhiVe5EE8dntBTIO0tL3U4ltpreskmTycFtfy8o1Lzceb4zLzfsIcvy2yZDWMau/d+3u7s69CEV/I6bjtbm5Gc22b9gM9aesJMr6nPic+wSLY1D5L93X443B4r9a0Ta8tS9sjN/X9i/Vb3Ffy/XyVRqFRTrdV1g8XmupNAprxV8JT+mXwko4C3VZufbkBob0C31SasEva6NdwF3go/vKS/ttDjbcQfOEeQ9sHQ9I6LJ1lFmqyXbZr2VAAo5hPusLY8gM0+YpxFfoxectxONy47RbHrgpehPRiaJCVrIYXysgV0ESnHnvfU5//gc+OXuWv//P79H1/v/Cfzk3QP/QOc6ePsN7733ByKn/yt+cD/L5P/+SMxcv0BGIMjo4Ruff/g1XohEu//Y3XP7iH/joyhf80/t9zPb3M5+IEE1mZML9tcTcnjnFpQudXPjwfYYv/YJ/fyrKtV//nIudv+NkTy8XT12j/8N/4B8HpxieSkmwmBYeaZJJoZaAkNlBxkbO8ctPLvHRV5NSueQze46vzp7hNx/3Mdt7hfnz/4H/zwcX+e0//B0f/+4n/M2py3z0d+8TjcVR65dQPpRdNScZy5CWCf2mFZAFb8OQr00z2noMdKVfX6rQ19dHUVERb775Zu7NeBrY6e9tvF6vZO+GcnfnvotBzv56hi/+eXJT8Nk/TaCwGT6f/2SSRfjkHydy+6vxG+4MSwY8weC10G16fy62KCzSfiq8NqvbIq+l5Xr4qny1bZFe9Vus+1x8p6DntF75LsXV+nsNKlvlLOf7+U8m7tqOSqvw+T9N3uZ75beUx6f/IO24Cp7iLsKp9ybxj8aYGopx9bO5XNurjMXz6y3PfzDDaHdYBudWuHKJGqt8dEKswZxm0vvlPmCz2dBgTl94omPVMDZ3jQrNpeg8G+TM+/77Bl/+ZpaTv1zg/8V7fr789SxnfrtwvFG5Fz6ZZbQvin88wenfzvL5z2dQOTm+m+CtPE6LvspH9z//uT/HX49zsEY/fflrPwqL9t1i9zr0+1J8dfIXfhb55HRQeoU16qL+OfUrP5//bIZF227yW8bj+rkQs9NJJofjnP9wPif3lLTdF+KHL4XHLXSqg8JSHnqsIHWn35/l2pcBZicTck+WlYNV+vjjUm0Ymxurj4uftrKd+aBuldbRVZyEZHjiEVl+XQVHq501e6i2JbHN9tCZAA3sLBYTi2liChgPY4yITNMKpmQajdtaOEskYsHirKDUaaPQP8BQuIDi2hIKk2PE0nGiNfWUNHlJDF7hyrADq7WcpiI3nmyK+NwsMVkpi4WCzPf2E/TPYt1ZT2V9FV6PB6fTK4Gsg1tj2SJKUn5mpkb5oHua7OgvODXtwOEuptyeITgTpm/UQmt9BRXFVhyil9XuxOW043RYwCP11dUUO01sEjiyZAv1DUogmcCxo47yymLc8SlwlOKy23A5HFhcxXiMkFBsjYmRYQGLzcS0GKLT5j7pZJak9FF9/HBznLYGdUoyc/o7nOvXr+d+N+eQ9tNHtmpra3MBnT7CFZRMseLpvmYA0hL4+4qslNfZ0f9VuBkorbaj/0twMzyqGu0oVNTbKamwiU6r6+UrtuDymBRIn18us6rBgcJifVm1jfLa1Xkt4q23LK0Svmv0XXWT6NToEJsWoKrBfkMnsVnPCSzIt1NSabsnbbLAz3FT5tJj9Uep+GVpne5XiY6qq+6vBnq+os6xqo5LeZSs0UcV0mYOt4lToLjCylIeq+lxp/rSGhtur0Umm1vj2sWyLSM3yXA4TL8Ecj09PehxZWUlOmaLi4ux2+3oPXAZ2ZoPrTYD9WlVkxO704IuUt4v0IW2RDSdk5G778u+lpuRBwbeQhsFJbYFvrKYl5LMfFxKhZRk6DcGGZLCJynX/5SUiVh6gb/cC7Q+tUG+ei9R+ng0QyySyfFcCy+lWdQhhy96Ka/1+C+HL3KVRnkl72CDw2WRseWUa7UD3VRmXPSNhtKo7nqsEIsk8U/PMz42RXA+QiKeZnpqlqkpP6FgROzLoPdQm8NC7U4XpVUL/HiMN8PY/LzkMXbfljDd3BJabEEltGubpsHdJt+mr5KqmhoaK7zItYatsN3UXVt3pUGajBGYnWYmHCVhL8FrlFBe6sVdUojTTCHLYPglY2Yv9uG2RAgHppmeD5EUXpKAZHLgOn0jIeZTVsl+JQlPjzM5Mi3HNtKJeaKhWeblIvu1L9xUlWbxlhYStjTyRMEwwZJW3IWVFGrwZmawZYNMjk8wF06RzNqwZZJko36G5xNk7AUUFBZT6LKJfreuplkcNjKpKKGpCaYm/AQyaeyuAjxuN263F7fLh9cFojpbYVM9TAsY2jZsbjMMI2eXFJtj9JCp0+k0+pilvgBFQf/JeMGSt+R5JStnsVjQt+ZVVFSg5xTKystQB2gwVr/bxY597rvAnc+3HPCwU2BzfDyig4fmfR52HfLmytX4FVfacRdYUf1Xw1ms33lQeO1X3m7hf+9A+e7c710jz+XyPTl/qa07xN4FcOdsbrlP+u5Y0sbN4o+WAyvp7hF7FNxSrgYelL551fZWegU3a7Wlqd2NR9rTK4sMVRKILOi6wGNh330HfW4/V9fiprDMJl3cYKtt+ru58fFxyZYPyiJhJDcmdWyWl5fn9vXRy83qbMrCl6fQSrO0sbZVQ5ub+wWNe9w07fXk+O+QsmmPh8ZNylMerUd9tD/ly/FSGxqljyzCRm1ZSt/Y7sn1Y+W1Xn0bb+iitAo5u2/U6TmtWwso7qLvluKvR58FHm70WtKY870r1xZL+S3uqx/bjhWw+wnxq+ir9U1y/dF69bkeKzS2eWiQ8+WNBlnXFJHMAPbCeaqarVQ0mli8sziKg4LjkOuYl5Iq+2a77CNBr5l3hUfCmMfQCPMxtHlNJuukW1cKbY7lLrLg9rhp3V2K1VtHebFTLhCN7Ny9lycbCoW33ICd1ZRKZqvQLYdb8ZOKE4sGSDideNoOsqOujjKrFXtpK5WlpdQRJR4upHH3Lg61eyX7liXtdFPZ3kTdvt14YmHsZTWUtB6kpqqGosicBIlBYqkiigrFP44I8xI0jvYPMJCDCeLeAqrb2jm8az8Hd7ezp70Rr7eCoqIymneWs2NnEZH5ILaaRgq95VRJJFZS5CSacVKzqxaf20eZ+NpljzGR4zkgvEcJF9XKRKoIT3iOYChJvLSdplIn5TW1FJdXUlPolCxkDRbTwlbY9NFYiWHI/d5ikwpZrGC1mxiy+LBJVg+NXCeH+u8KdIKoj3AZhpEL3molO1dUVITNZsvpZhiG9BcvmqHTLECuEgPTauAusFBYaqO4wr4pKKt1UFbj2BSPRR1KZIJQUS+8JHBbrFteOj0W7HJ9cfssd5VZfg91W6qHZqs0qFxat5790uqVbVTbS8UH6+G1Xlxtq/I6kb/Bdi+ttrOqjkt45mwR3LvpV1Ruy7Wnw2XiLbLetU3vxs8nPBxOE1OCG7bAphM9XXCZm5tDx6y+BCUej6PjsampibKyMhwOxz3XtFIyoHW7XNxPaNjtRgMCldEkAZ4GGfVSp8ebAeW1QwKOulZXjn99qxuVpbBRvsojB+KT+pt8Xai+Wr9Wvjn8JTY2it1alwuIJBhaKx+1pUkCsaX4ykdhad2d9lXvRglQmySgVn514qc74S8/1yS66wKN2rB4rlHmLq0HS2neW4jVN89svAdPWZyKBgu+yiTWggCldVDb4pSMvQOX13LP+26eYd4DD9oD5oMWuP3lOaisqOD739+Dq/Z59reUUF/mpbKqnqNHdiyYV/QE7Tsr2FGxcLi1vg1clU3s3PMMLz37DG+9vp+KF5+n1e3GZ6ulZd8TvPTt1zj66uu8UOVg/8tv8tzzb/PdN1/kW3/yGrue/x5vPvECP/jL7/DiS2/xzJ7jfOvdZzj8/GEaCpo59sxTPHGkGm9sgMtffslpgS+/7KAvXk15czvP7i3HuuNNXm13UemrY0dzHQdf3Eu98P2jZw7zzf/2exyT4O9gyx6OnXiRozt38MIfPU99RT37dpVTWRyjI8fzNF9+eZneaC1NB47z1ttPc+D409Tu/yHf3FvC/qefpnXfEZ5pKmaX2Gm32yQEePgtIYnEhcc+bvmt48PX60FqoJPDZDKZW+EfGxvLPb6lj1XqSv+ePXtyk8PFYO5Oekmcx1aZ8N5Jz/y5vAc24gF983IymZEFoIf7+KWOV82mx2Ixpqam0N+56r8UKZBs+u7du6mpqcEqi4IbsfFRoMnbsHU9YBhGrm/q/cRut+ceEdYFRF2U0P7b1NR0c+Fw61rx4DQzDOPBCctLui8eMO8L1zzTLeoBHbB2nnjjSfbuacR3v7R0lFDWfJRXvvsdvi3wne8+xxGJcIs2La+QiqbDPJfj+W2+891XeKK5jBLHphk/MAYWK9hdptxotC14LDf9h8RDQ0MSlH+JrvrrjVVfrKBB3WPpkLzReQ+s4AF9UsThtDz0hQsN6HSc6otQOjo6chnzXbt20djYiMvlWkHzfFXeA1vDA9pvh4eH5X5r5Y033sgFdV1dXWiGWV/k84C1zIvLe+C+e8C87xK2qQDNqOiPmaOhFDzchdJ77kG7x47VYbmPmSsDwzSxyOqtruBarRZMU+o2bYnwMO8H300rti4GhmLnvnTn8QF91HJwcBC9qepv6PRFJzo51Me2dBXVMB5Dpzw+zZ+3dBt6QDNyGszpi1DcbjeHDx/OPQKt/yvSMPLjdRs26WOlsmaXdVFC7zP6Ei7DMKiurs5l5/Rfb+gTI5qJfqycsoqxhmFgGAZ5f6zioAdavXFh5sZJH21K6dsSlBjY7OIi49Gy1dAASw18tMzKW7MFPaA3CP0djj5mqY9t6e/mfD5f7g15mpnTfX00xjDu8SCTVZlYNJr733ahUAT9n4ypRIxUJks2ncmt2Or/OMoKXioj6zbJBPFoRPAFNxonkw70lQAAEABJREFUmUkwP9zN8MQcM/MRoqGQnAuhb/uLxTOkwzES8QSxGz7XiYPaKoxRSCciBEc76RqYZDaUELk3ELdAkYrFCE1OE8pmEdO3gEZ5FbaSB7Qv66KLjlcdt4ZhUFlZmfutq/5+zul0Ysri2lbSOa9L3gMreaCwsDAXxGnwpk+HlJaWoo8Ma2Cn2ToN7EJybdc+T3676YHcvezmUX5nO3lAIpbtpO6D09UQz1itBlYN6h6c2PsuKS8g74EH5QEN5vT/zQ0MDKAr/joR1EmhThA1O6eTQ8O4x8FczjhJrUuwlkhMMDw8weBggOj8HIHOL+mZjTI92CH1gwxM+4mNnOfL4QxT1/uYmJpiWgK1RHCO2NAlrkxEmJHgTW/+ETk3db2LQQmIIqksgd6LDPR1MxBOk4jNcf3kZSaDESb7ehnp62MkHGHs+lX8wXE6L19nbGSKdE63tX5l0YAzGUuSFlt00pFKpEklJQyTYCwdj5HU4FRMzaZTpBMJOZaDdFD0GmFyKoD+JutrHsJPRGfTacITUwxdOM94JkNC6hY/2WyGdFL4in0Z2Y+Nj4uvRhhLiMxFpHx5Rw+I28TvSNvdEW1NJzPpbK69s7IQsSaCTSJlpD9oNl1/bzQyMoL+zlVffKLjVSfB+hskw7gf43WTiufJ8x5YxQNerxd9I6vFYkHvN7qQqP1Zy5KSEvSnANrXdbFR/1XOKmzy1XkPbBsPSOiybXR9sIrK/CgpK/KBmSTTIwmB+D2FqeE4k0MLPHVfYXpk4Xi1cuou5xfpZsYTknVIC2SYm0ywFt6LtIqrsHi8Wqk4i7Aazkr1izasRqs+0XMr0a5Wp/gKy8+rrMX6jfC9jZ+0mfJbhNXOL69fPJ4ZS+TaJBbOMD+l/Sqe61OL/LRcxF1LOTuZlAxS+n49Hbzh8aarorr6qW/H0x+la6m/vdHf4NTW1qKPbm2Y+VJCGaNZCXB08ivFkjMy8ZRVGat1mvExPyMjSYxEmMCF33N5OkJ/x0kuX7rI+c4+pq7+hl9eCjEiQU53r2TWZuaYD8yTHD7HVxOmZOIsOOwWMoEAwa4uRmw2smaY8YELXL7cQc/IHInIEF+99xGdI+N0nv2Ky2cvcXUuyfTwFE5vhN6LVxjpHSHF2rdEOMjs2DDjc/PMhf2M9k0wNhYQ3YIEp0aYmJtjfHCCOdE1GAkwMz7BSP8IgcQUFy/3MDTkJxwMMjsxzPSsn5HhaeE3wvTUJAMDI/R9dSkX1H2tU0YCuiihqSkJTIeYDoaZ7u1juOM6ffH1haNrt/LRwpTuiPbHrARjWm7WOg3K05JGzjyAoE4XLuakT01MTORehhKTxQudDNfX16PZDbvdvllz8vR5DzwUD+hPQLQP6+P+mrlbGuDpYoVmpTUjrY9n6r3roSi5RYQahpG7hm0RdfJqbMAD+aBuFafpRDEwnaLjdIiTv5jhi/fuLXz+8xk+/skUWn7202k+/9md+X8u8hVX4W66nH1/lmmZyPpHE1z+LMBnd+G9lJ/y//zn03e199N/nkbhc7FjKf2d9tUGPa80n6jNK9B+Ij757Gd3l698FkH5fb6SzsL/8xvwyU+m0f1FmvWWSvuJ2Kyl6vep6L+cx2fi55XqF/FO/cqPXwLuicEYV76Yz/lY+alu6/Wl8jz/0RyjvVEyssK+Sjd+oNWqh94UNSvX06OBxRD6aOWBAwfYsWMH+pscw5CA6x5plZVwNitZpUQsS0bKW9harLg9TrxeH16PD5/XiVUQ5JaFPx5hYnxMfDdIz7ifyFA/6cQwfVdPc+ara3SFbTiryohfvcr8TJSkzY1L+BR4vLgLfLjMHiY95RIsucl29ZBMjRIJztDX38PA6CQjE0nhL9ktSdukDSdudyEuu5O1X2wzTEvG7/zv/8CVeT9901f5/U9PcfpsP8MT/XR98ks+m/Rz9jef09l9he6pQS6cucynf/9rusS2oAQVmUySqaEezn74vpzv54PfnubCb97jzKWznJ0OS8AnzrjlEyMenmLgahdXf/qPnOydYCialr6Vzv3O4hbU2w7yFeoBQ75Miz7dYaAlm9z00X+Hy4rFuvaes16Ri2N2SoJ5/a2rTm41m66/ndMJr2bq1sszj5/3wFbzgGEYaKZZA7xF3fTepH1cgz3NSuvvvedkYUPHxCLO41Yahl7FHjerHy1779/dYrv7Sfq23W1SVuegrs17z6F2t4eqHW5qd3tp2Oejfu+dZdSLDvXtgqMg+3fSqbrFg/5TY5fPSqXIaLgL76W86vd4qd/ju6u9VS2qu0dwvXfFXcq/TuxVO5rUZpF1yzmxq2qnh5rW9fGsFz71K+ksvqqXc7XCt3KHi9pWz/p0FbpF/XI67/fl7FX/1oiPF88tlurnRrFr8Xh5qfJdPhveIhsVje6cLtr+1c1uGkR/1XU5zZ2Otf94hFfm63TLQxt1qVQq94jlqVOn6O7uRieD+uN0fcPYvQ7mlhqZlXGKITkSLZeeWHFf8PAzk2mnKJukzDLCecdrPGUMYVBJ+wvv8s1vvsTze+pxNb7Ov/5vX8bTeYa+y5cZX+QnKcHU5XOMTEWZnJlmtv8rrgfnyJx4Ci53YSlxYdlZByOzZCJTDHWFaHruCI2HWnJB5SKbO5cRxuNuyZDt58TORg7US1/Z38aOpjIKUkG6OmbJSsbN1dRMiSPK/EAvHT1zOMWKqM2N3eXB454mEBjh8pUMKQlM61qL8KfK8DhqebKlgspSBJuvt1SA+ek+zn41SMKaJpa2YJgu3B4XTo/1a7z83h09oD1M1hruiLNVTiYSCTSTfubMGckCj6GPpOlbaPVfFNw3HfOM8x7YYh7QxzD1d3Z6z9LfkeqYuBeZ9i1mZl6dx8QD5mNi57rNNEwDh9tCabWDGglganZJsHEPoU6CuuaDPvSfbNYKX4W7yVAchbvhVUkA4/JZUNCgdC00izwVV2HxeLWyaa+PBgma1oK7yENxNbDR49y+2K37S2GHBE4Nbevz9Wq8FuvrRE7O1+vku1Qv3V/k1yiBogZwWrcUFs8vrVu6X73Tjctr5gLu0lrpV6KXtn+T2Fy3243SL8W/235Fgwtfse2+ruTfbeDoquacrG5qZk6hqKiIlpYW9LGtxZVRw1hTxHU3UbedNwwDUzIjdoeZK7nrJlPu7AhJawmVJY3saWygpGYPDYkx5jNDXLrwOR/89Hf87ndnGBi/wpdXznNJMqvBuA17jneabDbIuS4PjU3tfPPValprYpw7n8Gy6wkqK6tpaqumtMxGemYW013LzradNFSX4HNabw2ihJ9mF/UR72QiK0dLP05K7FEqzIt8fO4UX1ydZy5qYrX6KPH5aKo1mQykCVtsmKEgRjRC1AKB8Jzg2bCGRpmQbGEg6aSpMioBYpKYtZK6whhRfxdfXu5j0M+tsUciRDI8yzRewtFpwqEEGTNONOxn8OoE+W1tHjAULfelO5uDVDJLLCpB+fIs9ObYogsw+kh0b28v+rp3i8WSe3GRZi28Xi96vEkRefK8BzbtgQfFwDTNXBavrq6OkpKS3AKHvlRFFz0elA5bSY4GtApbSae8Lmv3gLl21McLM5uBTFpslhu002uRyfi9Bbdk0bySZXFJ6brH/J0eCxarkQOH697qvairp9BKLht4j3X3Ft0HvhLgesXX6vNF/TdTqt2eAisb4WHKYoHEItjs5gK9tL9HbN5IP3BIJln5GCYPZdMfl+tLUEZHR9HgTlf69caov1/weDwsfdTlfiloGAamBHZScPtWJcFlhQRgLizuQgqPvMH+8iaO7qun5dBBmloP83RrBTufPUrzsec52LafgzvqqKstx+suo7qilkPPHaJlRzUlpaUU79lDk2GnZu9RWlua2d3ezq7Dz3N412Geaixj7zNH2NWyn31N9Rw71kjTseM0VpZR6LAiKrJ8M6QvqO6mZfkZC+U1VRx4ch81ZZVUFjezp72c6mo3nrI6dj37Ek/t2cXe1irK6vfQ0naYEycOc/T159jtKmLf3lYam3awo3k3R186zv7du2hrqmTn4UPsam8TXrvYd+JpaiY66Tp3li9PfcmXV6eZyNbzwsuH2X/iDY7uKKOpuYHqXbtpLXItVzB//AA8YJhgsYJ0k3smbU4WYPr7+3MTV2WqgVxTUxM6Zp35t1qqS/LwGHrAIgsbPlkw03uYPn6sPyHQR5H1xUGPkzsMw9iO5uZ1XuIBuW0sOcrv3uoBWUDPCtxamT/Ke2DjHtD+pLBxDg+XUt/CqK/11zfkKeiPzHWlU99m2dDQQFFR0QMJ5tbmhTIqq0qoqXFgurz49hxnV2kz+5rLqJCAxVfRwO4qBxVHD9O0/zmePnqcF58+xMEDOykr2cGelnaefrqN5voSvEWFFDbvpNZwsWt/C+UlBdg9NRQ3HeWpA23sLzKp39UkdPU0VVSy/0gDNW278dls3Baz3VB+YdJuSGbE4NbNwFNaSeO+Y+zbsZu2+mbaW0soK7dj9ZVS0voEx1ob2C2BZHFtK3XNe3nySBsHX3iKXR6fBHmi8456GhoE9j0hPJrYVeOlrGUvzbsP8NThdg6+eISabIpMPIa+FCOW8eIs2cVTT+yk/ZmXONBQSk19HVU7W2mvLbhVvfzRA/GARVYCbDYTY5NR3fIxqy8xstlsucct6+vrc6U9/yKUB9KmeSFb1wOLgV1tbW0uc6f3tqmpKXS8PE6ZK/WD3tO3bkvlNbuTB8w7nXycz5niGavDwOG03PbY1OPsl7ztm/OAaUGCHgNzkxM1ZMtlk/XNeJJVlsP7+tFMnD6Oojc6/c2Brvbr66ArKyvRl6CUl5dLcCLG3VctbmeuN1t9qdG2DJRlwSgr7fcwdDesDpz1hzj69HFeePEFXpCs4IHGotsdnK95qB7I9W/pIxtRQml1zOpLIPStljpm9S2X+ps5/a2rPmq2Eb55mrwHHlUPGIaR+z24vjyloKAAfSOmZux0IVPvgY+q3UvtslgsGMbyhcalGPn9rewBcysr90jrJjM5mdNt3ESl3xSDjYvOU97ugYdRk0xkiIXTpFL3N6rTyaFOBkdGRrh+/TqaodPHLPfs2UNVVVXuJvgw7JchQDqF+CBDWv9/28NQYhMy06ks2oYKm2CTJ32EPWAYhiyWbGyCpWNWF2B0zGqpY7atrS2XmdNMHfkt74G8B1b1QGNjI/oopv7+tLOzEx1Pei9cleAROaF2anb/ETHnsTMjH9Stt8klPZJKxJmfn7sBISLhsEzO4qTSEmUlk6RktpnJpMmkdcItZSxMIIcfIiq0odlRRruvcn08QTQ0Tygwt8ArECIUjIN/jpDQJlW3TIZsKkVKX2uQEd4iIzk/xkR/J1e7xwgI+gYXcpX7vYfQFPP+WSZD9551nuOtHrA5TJweC1bb/RvGaemH+jKFS5cuMTc3h67yHzp0KDcx1BW9WzV6sEcy30V/c+T0mljuow/usVU32VmsRu63lRUDjywAABAASURBVPq7yJuV+Z28BzbpAZ146u9cL168mFuA0YWXxTFrtVo3yT1PnvfA4+MBvd9pVlsfT9Z7oGbuUjIfe3w8kLd0u3ng/s0Gt5snlukrcRmZZJZUIq3h1C1ns9mIrNp08dWZCfz+GJHBSwx2nuXCxByzZ/6OLwfnmeo/yfWuy3x2xc/MhTP0JhNE0hlSo1cYHe7jWqIAh0XCtmyazPwVBoYG6RrLEAv6Gf7k33N2wM90VLIQY9cYvPwRJ0diJLt/xuddU1y7NklgepzpxDSd7/0UfzCMqHqLjnc+SJOKx0nEkrlANJVIkYrFSKWkPpEgGYsSTy9wSMciJBJJkqko8zPDfPHFZYKhJBq0pgRXeYhZC8jJOMmJ8/QOdnN5ZqHq5rcEpEkJaKOxlASpMfxffi72TjK1DTMsN216yDsa1OQe4zTuvSL6Oytd3b927VoumNN/2qo3OH3M0uVyoZNDw7gPgtdpimEYuUdZpWDbbeI+wzTYlrpvO2c/QIVlbe/eSFsfl4Rcj/U3QDpmZ2ZmKCoqQn8zp2PW7XZvmTG7Pqvy2HkPPDwPaEZbs3X6QiF9+Ze+MVafVNFs1sPT6v5JNgwjx1wXhnI7+a9t54F8UHenJpP+nZt03YJjYLFmcdjDzPiRzYYRmZEgS7JvElxN9H3OFcmgDfVeoq+nk67eYYJD5zh78Swd4wGC0XkC/kkGhwMYNium3YXDDBCXG3JYAhzDmKJnJsDQ9Ski8zGBEYZ6LwrPcSb7Tkp2bojxkVmSEpQlzSTz3V3EJGBc+wN4WaYlSzgw2MvgXJCJiWlGz/yS66MSTPZ1il7ddA2N0n/+ClMJybhJ8Nhz8ZrY0s14ZJb+vgnRNZnLFI4MXadPgtGOK51EA1e52CG69ncx6Z/IBaTinJufZHiO+fEOBvrPc7Y3hL+nl2nJTIa3VJrxprr3bUcSvRIQgy4abFaI8siq/+7hJDIpmebFN3/pYyeGYaC/vdGb2uIb8jar972iV/vTkrmeHIrTeznM9a+Ca4aO0wGufRm4Hf9skE6BO/Ja5XzH6dtpb+MltDm5Uk6PJgjOplD9l8tTuo4zt9uTq1c5S851yr7KXs7jbscdXwp/0SOHJ6Xyzu2LH5Vn7ljrhf9i/XpK1Un53EYjPK8riJzbzm2kTnhdPSnteUr8vw5d1b8r6ad2K9ymm8hRfLXrtnOid/f5EMG5lFzfU4x0R2/vW4KzEt1qdQPXIvgnEnK9uPMAT0nmYE6y6Jqd09/O6W9/NKDTMasvMNJFmHs15vJ8tqgH8mrdNw9oYLc4nhwORy77rYGd/qb8vgl9SIwNQya9D0l2Xuy98UA+qFvFj9q3TashAdwyF8kJ02LB5XbgcLhxuZzYrBZM0pItSzEW88JkB8OzcfwSlDmC4yQyMcKBOTRoo7CKwsISiqKz+IdGCBs2LE4nTocLu2QAiQ3Q495LrG+IyNwU0ymT2WCC7PgVrgU9pP1TmDE/cQnkEmkr3uZdOO12LGsaizo5SNJ9dZCRMT/RTIZwMMDY5S8kYAtKIHmZnq5r9IxOMNrdx3yoj66BITrOXqK/d4AZw5SsgonFMkvP5Ut0d15naGyM/u5+AgOnuDIWxB9NSsByI83H4pYlND3KWP854XeRLzsiJCS1aBGlTXNNii8y2valtoAGI/fEEGGmvO7FqppOBEOhkAT5EznQfaf0S13p18mh/mhcs3P3RO97xiRLOpVlZjzJcFeUgWtrh57LEXouhm+j6bsaoe9K5Lb6Rd79IkPP9wveYt1i2S+TcIWvj6M5Xktx+wSn+0IYLecmE0SCKWZk4r5Is1gqn6V0i/Uqu/tiKEffL7pofa/o23Ppdlv03GqgtGqrloqj+ihv3VfQIFmP+0VfBa1bLyidwnI6rVNYXr/RY+XVdT5M75Uwur9WPr3is5X8pjxW8r3W94mvl/ptqazB61HC8ykJ7JKMD8RX7UNLae60P9IbZW4miS5crDRkdNzrK9d18UUnmfoSI52A6tv7NKvu8/nkWm1ZiTRfl/dA3gPr8IDe+zRjp7+zs1gsaCZcx5zeJ9fBZkug3k0Jva7cDSd/fut6wNy6qm03zWKksnEmsyfYY71KyNVE1lZLY3aeuLOJ/c+/yuGmEoqLG6lvO8Sx9iKGfv0rRqIRYjlTMyTn/ASu9zLrqMQW6mI81EtfshiMevbbz9PhfoNaM40vO8NcNCRBmZ3qN79FkceDlWWbzPblI5VZgaWfGMPRcmy2SppLvJQWFmAU76el0Q6xCKGJOUkjGbjqGygOdNE3MMm8BKcZw0LC6sQlaIYxxNhEhKnxBFaLndLqSlKC56ouprC8BJfDuVSg7Cfwjw4xOjaBP2UjHcngEEZWCZolRpbzj8/HlBEn9wQJjjdvs/rOkKDYMDYeGGswp49t6RvyhoaG6O/vl8xAhrq6OlpaWnKvdjZV6c2re+85aNeWFHVBmY2KJhdVO91rhurmVXClvnLH6ryqRUalQNVOz22yals91LQsqxd+t+DKcUWjkyopfaV2XF6rjBk7VTme7pul8lF+y+srha6yyU3NLg+qi55XfSsaV9dZcZaD0ta1CY+WGzKVr8AiXuUOqReoFntU1mL9ekrV/ybtEt7KU+E2XoqjsMwXt+GtcL5a7Kjd7cn5ZS34ilMhfUZ9p/tLQX1/U+8lstT3KqdO5Kj/ltLofoX4y+62yLXNQnHV7W2qOOuB8noX3kIbZG4d31m5sKckO6cBnWbndMzq49IayO3evZvi4mJ04kl+y3sg74F75gHDMHL3Q/2NncvlQsfe4OAg+nSLjsl7JughMjKMW681D1GVvOgNesDcIN0KZI95VTZElmlSrlba65ppbtpLjayUupOD9Icu8ru//ff8zV//ii9OfcK5ax/zwfnLdCWrcWYtNwKyGFMB6J7awR994zg/eNtDMj5B/3gGT2ELB5uaqd1xkBpLlFRafF3WROu+Vuq9YDXleMlH7vkk4lkSsQwZxb15zpA9L+2F3fgnPuTXp7/idNfiG01KaK734Cu0MB2DaDaNdWoKw2ElmolK1i5CNBzHNnudc4PlVJciE44Y02lDbC6gan8NU2e+5MLZqwxNzYucpZ8Q87Es8ZCJOybZoMgspmuOke4RpkfmxG9LcfP7a/aANGfuGizlmmmWIepKo/5O4MKFC+jNSd9o2draSlFR0TLMrXdoGAY2p0FJpZ0amXzXS5CyVmg+4KPlUIEssHhugca9Xnbs891St5xnk+A0tN9KtxxHjxtEn6Z9XpbiNu7xsvtYEVoWlttx+awUVzjuKE95LcIO4bfrSAHKe7Gueb8PrVs83kip+ijvRVr1j+q+eLzpcg3+qlccBfHbeuQ1tHtpPVqAtst66LT9dx68vQ+sxkN9pP1jtfP1Emh7i2wUlNmpbHSvuU1X41clQaLystoNlm762Je+vOj8+fO537vqAsyuXbvQx6OX4uX38x7Ie+Dee0ADOs2G63jTLLneP3Vh9N5LejgcNUBVeDjS81I36wFzswweVXoNjDLpLCu/Lt4rma59HH+ugtISG56Wp2k5+j1eadrP66/XUbD/NfY313H06T20vfunPP/6v+Fff/fP+OH3X+LI4SfZu+s4b73yCv/ixyckKHNhLzzCzh3tnHi2mWNvPE+VzYqz+R2eOfAy33q2naPP78Hd+jovNjnZ89pLHHjrmxzZs4+dkkGRRA3LN5nrYpOJgM1hIijLTps0P/0az77wLi8e2MdTB6vZ8/LrVLq9lO95mWPPv807T+/jyIFWvO3f460TL/KdH4ltL53g6domnnn3WxxpruXgiXc4fuJtXjrUzoGWWizVb/LNt09w4jv/HS8f2MXu+d/zm1+/twBnJnDtOMxz3/gTXj7xHf71N1qpOf4tjj+xn9aqAm6dsixTN394Xzyg/3enr68PvSFpMKf/l0dXIPWFKPqoiWFsg1YRFQ3pPYYMAgVTyjWDxcBUWIlmtfqVcDdSd4N/zsUGIFfhNeut8m7Q36TRYwU9d69A+SncK373m89GdFUahXukm2GBxTY11tumK+iQTmVJxNJkpEQ2nTjqvxXp7u5Gf/eqwZxm5ioqKnA4HCLbEKz8J++BvAfupwcMw0BfPKQ/TdDFFH3KRbPlWt5Pufebt2EY+WvI/XbyA+Avt54HIGUbisiKzpkMKOi+HC75WKTz+ygpcUjwZGLxFEk2rYoyVwHlZU6s3jJ8bieFRV68lbWUlDXSWFNHXU0ZRYXFFHhLqCgrp7auBKfVxLQWykXCS2mxm6LyYuwiyXBVUOwro6rYS2GJF9NTRonLxFtWiq+ikkKvD7fgrfYxcpMEOSsDVb5v+biKyikuqaSssIDiAife0jIcFgt2b6nIqqCiyEehz4PFW015aQlVtdWUlZZS7HRTXFlFodjmK6mguLSC0gIvBR4H2MuprCyjrLqRqppmmhqbaN65awGqK6mpqpSMSi2lpVU0VHhwFFdRUlSAx2Elvz0YD+jqWzwezz02osGcBnaFhYW5f1NQXl6OxyNtLv3AMIwHo9AapNwRRQamLr7cESd/Mu+BbeoB0wJWq0k6m2ZqahL9f3MazOk4raurQ4M5r9eL3W5nyz4ivU19n1c774E7eUDHm/7mXF9E1NDQkHvKRd8WPTs7i95n70S7lc8ZhrGt9d/Kvn1QupkPStB2k6PTWlO8Y0pwpPvbTf+Hqa/pKqSwqpldu3YvQK0Ei27bw1TpsZetj2xNTU2hK/1649Gbkr7VsqqqSgLt0txK/2PvpLwDtrMHHkndM9kMiUScqelpUqkUPp9PFs8qcwGdPgZmGPm70yPZ8HmjtrwHDMNAX0ykiyu6KKpPvOg9Vhde0ulbfvey5W1ZVNAwFq4n2zkwXbTlcS0lbHlcTV+D3dK/b/TxNSDnUfIeeLAekPmeZJKzaLmaZJ0IakZObzb6Oxwt9dERfdRS32qpE8PVaLd8/Z3Gp6Tw0umUTISTAlqmxU8Ckt1DzulNS3cX9sVSScmnZdKs/krJDTkj2ZFEZJ5ILE48kSKdSgqfBUinxeepNJl0hsVbd1Z4CheUn0I2kyIp9IFwlEQqo1W50/f8K50glUwST62Xs1ifiYltadSe9VLn8e+/B9KpLMl4WrIAaSySQd+xY0fu/85pdu7+S3+UJeRty3vg3nqgsrISzdppYDc2Npb7rWtK7ic37wv3Vtx942YY+UzdfXPuA2KcD+pWcXQmozfUDPFoOv8ij1V8lK9+uB5I5yZ9GdISNCzXRG8meoOZm5ujp6cHfTREVxUbGxvRyaE+OmIYEhUtJ9xOxxKXZGV05uIp2f9adTlIJ4mEA2hWcnY2QCgYIh6aJZJMk4xJoJVISCCUJJMIE0pkSYWDhIPzzOn/TgxHSMQDTPZeoW90hqnZECHx45x/htlAgHA8Q3J2jnAoSFCuE9lMmkgoTEqCwXQ8RioeJx4L4e87w7WeIcang8QSi+Hf11redU8hwNhLAAAQAElEQVTMyOFoKUZqm+YgV6lfWbKhCeZmphkP3jhWXNnNSkCbC1JvHGtUeQttJkk2OszIRJhAJCMUt35yuDnaDFkJUBOiv9bdipU/up8esFgMrDYTj9vN7tbd6KPSGtzdT5l53nkP5D2wxAPr2NWMnb6B1jCM3KPS8/PzpLZhYLcOk/OoW9AD+aBulUYx5YZqd1pweSxs86nvKhbmq7e7B6w2A7vTzE38WLJlJOsUCoXo6uri6tWruUdE9N8TtLW1oY+JLEHd1rsS0pBOZomF0xLY5iKQZfb003V9gGtXA6QC00x99Nd8NjpPz1e/5Pz5U5zp7iNw+W/5jxfSdH16iv6xESaEQzYwSeT8z/ksXkPabsdlTRMfG2X81Od0yPmEwMT5n3LuzMdcnE4QDQ7x8V//lM6JGTpPfsIFgYuhGMMi2+2b4dyHH9Bx8RpKJ6Rr+mQkUE9p+k3MSsaSkvWLEo8EJXMYIZa6wSIRIzF6hq6+q5yZSEuAGiEQSpCSgHb+8gW6zpzhSuQGciJKJJogLkEtEqRlYrMExs/w2dVxRvzLNJOALy4ZxngiSTo9zfz0WX7xXhez8wkkhr0hPF/cbw/oPcjmsGCz5393fL99neef98C98IAuvOhv7PSnDVeuXGFiYoKELCDeC94PgodhLGTq8gt46/f2VqEwt4oiW04PmUxFA2kGroW59PEsFz/yrxnOf+Dnwh/Wjp/j/aGf87/389X7M3eUc+53M4K3Ao7QX1QQPa+dnGN+MsHcZJLe88E78svJFprF8oLooDIUFus2XIo+6otzd/DH+Q9mOCewYRmiu/p6kc+534tvRO5m+Cmt8sz5U3jl9kWO1p8X/kuPtW4p6Dm1d2nd4v7lT2dlgpzEPx6n9+Lt7aLtr/SL+Hcru84GmB6Jk01LZ70xgPQNXH19fegb8rRK386lb+kqKCjIBXcWi0WrHykwbrNGaixWXG6LTIidYrcHt8uGEQtKdi7DTHCS4eEBBnoGGBruZrR/mHigm65Ln3Dqq0tcD2Sw+UwmLlxjPpgCVwEupxOX+M7i8+G0DTFl9zAxbSHRNyAx0jCzQ730DvfT1z/I4MAco1NZCThTmDYH2aQBEnzKN2vbUkz0D3Hu4zNMp6c48/5Jzv7sP3P2/GecutrNl7/4FYPTn/D+qe5cJnA+NCcBW5TAaCcj13/CH871cV10iEUiMqEIkhn5lI8ujtJ74UM6rn2E/juVjz+4hN8/QiAaJ7mk/yBZx5R/gPHRL/n0zEVOXxojkwoTCCQlwPu6n63NjjzWZjwg8ysMY+29ZjOy8rR5D+Q9sHkP6G/V9ecNmrHTnzfob9h1cXVmZmbzzB8AB8PIX28egJvvq4h8ULeKe7Myf8nqsrRANp2BdUBSX0OdXB+Nykjr7yei6WWylvHRH1CJTsv10ZV9hYV6yWGI/mpaVvHXoXtaVvIT0RRqg+q0wG+ZDmvkp/SabUhKaiGzmj/E0YZkljYjR+1OJdKkxO+aSshukl9OF+Gh+isg+7k6sTsVz8hk/Q5tJLjGKj7P6uRZ20VB8BZ53iyFbj26K25W+kJa+MZicfRZ/tHRUfSlKEtfqKC/wbFardodHjEwMCWjbl3pX3cYJlarBZvVJqVNSgsGuoWZTZdjSNbLjAzTkWyhLjIIGSveslpqaquoKCvDWXuUp/dUYQ71MD0xTsRmy/GxCj/GLzERM5mejRLpv8xEdJrUjlpCkhmNGmli3kJi42GyiSAz00kqdu+ivKEai4pfE2SIBEPMjE8Ry8SYGplkqn+EkGTaDGsK68xVrl68KFlFK4bbjcNmEpfAbuz6BQb9Q/SPhZFEG3a7DVP/x2TXGbrGRxmdjxLzDxOZHWaAcnweN1aLeYtGWcnihQcv0Ds6zHV99HQuAjaH+G8BN3/Pv8Vd+YO8B/IeyHvgFg9YZPHP6/WigZ3+Zj0QCOQydvr0zC2IW/DAMAyyMidT2ILq5VVagwfMNeA8pihZHC6D8jo7je1uGvesEQS3aa+bprXiL8FTuh1Ceyd5zfs97Nh3uy5NKvcGr7pWF55CC+4Ck6pG59p1F3rVe8dekSGgPNdst9Aux1VeTcJnh9ik+8vP67HaskNs0v2NgvJu2iM67/PQfAdZ6+HfpHyWwCLtgi2eVX2qdGrTIv7SsqHNhctr4pa2qah33MZDeSsspbnTfk2zi4ISC4lUnJHhYaanpyX+zKCPfugrz0tLS3MvWHhUB7Ahhsk9CFOuYoapR1Jxx49E09kJwkYDJU4f9YUGgcKnaUuPkMimyTrd2MiSCYWJWAqorHMxNzTE5PgM0RzfjJyNM359BsNaRHWliSs9xLXhKNmDx/BEEhTVFuOuKSY7NSsUFkzDS/3uZspqyjClZm0fE5uZxpKdY3xihOlwClmzkExZXOL/uMi2QjxBhoRk2TKk0ini0QAjAxNEElkiokdWgktJDxIORIhmEiQifqJpLw67myJHkpSRJR7LCj+WbFky6aRkHQeZEbpQLEYilSRj2rCk5kjqy2EyS9Dzu/fVAzK3kgnWfRWRZ573QN4D98EDhmGg/3qktraW4uJi9BHM8fFxNLDL6ILufZC5WZaGYWAYhlxzsptllad/iB4wH6LsLS3aMAxsTpPSajsaJNW3ulkT7Haz84AnN2FfE/4Nvg1Ct0OCkpbDXuplfz20itsgQV1Dmxvdr2l24vZZclAuwYPWrRWaJAhrOeRl50EPG9HjFjlihwahOw941+2PW/jc8NFqdRoEqxyFTet8F1naRk0SwK6my53q61pcOD0WCewslNU6uBPuWs5VNTnwFFlIJGOMjo3mbiL6IhRdIdQXoWzpAXYPlNNbjyQ3yaSyaMbydpZOnC5H7jFMw2LDVlhBgS2Gr6iUmrrd7NrRTnN9E3UFQlmYYnK0i47T57l0pYeZ2T46+nuZsRZhdRXhsduxy+qrW8K70UgDLS17ee2FZtp2lTA7VURpfTsNrbtpbt1BTbkHny2Dp7qdXRLQVRa6kUuJCFnrx4LXa6W4MMHY8CAhm5usNUl4doShqSBTrjaOHGnFNTPG9FSUeMagwG2QdUum0VWIR/YdxSaYaaJzKVx7DlLhcFFodeEq34GvtIySqSsMTSYky5cikwwxP+tndnaOufkw89lSigo9lMs1xGF1kDGceC3DxBIJUpIZXqsVebzNeSAX1Im/pXdvjlGeOu+BvAceigd0YbW5uTkX2OlLu/RxzEgkklt8fSgK3UWoYRh3wcif3uoekDv/Vlfx4einN9S0TBbj0czDUSAv9ZH0gGaVrDYD03qvLp5ZnE4Hx44do6mpCbfbzeOy6f3HvPH4pSHl7Xa30Na2g337fFgloKt4/a94sekF3n62hdZnnqRy11O81Oaj5Y9+yJPv/Ft+/Ed/xV/9+Ad8690XaW54jjeee5sf//mbPHOoifKaOqqfPcF+o5gX3n2ZlsYaPKUHqT/2I3707lt8o87KoRefFbpjHGvZwze+9xT7XnmDSqcL++2K3aXGoGTnHp749r/i3Wd+wP/l373LgV17aGg4zPOvv8G3/ugNKirf4Y++/SZv/sm/4xuvfZ8fPdfOa3/6I55++V/zl+8+yfHXXmXPs6/xxuE2iqve4PvffoOX3jguQehRDrU/z3f+5Z/y9Jv/V/7VCx7s4yf5/Xv/zC/e+zW/++g67jf+Bc+/+Kf8y2+/wzdOPEVFyQHe+dG3aKgpxHHP+u1dXJA/jSl3Z+3fBsbD9EZedt4DeQ9swgMOhwPN2DU2NqL/Uqi/vx8N7DbB8r6RGkb+WnPfnPuAGMtt4wFJ2mZi9IZqs5s4XNvPRRqQJhNZkvEsmbTmM7aZ8/PqrtkDFosFp8OJQ24cpnbaNVPmEbeTB+peeJX2vYeouddKuxvY9cRLvPLud/jGu2/z5utHaXTYcNxrOXl+eQ/kPfCIeyBv3moe0Pu0Poa5b98+UqkUAwMDbMWXpxiGgWEYq5mRr98GHth+EcuDcqr0a0O8Y5iy86Bk3is5orLFChZZVc/P8++VU7cen4QE7bFwhkzKyF+It17z3F0jXW9ZhLtgu0rK8PoKcN0Fb92nTTtOj4+ComKKigopLHRjl2uesW5GeYK8B/IeyHsg74GVPGAYBjabjYKCAholY2eRxdjJyUkUttpLSQzDyJlwX/XKSch/3Q8PmPeD6aPAU3+rk8plu5Y9filpsIystOgbBhcgTiKeIC11mYzM0NJplCIrDLKKm8mQTSaIRaNE9fXhghePzDM/Ocb4fFpoY8Rjek4gFpf9FET0dzIZ0upI4ZEVHgv7wluO09EAgelJRicDRJMgVYp5E3RImjIxMy1SdWOAyt76PlmRGPETiKTQf5e1LuJMnEQsxFxQbBeXrIs2j7xmD2jT5hYdtMHXTPXoIGq/1zGXTmXJ6th7dEy7zRJDJgGmafKYNvVt/ngcKrRfpxJyDX3E+/bj0JZ5G/MeUA/oNVwzdvqPyi1yTZ+ens69GTMt80adLyrOwwbDMFBdFB62Lnn56/eAuX6SLU1xz5RbOmG8hamcSKdihEJj9PXNMDsbITI1yuzkCGPBOLHhqwzNxQjPjjItgdfAhJwfHmQsHJYAKU58boKZ8SF6xmaZCSVIxiLE5ocZn5hkZCpOOBAi0HGa/rko+i+yUsFp5scHGQomSc90MTAdYXJonOmhPuExwUhHN5FEMhdI3qLnHQ701fo6CdZBm0llJNOTIpVKkpLgMTd/EBuz8QipsYt0jkeYiQiOXHRSMnlGcfyjTM2JPfHMwuCXcwnhI2QSYaZJx6bxTw1zdSBGOsdwUZksWaFPJVNodTYTYH52TvwUzR0vYuXLtXnAZjfQx4M1I7s2ikcQSxYNsrnOtA1t0whtEbah+nmV768HZF0QuVySu67eX1F57nkP5D3wAD2gb6heDOzGx8dzGTt9Q6bOyR6gGiuKMgy9Ka14Kl+5DTxgbgMdH4qKpmS5bE4Tp0d2lmlgGBKEZHo5/aWf+bkU0YFL9F0+zelRP5Of/jV/6Jxm6OpHXLzwFe+fmWTy9Odcmp9nNpEiMXKF4cEBLsVLKHKlsVhMzOA1BodHuD6RJRmZpuvD/8gXHUIXyhAZvkzX6d/yQVeQyKW/4/3zo1y4OE1kfpaQZZ6O//qPTEsgmJTJ7TI1VznMSsAZJhaJEZfMYWBiluDkKLMBPzOzQUISfMZiYYLTU4S6f8+Xg/OMzEaJBueYnQ8QDMVJXv6IM9dH6ZX6WDRMYC4gwZmfkGQcQ4Eggal+BgY7+fx6UIK6JWqkU6Qkgzfv9+OXADgZ7aHrWgcXLkyh/8ZuCeYD2M2L2O4e0FuPceMKlpSMRjyS5mFA7A5y73QuJYNWf/OaSmRlPKZzsFn9Y+H0HX2g+ihsVI7y3wz9RuUu0qn8xf27levClTZcD/7KsjNoeyokZcFrs37SBTGLxcAQ2O5jNa9/3gN5D9zqgaKiotwLVPRN1R0dHehv7LZCYGcYK6tcdgAAEABJREFURk7RrRBg5hTJf63LAzemROuieTyQJUhaWCmVnaUWmyZWh53CQg8eTxEFhT7cDhsWkMAkyXBokpHrg/T2DzEyNEh4sp9YuIOPf/Jf+f2lcabsHtLRINNfXWHe4sF0FeIt9FLgK8DnTuPwTnK99Djxa9NItEYoEWFkaoyRa/10jYwwNThAPBgQaRYMw4bdZsc0DZAPd93UlgRnfvslV65eoaOrg9/97z/hs7/+f/NhTz+/++mHfPmHn/LFtc/4u/f7GfdPkpQMXsQ/wXjXh5w78zP+5rN5ItEYSckNpmc76b16mp992s3syf/Aby99wX997wynv+iU4G+elOijEqXIfTKROYKjF7nW8zv+w0+uMjAaIKX/0FsRcxj5r7wH1u6BjKQw4rEMg9fCXPp4jrPvz6wLzgj+md+ugUbwVuOt9Kd/PYPyWo5z5v1pvvzlNGd+M7OiXiNdYWYn4gx1hDnza8FT2IQ+qsvJn0+h+qguenx6mezTv1rQSc/fDZSPwlK8U7+cytmkdWfEL6eX6ZyTqXVyTnHWCzn6JTqr/lqnfLT8Uv25Bh8p3RfiC6XRfS2Vx0qg59T/p4S34q6Es5a687/3MzuewD8ap/PLedTXa6FbDefq53OM9UVIyYLF2kdFHjPvgbwHtosHPB4PTU1N6P+V1ZenTExMkEwmH6r6prkQFuSDuofaDBsWvtB6GyZ/tAkNCZRM/VrBTK02DAPDUFCEOAkJY0bTL9KW/pIJSw1xs4bmTIC0p40Xvv/HvH6siYbG/ex76kXePlbByD/8A72RCFHhIYzIzk4TuXaJrnQp4cHLDAf66MmUSuBTSXvmY07ZXqUqm6QoO8H0/DT+sEG18C3xebGpCmuEVDJFOp3OQTKelUmDh+LqGtqq5WLiH2ZoPEThwRZqy0slaDSYGeyVzNsQo3GDxHwCq/6/K6+blH+a2YEuJlMRJu27qJ/vhJISLI3tlBcX5QJdY4lO8dlxJrouc3HSQkgyfBmrBbvLi8vpxpbvieS39XlA+5aCy2tSUGKhqNS6LihW/LK70xQKnsJq/AuLLeR4Cd5SHK0rrbRSXG5dUS+X28QmHd8pZUGJlYLilfGW8rzTfrHYUlZjo7higU9hjqflFtkqw1d0a91qPEuEzyKvRRxfkeq5QK/26XmVu3heS5Wh5UZAeZUs8VdhiQW1o6jUmrPDt1bdhUe5+kJ8ovyKpVzksVLpE9/7ChfsWun8WuoKSy1Ybcj10UDbdjN+UHkFYqvTZaJ9nPyW90DeA4+cBwzDyL25ur6+nsrKyly2bnh4mFgs9lBt1YBO4aEqkRe+IQ+YG6J6TIgkEYC+iGFN5mbDZLLzhG0H2FfupLRmN8XeYkpSY4wlZ+i/doWLp67Q0z/I+Pw4Q9PjdA3G0B/DL/BPMDeXYHDYzZNPH+TFg0lCkRF6Z6w4Pc0crnZgq32KOkscI50g4SmmsrGWhp01uGxW1taQBkioVWgPMj/TQ8fAkGQW05ANMDHURd9sloyzgGJ7kpmeHvrHA8QTQfzzEQKzCbLxOP5IiKw7Q3hymlAyTcJuIzsXJJEqwF1ZgSM6zfxQP+NTQcnmCWuRuPDJEAlFmZmYJ2NEiUi2MZq2kIoHSATHCErGZQEv/71WD2jfSckqvj7utVaaRwpPbohWu0l5rYOmdjc7D3rWDS0H7k6jOAor8W8RmbsOe1eR66Xl0GrnPJRWOfBKkKT6twoP5aP8VpKz1rqlPFoOeVC+S2lbj3jZfXR1nZbi6v5yfdqEdvcR3017Ww7eykvxczqswa/K/26wS/yndiie8lbdtdTju4HqcTccPa/81E9tT0h7SXtq3UageZ8Hn7SnT4LpulYXynMjfBZp6ne7Ka6wYbEaj9SwzRuT80D+K++BnAcMw8DpdOaCusLCQkKhEIuB3cMIrPKZulyzbNsvc9tq/lAVt2OxVNH8/2fvP4MjSbI0QfAzM+cEcHDOeXBOMiIjIzmvyiJd1dVVPT1N5npnZonsipzIycqKnOyP+3c/Tk5ObuXkZuZmpvk0KV5ZlbQykgTn4Jw7HHCHc87uPQM8AkAACBAHV4M/qJnq06dPP1NTf09VTb3eArNJga6oGkVVzWjOz0XzkTpUtZ7F4cYGHG6uQmVbPfLr6lAiydA+WYsoQ59jQ+2ZoyjU66A1VKCwIA9lFfkwV5/AhbZqnLh4FDUlZagqLELDoVZUN5/FqYYKNLVWo7TtECobWtBaUoBcHSBLWMehoKK1CsUlJSgqLELtoWroKTeL0JXXo6LtDA7VNaDWaoBUdhqHy61obKxFTdNJHK5twtFmK7QVDajINaGkvAYVzcdwsr4CFZUVyK85jpaKPFRQXWyFZThSGcV0X4/63lx3Vz8m/DK0VL8TDfU4d7gcNmspCovyUFrGGkAcAoF1IUDfharBayFDOr9UB3aO1k2V+ufnYx4mch6fkU/xJdVrkLFMXlOuom50Y6UZmeIqPVQ5JO+ZMpbJuxaeYpLFchfychmlNYbn13mFMktryfioWaW+VCaXUUThwnI3es76cz3U/CSTy8+WbFUm15Pkss4sm8t7Es9p66DCch309H1gtCjIK9GhZDWc1iDXSu1a0chioxSIQyCw/xEwm80oLi6GxWKB3+/HxMQEeIf1VCqF7TwkSex+uZ14Z7ssOdsC94s81f+iqTr6LFMlIzSaOpw8lYdc+uI1VB9C1aGrOF/egIsXC2FqOI3GikK0Ha1B3dU3cfqFD/DDt97B+2+fxZFDR9BURzNxF8/infdPoMSkg9bSjKqKWpw9UY6jl47CJgFK2UUcbzqNV07WoO1UNXTVZ3CqTIP6i6fQfPkSOV51qMBGDgnlJ8/hxNlX8caLl/Det8+itPIEDredwktXT+PwsTNoaDiLt9+6iCOv/mu8cbgOV18gx+2l13Hu7BV893IVjNXncfZkC440H0JLy2m8+vJJtBxvQXluI06fP4vzr76F8+dfwFtH0pgdHcZw/wAG+sfh1+ah8uKbuHzkCv7gnROoLalDffNhHDndjFyjvJHK7Jk8CxVV25TawBbGrv9c0UjgmSpZkdafWeQQCAgEdjUCiXgasXAKKd51eFdrKpQTCAgEsoEAO3SlpaXIpRk7fr+OabsdO0masyd2YpYwGxgedBkHx5Je553mJW1R3sEsyMsT15l5D7EbCgrQ9oc/QltODqxZ1dsAnakGJ956C6+//y7eff8VXDrVgApjVgvZc8KeOHRZcOr2XOWFwmtBQPAIBFQEDGYZ1nwNtAbxNa0CIv4JBA4AAiaTCRUVFSoNDg6Cf/KAHbvtcrIkSTh1e7mZiW+LFe6eJNMsiCJDoyWI5to49uMhyTK01IloKaSaQhxbiwD3lxIDvY/b1NYiKKQLBAQCcwiI/wIBgcB+RECn06GsrAxNTU2qUzc2NoZgMLgtVZXJFmQHkmlbChSFZBUBNi+zKnC/CCOfDopWgla//61vduz2fy13WcvMAuDhQBK+2ThiNKO8y2q3w+rwNGgMzoF+DPSOY2I2giQoLh1H0N6P4dFpOLxRNS6VCME/3o3+URdcgThSyRTS8SSe/MpGPIpoKAi/P4BAMKrGpxFEOBRHlDco46nXxDx3Kqnmz8orELEokgEf/CmAPpvDk6oedAeRiM7ruTlpIvc2IcA/qZNMpsU7dduE974uRlRuTyEgSWR7arXq5in8cwfs0PFPHvC7dltdEUmaM06EU7fVSG+NfOHUrYQrtWsasIAs3ldaCSERv8MIKBrq+HUSuJ1CHAsQIC+GHK/h0RDc4wNwTQ3i0VAAgc6v8Wg6DLd7AMPDQ3j4aAyenju450oh6O5Cz8AYOh6OY7Z/ABMkLUkUGhyA3T6JqVgccXLeUuwcztzHrc4hdEySo+R1wPn4c3w1kYDP3YcZpwsz/DOSlHfjnzSSkSgiXtI5nUQ0HEMikUKKq7VQKKUloqRXLDHn+JGDmYyEESOnND49hunhQXTORJFIRjHr84OX8CST5HgSHygk/xXpRBwxqluM5C8ULc53AQL0HTRvX+0CZYQKAgGBwHYiIEmS+nMHJSUlKCgoQCgUQm9vLw0w+rGVm6fwTB3XUzh1jMLeI3nvqbw9GvMoaSySgncmjunRKByjkY3TyMp5pziNKSOfzu2DYTgoXK7MqaEIpoYjq+oyMxFFJJQkSsHtiD3Dy/kztFwZa45jHZnmdWe9We5G8z+Tj2Tbqb6Tq+DxTJ55XVaKZ/0YQ8aXzzlciZfjmYd14PNFNK/boriFZVP60rSZ8SgZ6CnwDBvfF773GdkccllL86x27XcnwO1UUQ7mY8y+SYpmMvg55fBpz8DeTwRTdh+mBwcxPTmMwWkvxu61Y1aTA7M1jZBzEp23uzDUMQCPuRh51jhmxycx+KAXM2MjcJAwdurCYz0Y7G1Hx/gUZoJpyFSod2gEAz3dGJ2ZgdfvxWzXA9zu6saYoxsTLg9mN71KhvTz+OHoHYJzsgO9U1OY8sYQiZNSCz6pkBfe2VEMjU2gb8CBAOk6MDOLqdkwQpMjVI8h9LhCSITt6Jt0wzMxBJdzBmMzAbgH++HyjmJw3AX76BB8LjvCYiJvAbo7f0o2HQ3YSOBw57URGggEBAI7gYDBYEBpaSny8vLAP3cwMTGhhjxAtxX6SJLY/XIrcN0umdtoDW5XlbJTDhvLQW8SY70hdN3yoeuGP+vUSTI7vvGh84bviewOOn90zQsOlyvz0VdetFOe5dIycX33AvA5E/C7EhjpDJH8xbq3X/fh8dc+cJjJs5GQ8zNx3k6qy0PSm3XrpDqspD/zZqiD9FiJr5PksWyur4oH8WbybSbkej/+2kuYUP0Jg86b/ifYLyeX6/OYMF+atlI887HuHaQ/h3ydoe7bfvhnE/BMx9X7wvWf08WPR196wdcZ3rWEg4+CcE3GkDyou+ORg5WMp2nwIgneKXDpk5/wOzBpD2DGE4Us+TDoMKG+zIaK+hbkaxWkpsYw5DbhUK0NJfWHkZ+OQUt5FvtkfjjtAxgYGMW4PwklFUTPiBl53nHoYhMYjRkhJQth9NzC6LQDs6E4z+UtVWWd12kEyTmbePCIHLsvcKunE+2TfrhD7Kw+FRWbHsD42D18/fAxPv34MUa/+gz3ZgOYnI0gyh6glEZKSiAdmUDnwCy8Y50YHe3HrfZR9F+/gYmBz/HZ41F0P76P2fFe+KJPZYszgYBAQCAgENgdCBjIsauurkZjYyOmp6dht9vVd+xSWVnrv7iOsjznFoiZusW47JWrubu3V7TdVj3TkAgdWZEh6zSQ9UrWSWGZOpK7QL7GoIHRpgWHy5ZJ/ArRsmksj4nSJZlGeIlkjQxFJy/SXWfUkHyF4pVF8avKZLlLSKFyZDKOOV+mLhyn6Ek+EcevRhpVj2WwpXJYHsvSUBmmXMKDeFeTtdY0jUEBlyuzflrCheSvlldn1sBgfVZHVT/Sc7m8nCYT5mq4kIfKIu8Ckjxr6a4AABAASURBVCKB07VUJ4NFA5VvDbo8UxblYXmpLLgR2IMHt3HeGTAnXwudQX6mBpa6C7j03ctobshH3ydjMMGDCJJIIIpYSkPOsAFm+BACKDaMaFJBPKmDhq6ffipw6Pw7eP+7b+KVJhnp8G3cH/Ij7HHA6fCga1SG3mzFsfeuID08jMCkHUsm1J6KWvOZAqvVgMqmEhhOXkJp331MTk5hasm7k/7Bh+gb9WIiEIM37EP7eAkuNNbgZFshiouspJcFJpsNuvxaVFm0yGmpo5ldFzwDXRhT2lDU2YNwcAJOXRHixgpYtWtWUDAKBAQCAgGBwDYioNPp1HfsDh06pDp14+Pj6oxdtlWQJAns0G2Fw5htXYW8ZxGQn40SMYyARIa3KUeDiiYTWs7koOVs7sbp3Mp5D12wofX8kvRzthXLOnLZhkMXl/Av0a3hhBXWAi14O+zqNjNalsojfQ5dyAXTZurVRnovlHHsSh4OXbStqPt6y2o7b8Nhqm8LlbPevCvxs75MrYzBJRs4XIn3SfxS/AjvNrpvhyn/Ex6KW3jOui+85vOm0zmw5mmQW6hDVQvdF84zL/voi3lgvZhvrVR7xIqCMj205Lhzmz2ItFqdI44BtF+7hYGhaVSeqcPJF6y48Zvr+O1/+kd0z3iQ8+IxHG7T4KO/+hS/+0//gKEkINXlIzx5C7/4D/8R//E/fIIH449x6+aH+Kf/8Pf4m7/6Cu3fdCH35cs48Ufvo7rAinR3LzlxCqCUk/wzqKkphVbCpg8WkY5EER8ZhavEhBA5dMlAxl1Mk/w4pp0pgGYO5UQIUjyCuspRfP7VDfz6ix70uzzw+52YeDSAyQigvjInV6FCNqO5IA79hXoUnj0EYzgB2RMjBipRQ2LFZ9cgEA2nEPQnlp2F3jVKCkUEAgKBbUNAURTYbDa0traq79jxrpgejyer5cvzM3VZFSqEbRsC8raVtMcKIhMHMjl2OprZMVoUbBlZ1yfbRLNGRqZVdDKYFCgaSSWdcQX5LINpFTnPrTPnZ5qXwU6wcZ31WbUMkmVS5Wuyhz/LYyKd52SvgA+lr6obpa87v3nuvmjo3uiXtKs57NZXT71JhoZmBCFDHIsQYEBsOPFCE05fuYIzp87i8skK5Bx6BS+dPYxT56/iwtnjOHe8DiWHr+D18604dv51XD7TSmlH0HD5XXzrwnlcutCMlkuv4RLRmxdO4jQ5QeWtL+OFlnLUVLbgyOE2vHC1BcVnz6BJMaCw6iLq66pRkbdImQ1d6EpLSe4FtFWdxOWLb+G1Q0YY3J24+fsv8MXvvybqRvLQRdL7DXzrygt4/92LaLr8Bi62NeF4QzEK6w6huuU4rrSVwKbLw9mzDSgoLEBB/REcOXcRJyts0NdcwStXzuHixaOoqCqFjju9DWm7JzLtOSU1NDqg08vq99CeU14oLBAQCGQdAUmSoNFoUFBQgPLycvB7dfyOHTt2PLuWjQIlSRIzddkAcodkyDtUrihWICAQ2CwCNGGjduQUblbU/srP3okRlQ1lqD/chvraWlQXmSHbGnCopRZNh4+jqbYSVTTTpi9owIlDNWg4fBLN1SWoLC9BUeMJnDtyBMeOVKOy6QhayDk6faQFrcRXWH0INTl6mDVWFBYXoa6tAtaqKhTR6KbWWI7cHCtyjZtHU0NyLDV1KC2sQWMVlV1dROdmGE1mmE0mIiOKG5ppZrANRxrrcfhwHWzVh9FaXYGGyjzYispRUFKFZjq3ak2oriqA2ayHvqAUBZW1KDdoIJmq0dBQg9r6CtjyrKCxhs0rLiRkDQGFboiWBm2oaWVNphC0FgQEj0BgdyOg1WpRWFioOncZx45/7oDPN6t5ZqZOtS02K0zk33YE5G0vURQoEBAIZAWBp77c07OsCBZCdh8CujwU17bg2LkzOHPuFFEjSk166HefpkIjgYBAQCBwMBDYwVrqdDoUFRWpzh3/XA3P2PHumJt17NipY4eOaQerJ4reIALCqdsAcOlUColoFPx7UKn0nEGdTiWRTMQQS6SQ+T2pubg44hQ3z4XFe1qkwbJSJI/lZHhSGQGLdCPeOYZFsRu6oPL4gc2GOJaTInkb0kNk2hQCEk1ISZL6b1NyRGaBgEBAICAQEAgIBPYWAhnHjnfGzOyKyY7dZmwyduoYBbbtOBSUHQS2S4pw6taNdBIR/yyG791F+6ALnnAC5M4hHpyBc7gTj4c9CMaTSPEee95JTA33oGvchyg5aml2/JIpJJNUKDmD6UQcYb8Pfq8HgVBUdQiTyTi87jiSvE19IgEwM/++QjIB+oCyUeZNfgIeRMIhhFOblEPZ45EYArMBOhMfgYBAQCAgEBAICAQEAgKB7UKAl2Lm5+fjyJEjmJ2dBc/Y8VLMjZYvSRLZmWmkxGD9RiHc0XzCqVsBfp7FSpMjliJazBJHMBJFz4gG+f4v0D7kRM/9RxjpfoSHIYoLfYbPbo2j7+tr6B8cQG8oDr3nS/ziq2m4xm6if2QC/Q6SmPAg6bqGW31huAJp9SFKx13wTt7G3//0MZzeCHw9n+LB/ev4emwWMec3eDAShz9CeRd91nuRRtQfpjrEESanMh4KUkgTiFzhjCjyHNOUFvaHECMnVPX9yKNMRiPwhyNIRx/j3p0e9PXNwB8KwRMMIE5OYpw6gRQ5oSnKk0wkkYqG4Q+Tg/oMhpmCRLgZBOKxNCKhJJLxhTdvMxJFXoGAQEAgIBAQCAgE9hICiqIgNzcXdXV1iEaj4J878Pl8G6qCmKnbEGy7JpNw6la7FTRiQZ8lHCnEIwFMD/ej59EIvBE3pl0+uD0pFJaXorisFPHxXgz2jMMbViiuBPn5eYgMdMHnn8BsiBwq/pHfdBzJsAP9D6/jzsNBjM8GEaO08Mg40nHKH45i1pOAZ3wIY8O3MepzwR1Mg3ylJfqs9zIJR88IHP230Df2EF/1e+B0BpEkRywjKR0PI+oexoT9Lr66S+FwFyaGu3Hn0SS801MIxpyYnvHBPzuFmZlxdPRNIjX8NTqnQxjq6IG95yb6Jrpxq9OOWXJMZ9we1XHMyBdhdhDgDRR4MwVprU9xdordNVJ4eUgyloKfnhPXVAwzE9EtpenxKOxDYcxQmI2yQr4EeNv6gDeJJ/JYNpFjNEJlRZ7GZ7Fu02NRTA1Hsiqb9Z0cDGNigPDJoq6MC+vLxOfZItbXMRJBNuU6J2PqIEskmILPGd80vu7pGLiNJHnVxq556oQiAgGBwG5DQJKe7orJ79klEgnwzx3wjB1/T65HX3bqOE+KBunXk0/w7g4EDqg5uAbwafIjlUwjQV+odLoogyRJULQGaPPyEA8E4HMFkUxpUFSYA1NhJQwhHwKeCNIS71CUB5OtGAafk2TFwSsvseCQFS00Wh20mjhCXjfGBmZQljeK/ukAzeCZYdJroJdcGB+eoFmzJJbqskDUGk8lJHxuRMIeeH0OjA/1omsihCjVMyMgGaK00YfosQ/jYe8kJns7MT01BntMgZ5/E41IVvTQKCQrHoHHE4AsuzA82Iu+ATscNEM5M/QQD8am4XJMIhSJET4QR5YRUAh/jVYm7KUsS94b4rj+/MPjXjKgx3ppQKE9iKEtpsHHQQwuLYPiNlKubzaBeDQFz0zsid6q7I65MgYeBzD4KPgkbSNlLJdnsD2AAaLl0tS4x0Go4dJ6rnLNuPQ/JLmr6LvRurC+g4TFcjoNPPKj774PfQ+84HPmXY5vadwg3bNBqs/gajhQ+tJ8q10PdwVVJ51nz9lp5DJW4udyl9N5cEE9J/rDCAeTsOQpwMF8xCEOgYBAYO0I6OY3T+HlmDxjx45dMBhc11LKjFPHjt3aSxacuwUB4dStcCfUpZfk6CTj6uLDRVyyzgxzWQvaThbRjFYC6UAIWimIKfs03OQIBXWFsObqICX9cNin4J6ZRMhYRE6QDilymNzT45ianoEvocBS3oaGmgLkaWcx7ZlCX8iAkmIDfENTCHjCVE4lymproKEZsgQvi1ykyUYuFNhsehjJ+TQbDMgNdqNjKkxOXaaeacSCPrhoJnLcLyEcDSPi8ZBTFoe+0Aq9yQyF6q9VqGydCTpjDgqsBmgaj8Fovwe/ZERCY4OZnNhQ1AefphYGnQEqP2URnywiQIYejS/goBp8Wr2M+uMWGM0KEjRjxwbwVlKEDOwYOWEcPiknkEQokECYwidxxLeWc1OOgrxSLQykf4Y/EkqCz6OhFOKRFEL+BbK5DC5rjfJZznIUIdkxkr1cGtdjUZlrLItnHHk5MDup2ZTLshiLaHgOF75m8rkjmJnyYGpiFs4pH/zuKIK+OML+xXzMuxyxvAhhzbNqajphG+K8FKrXa6z3Qt5YOIWCUj1sRVpIMvWdq8mi++qeCcBB+nucIfg8VB+HFxOjM3A7gwj640jSCKC1QIvqFhN28SFUEwgIBHYRAnq9HsXFxSq5XC7Y7Xasx7Fjp46rI2bqGIW9R8KpW+GeyTQLojXIMJg0S2xmCelYCOHJDtz+7D6QY0HjuUroDSF8+S+f4Zuf/Rz+mno0XqwDIi6K+wR3Pv8C0ROnYLLaEBy8g7uf/A1++fHHuD2Vwsjtn+PTX/0NPvn4Q/R7UtBd/lNcfOWPcTQ4CInyh5QcFBQ14uyL55Fr0IDUWkHjdUQrGsghF2LxIHzWImgDXqTiMXUmMZGI0cxaAm4/GZyWEFLRAJTSQqTkBCa//hIPvnmAsZAOEf8QXE47pv1pKBoTGTFtaNPFUdKQi5yTTcirqoTJG4ISkykNKkEcW4PA5qdvt0avLZaqo+ez8bgZL35QiKvfL8ZL3y3aWvpeEV7+AyqHwidl0blaNoVP4taoxys/KMZrPyrBKz8kmUvyXP0+lUXpLxO9lJHN4fee5V1vuVdJzssr4UVpV5fWcYluy5V3lfR9lerx6h+uoB/JXVSXNch8Ug7lfWm+3le+U0j3uwCHX5JQfMiFghYHjr+uIRzL8eoPy9bcDvie8b1kvdVyqAz1nEL1ej36ZXgp72s/pnv6R3P3VJWXSVsSXqHr8+/loPiwC40XYjjykozSw7MwVQ+j6WIcF97NobZWhAtv56Oq2QRJ2uKHSYgXCGw5AqKA7UJAP+/YNTY2Ynh4GA6HA5FIZE3Fs1PHs3TCqVsTXLuOSd51Gu16hQwoLK/FB3/xDl79g/8R719sRVPLCbScex9//sffwSs/+d/wg7NlqGk8h9OX38O/+uMf4vUf/I/4ERmfRZWX8dL7P8H/6d/9JX74/T/F1TPfwr/5d3+OP/+Lv8T73/oLvHnxJbzbokCCDee+8w7OfffbONbShlp9MXTlr+J8kxa5Jmz6sJ09j4Zjr+Ji66v44OrL+MnlFPpufoLf/fJn+NUvP8cjexqV3/s3ePv8H+Lf/+QNnDn3Go6ffhM/+IPXcO7lF1BnbsVLr7+GCxdP48yhBrzwQitAVkfZqz/GuZYmNBTWo+rQm/ijH7yOsy+dR7HNSjPWribnAAAQAElEQVSZEEeWEUinAF4iDJrBzbJoIU4gsOsQ4N9f8ng8aG9vx+TkJKxWK1paWlBRUQFFUXadvqspxIZTXl6eurlBb28v7t27B41Gg/PnzyMnJ2fP1We1uoo0gYBAYPsR0Gq14B8ob21txczMjLp5Cv+e3fM04b6Jedix43BHSBS6YQTkDec8sBklKBotLDYLzNY8WIw66HQG6AwW5OZYYcopQA7NqGl1Rprl47gcmHPykKOXKZ8RJksObHk25FhzYaI8fJ5rs8FiscFsNMGiAx0yDFYLkRV6nY4cIgWSxgyjToKchRFb2WCEVm8ieWa13NziWjQfP40TZ87jzJnjONJagxKrDVZjDvJyzDAYzNATWa10bqK8sg4msxlGowEGvZZCHfjQmHJgYH0VLTR6MxknZsLASAaKDIkZBGUVAfKjIckkUhLoEgris08RYOOCf3uJR5z7+/uhJWOFHbnKykqwY8TO0F6rOjuoTqcTTKFQSK2TyWSCz+cDO3mZd2H2Wr2EvgIBgcDuQECSJHWgiJdilpaWgvuZ8fHx587YsVPHfa6Yqdsd93G9WrBJuN48e5lf6L4UAUmBpM1FQVklKqqqUVlVhuJCcs6W8onr3YcA+XKSxP92n2pCI4FANhBgQ4Rn5TLGCG8AwAZKQUEBDUhZVGcoG+VspwxeBjUxMfFktrGmpoYGzgxgp5XffzHTgBk7eMoem33cTgxFWQIBgcDzEZAkCXq9HiUlJTTIngOeqeP+NB6Pgx235SRknLqV0pfLI+J2DwLy7lFFaCIQ2E0ICF0EAgKBnUCAjQk2OnipJb8Lwi/78xbd7NDx7zDx7BzP1u2Ebtkok0fAY7GYamzxKDrXh+vHS6TY6GInj40wg8GQjeKEDIGAQOCAI8CDRNynWCwWcL86PT0N7mO5r10KDTt1HMf9FIeC9hYCwqnbW/dLaCsQEAjsNgSEPllDgA0JdmzYkRsZGYHb7VbfnWNnrqysDBmDI2sF7oAgNrAaGxtx6NAhcH3ZwGLjiuvIs3Rihm4HboooUiCwzxHgvoUdu9zcXHDf6vV6wYNJS6vN/Q/3R9w3LU0T17sfAeHU7f57JDQUCAgEBAIHAgH+sdyBgQHcv39fnclqbm5GbW0t2CDZDwAsrQM7dDxTd/bsWRw5cgRsUPHyKHZsl/KKa4GAQEAgsBkEuB/l95F51cPQ0BDYsWMHbqHMzMCZcOoWorJ3zoVTt8K9SqXS4N8y8jhjcIxF4BgN7whNDYdhH1pf2TMTEYT8SUSCKbgd0VX1nhoOYaQzgCkqZyvrODkQgp1oYRmTgxQ3FFpVv4X8mXPWdbyX8o2E1503I2NhONEfBOuyMC5zPkVlTBFGmevlwrHuAOxUl+XSFsZNj0fAvxEWCibhnpm7L1OE+0bxn7VHEfQmkIynV2jFIlogsDcQYGeON0EZHBxUZ+NOnToFXobIs1qSJO2NSmxAy7a2tidOq9FoVM95lnJ0dFQ1uDYgUmTZHwiIWggEtgQBfseOB8pycnLA7/BOT08vKoedOnb0UqnUonhxsTcQEE7dCvfJnKuFyaqBczyM0fYARtZBw4/9GHm8vjzLyR966MfQI5LVQbSO8ifI4YlHk4jHkpghhzQje3iJTqznEOnKTslIxwb1pfzDrOMK+mXKHCXHkZ2XjC4cMq6jK5TLui2VO/jQi4EHHgy3+6DKW6FMlr0ccf7+++45GaQ3Y8v6sQ5My+WZiwuueP9ZxmgXpS9TD9af6zEnI4AxwiAZTyIaSmCGnMW5eP98XfwrljHH9+z9sQ+Ewfe5oFwPif4gDoHAHkKADQd+t2xiYkLdJIQ3EOERZB5J5o1Q+J0yNjD2UJXWrSo7rZl68iwd/0wDG13s5PImMesWKDIIBAQCBwyB9VVXkiR1YybuZ3U6nbrEnd/nzUjhfihzLsK9h4Bw6la4Z3klWtQfMaO6xYTiKh1KKtdOxZV6FK+Df0XZVXqUVutQSuGKPMuUU16rR+sZq0pVTQZV9+X1Ifkku7yeeNZZx4w+xavUtXheNw5Lq6ksokw+Dktr9Cih8vn8WdI/g6HJFoPWFIS1IIkyquNa70tRuQaKwY+0xg1zXlyVyzpxmRyyHqwfXz9DjAvTfF0WpnPeEqp/ed2zdSsh/kw6n6tE9ef70nzSgqomI9Q4qv8c/vq5a8qnxq8hrGgwoO4wt1EjhE8HcewhBNhhmZqaAs9IeTwedRdLduSKi4ths9nUrbglSdpDNdq8qpIkqThkjK1gMAimzUsWEgQCAgGBwGIEeACpqKhIXRnBP63C/TAPtEmSpMaBDjFbRyDssY+8mr4HOc1q05DBbMLJqzYcu5yLo+ug4y/m4hjRevIsx3v8Si6OX6Hy1ymLyz79ah5OvZKn5mfZXAeO5/MM8TXLP8FlrKN+mfwcZmTw+VLKlPkkXFIPzsu0NB9fczzrxucZqj+hoOJQArXHJBy5ZEHbeRMOv2Bd9d60XTCj6kgahQ1BVB9N4/BFC05cIVxetKnY8L3icri8o8tgkNF9pbTV7tFSuSzr5Mvz9+Ulm6o3l6u2sSXYLFfe0jguu+2cFcXkGFI/fJAfV1H3PYIAGwns0PGulvxbbLwRCs9W8VJL/qkCXoK4R6qyJWpKkgTGobCwUP09KR5B59+025LChFCBgEDgQCPAKyN4MI2dOX6Xl/tm7qMzKyRE37P3modw6vbePduNGm+ZTtzZ8Na7vEyLO5toNKq+a+Lz+cDvnvCGAhy/nAK8sxO/CMwvBHN6dXU1uAPLdFgcJ0ggIBDYegT4OWYDgWeexsfHwU6dRqNBZiMUduYk6WDNzK2GemYEnd93YUNrNV6RJhAQCAgENooAO3YlJSUIBALgvpltKkmSIEmSujvvRuWKfDuDgHDqdgZ3UeoaEWDHrKenBw8ePMCtW7fw1Vdf4YsvvlCveVMFJh7tXyqODUg2iIaHh8EzAWw88s5PS/nE9XYjIMo7iAjwc8wv5fNzzI4db99/7Ngx8Mv6kiQdREhWrTO/68KOHf+uFBta7BSvmkEkCgQEAgKBDSAgSZLaD3OfzEviecCNB9FZFNtRHAraOwgIp27v3KsDqakkSep25vyuDf+u04kTJ9Tfdzp+/LgaVlZWqk7bQnDYgGRDiNeJ82+y8NIuNpIkSRiPC3ES5wKBrUaAn0WeUeedLdlgKC8vR21tLXh0mGfqJGmVZ3KrldvF8iVJgs1mU4lH0LkvYyx3scpCNYGAQGCPIsB9MdtK9fX16ioK7m94hZRw6vbeDRVO3d67ZwdKY0mSwA5ZZskkdzT8Qi/PwrHjxoZiZnkSj2az4cO76fHucTzKzcsKeKZOkoTxeKAajqjsjiPAzyC/N8fvakiSBN4AhN8X49k5rVa74/rtdgUYI97MgIk3lOGl59zH7Xa9d0I/UaZAQCCwcQQkaW6TJh48z8vLA8/U8asrHG5cqsi5EwjIO1GoKFMgsFYE2Ijhrc7ZceMOhg0bNhZ53Tc7eJzOsjjka146wE4fv6PDy5fYIOJ0QQIBgcDWI5B5Dnl2jgde+N1XHgXmZ7GsrEyddRdbZq/9PnA/xpumcL83OzsLDteeW3AKBAQCSxAQlysgIEkS+OdUePCNX1XhFQLc56zALqJ3KQLyLtVLqCUQeIIALwHgUWve5IRn3ph4CdfRo0fVJZgczw4dv1vHs3fcIfGMgHDonkAoTgQCW44AP6c8+MI7NvJzyEYBP5v8rgaHW67APiyAHWKe2eQRdHaSefR8pY2h9mH1RZUEAgKBbUaA7SYeSOLVUTxIzgPoPFi3zWrsguL2pgrCqdub9+3AaM1GDW9y0tDQAH5/jkf7eXkAGzaSNLekks/Z2BkZGVHfQWE+duwODEiiogKBHUSAv/D5GWQnjjcmam9vV3/ctqmpSX1mDQbDDmq394vmAS1+L5hXKvDMJ69c2Pu1EjUQCAgEdisCNpsNbGfxYPnAwAA43K26Cr0WIyCcusV4bMuVKGTjCLCBw0sE2IBkY5Il8cwA76zHI9o8K8DpHC9IICAQ2HoEeLkzf/HzTrQ8W8ebGfFMOi8d3PrS938JkiSBB7d4WRQ7dLwiYf/XWtRQICAQ2CkEeJaO7SleYcG7FfM+BTxjt1P6iHLXjoBw6taOleDcBQiwccNOG3c0PDvAS5J43TfH8Qwdb6oiSXMzeLtA3c2qIPILBHYtAuzA8fIcduh4kIV3tOQZJQ7Fc5jd2yZJEngJJvd//E4x453dEoQ0gYBAQCAwhwC/98zEqyx4MIn7eX5PWrzTO4fPbv4vnLrdfHeEbs8gwCNIHMmGDTtzvPUudz78nh3vdslpggQCBw+B7asx7zDLywB59JYHVfiLnzdCYeJtsdnxkCQxsJLtO8I48/su7Exz35dt+UKeQEAgIBBgBDJ2Fof8fh33O9zn8KoM7n+YR9DuREA4dbvzvgitVkCADUZegslLkHgzBp6t45kBm822Qg4RLRAQCGQLAR6p5RFbXu7MzyDPkFdXV4PfdeWfDslWOULO8gjwey6MOb9DzPciswR9ee4VYkW0QEAgIBBYBQEeKJckCWxfcX9TVVUF7mu4zxerBFYBbhckCaduF9wEocLaEeAOht/V4Rk6Ni7ZoWNDZ+0SBKdAQCCwXgT4y52dCH5/lQdTeMSWlwPyZij87gUbAeuVKfjXjwBvAMXEo+Xc/7GhtX4pIodAYG0ICK6DiUCmP+dVGZIkgft43lGcr3l1htg4Zfe2C+HU7d57IzRbBgHuVPh9Oh4t4pd4ecllpgNahl1ECQQEAptEgB0Ift56enrASy55VvzYsWPgL3lJEsssNwnvurNzn8fEs6XsbK9bgMggEBAICARWQYCXXUqSBO77M2w8iMfOHdtf3Pdk4udDEewSBIRTt0tuhFBjbQjwuzw8Ql1fXw/ueMRI9dpwE1wCgY0gwL87Nzo6iocPH4IHT/i54w2JeMZckoRDtxFMN5uHZ+r43UXeCZP7Qx7o2qxMkV8gIBAQCGQQ4L6ezxf2LZIkgd+bZseOnTpeirnQ6WN+QTuPwO536nYeI6HBLkGAN0fhZV/c4bS0tIC32BXLAHbJzRFq7CsE+LnipZZjY2Ngx4HfmSsvLwfP0rFDxwMq+6rCe6gyjL3BYFCXRPEAF9+rPaS+UFUgIBDY5QhwHyNJEhY6dawy9/38uguvFODfJOWBJTGwzsjsHhJO3e65FwdMkzTSSBIl1kSJZBT+gAfJVAzFJYUoKS2E0aRHMhlDPBFVZaSxNllzfEnCO0UkPgIBgUAGAf6C5qWWk5OTYKeOl/fxMmd+UZ4dOt6kKMMrwp1DQK/Xoag4H6FwALF4BKn0evo+7vfSO6e8KFkgIBDY1QjwwLkkzW2UslBRdvYsFjPZYEWAlEQw5Cf7K7IB+2s9/dVqvGxDsi0n+jPMH8KpmwdCBNuLQBqp+Y4gTuHzKRwNIEGOndliRFFJPrQ6iRy7ApISRzQWXJOMNJaWgISBUwAAEABJREFUIzqD7b3ru6Y0ocgSBNJpejricfBs+NTUFHgjIkmiZ6ykBGK55RKwdsGlVquBLS8HOr1CA11RldLP9G9L+7u5a6iDX8II2gW3UaggENiVCLBTxw4cfy8wLVRSq9XCZstBRWUpImSXhSMB6n9iG7TB5vqktfZdy/OxHbdQw4N9Lpy6g33/d7j2aeoInk+pdArBYAB6gw65NisURVLz5eRakU4naaQ6Ss5dWo1b8T/N8MWTKep80k/4drjyoniBwK5AgL+0Y7EYeGnz0NCQ6tDxckt+f453l90VSu6YEru0YHK4NRoFtrxcGuyKIRIJU8gDZU/7t5XPdmmdhFoCAYHArkGAHTumOA328XfEQsW47ykozIeikRGJhmlgPfLErlq531klJZ0g2yyBeGoVHi4hHUc8mURiAd9CvcQ5IJw60Qp2NQLcmfBmDby2W6/Xg98lYYUlSQL/tAGicYRCYQSp4+H4ZSkVB3ydGJgIYMa/LIeIFAgcWAR4ueXIyAgGBgbAz9jx48fBO1vqdLoDi8murzgNdIH6NUkyIhKZxtDgJEaHRee2o/dNFC4Q2EcI8EwdEw/4rVQt3jSF04PBIHip/kp8z40PjWLaYcegYxVO7vN83Rie9MHhXYXvgCcJp+6AN4CdrH5otBPt31zHNzfvoWewHZ/+6mt02IPwkQ8GvwOOzuv42W8+we9ujSPinsRQ+z18c7sLHaMejN75LT7/phOPP/8MX3x5E1/1jCLiGsTdTz7E7+/ZYXezECAZ8sDT8xV+99tPcKNvHI8eteMW8V9/ZEeCKi8WIREI4nNgEXA4HBgcHKSBkZC6zJLfnTMYDOrOspIkHVhcdnvF01EPvIM38N9+2YvOnhGM+/2Y9jox3X0bn/3mGh7ZZ9Df/gD3PrmGGze7MRoIw9v1Db7+/AYGRqcR5dfqdnslhX4CgX2KwF6oFjt0iqJguZm6eNiPqXsf4+ZXnRizj6Kr4x4+/OUX+P3dMfjjPgzcv4Gvv3qIR497YO+9i998fAu9gx24/tWXuP5wCCMLnLLI2APc+fJz/P5OOx4OjuHRF5/j428GYZ/sQefdO7hxpx/DLj8CfV/h048+wfXuETxq78Sda9fx5f0JRGjWTnRnT1uUcOqeYiHOtg0BdqUi6H44StSO0ZEe9I04MTgeRCyRgmpLBv2I+XxwaXIhTQwiLEfhTwYxPT2L4QEPnCMz0OeZkKs3wqDIiAWmMfXoJm6OONDZNYIpTwAR+BAIzaB7WIfSfAP0vl709ffizuMxTPaMIUD1TRGJj0DgICHA21BnZuf43TmTyQRebllYWAiz2UzPn3Dmdn97SENWkkibCmCy6pGOBjHRO4iO2/doJLsPHUMOdI+EEI9EYNbMYnxmGLc+78Fw70O4ZmcRie3+GgoNBQICgZ1DgB06pmedujiisSi6hk3I188gGpzG+GwSPn8auc4e9Pfcwlddw3j8aBjjPQOwe5yYNhXCoE0gHnZjatINx1SYKsYD7yPoHaG+TNLDBidcw49wrWMSQ/f7Mem0Y8TlhdPjQijmQHu/HoW5BhgCAxgc6MGt9nGMd47Ak04jiX17rLtiwqlbN2QiQ3YQSMHtiSJKQ8Z6rQYS/en05ISFU4jxsx6PIRmLIaQYkA74EPb6EVVSCKcT8E7TeViH8qoiVFQVo9BmgSYRhnfGjhkpB5KcgiylkEYCvN7bPhVHrs0MU9qLEFkzobgOemr5UnYqIqQIBPYMAtFoFLNk1I+Pj8Pj8ajLmXmpZXFxsXq+ZypywBWVFA10lhwU5hhhpcEtiQbDQtNe+GY9SFu1kFNJ+KMGGHMsKCvSIBwMwU6GlCzL0GhEzwdxCAQEAqsiwH0FO3W8vHIxI1lW1L/MBnSwwIdEIoBAUoN4QouUcxze4BRmQjISFKdLJiGnJegqq2GJhCDp0wjGowjSoDuQAhDClCNCNpsOVn0CqTA5cREjDLJE+RRo5BiS6QBmPWGMT0ZhsZpglgKIRKI0I6iDQYE4liAgL7kWlwcFgR2tp0Sl61FRV4z6tkOoqz+C1rp8tFQGEQimEI5SMo29ROkBd02Ow2cthc6XgE7WQl9gQW6uAkthEYyKAmOeEXqjHorGDF1pJerKqtF2pBbl+RYYqcvRKVYUGKZh98qQC6pQV12Pwy11qDlSAysVIx4AAkF8DgQC/OXsIUduampKdeh4Zq66uhpWqxWSJB0IDPZNJWUNJK0FlvgsQANfGmMOiooL0NDciMr6NhyrL0ZlqZVm8azQ6gtQYKlA8/FK1DadRBH3nfp9g4SoiEBAILAFCChkXzE9O1OngVbRobzAQ86WBhqdBiZDAr5QDINhA4oqa3G4ugZtRxtQ11yDSkseinRAwulHymgim80AsyFNGmuJKlBgpMH2aAwhbSFKahpxorYaDWebUVNQiYZCDXJMGvj8uSg2TYHG85G2VaCG7LijTXWoO1aHAlmChiSJzxwC8lwg/gsEthsBBa2XL+Limy/ixPE2NNQexYXX/wRvn8xDpY3HcDTQGgtQR07fH/7wMo6+/i4un38T33vhDN596xCOvvUKSk1G5B0+j7MvvIDLR4/AUncR37vShiuHS1GUw1aLDnmldbjyox/g4uv/Cu+99DK+9+45vP3WURxtKQE3fmm7q70HyxMq720EeLMhfomdf3uO36HjDYaOHj2KiooKaLX8xbq363cgtVfMMOS34b1vt+JY3Qkcb63EiZfb0PbGB3jz7Fm0lZfhxRea0HjyKHJLGnCithQXvvctXLx6BlWl+dCJju9ANhtRaYHAWhHgmTomHgxcnEeGOScPF999HWe//T1cOVRD/UsFWi5expX3X0axrgWvvXwKr15tRcPJYyg8fBavl2lQfPENvHT2dXzvxZM4d7yYRLIFloPT77yFS+/9GK+//B6+9/o5fPDdM7h0pgb5lXWoP/E6Xr70Et45V40rf/QDXHzjX+Hdq6/ie++cwzvvHMOJQ2XQ0oCkBHFkEGBUM+ciFAjsGgTi+VWwNh3DSxVGaGkk5nmKsXFqNpvh9XrB7ww9j1+kCwQOAgL8LPAz8fjxY/AsXUFBAappds5oNG5F9YXMHUJAo9Gos628vHaHVBDFCgQEAvsIAZ6lY2KnjgcGV6xa7nE0NjbjYqtWXfXB72tzP8QDiSvmEQlbhoBw6rYMWiF4NQQkmieToKX/umUpEpMQDKdhUXRQoFuWR14Qr9OYYdRb4XUH4XJ6EYuknpNHC4kkg/5DHAKBfYhAOBzGxMQEenp61Bm5srIysFOn09HzJIuufy/fcon6LQmaRX1cNJyE1xNcFCcv6CMz5xL1exLlx44eonCBgEBgNyPAs3QrOXUS9SFypm9RcmAg2yvHaIBea4Ys6eCc9iAUiOEJT4Y366GWejIF4niKgPhmf4qFONtWBCR6GGUiZVmKhGMIBiLQ60yQJQ0k6kRWI0XWEK8RFnMOHFNOMm4CSCWxaj5AhjgEAvsNAR4h5dk5fneOQ35nrqSkBPn5+WIzlH1zsyXq22Siuf5Tq9Gr/Z3X7X8SJ63YZ8oAcUEcAoG9gIDQcUcQYIeOiWfdFs/USaSPRD3IXN8jLehnNDQIn28rRMAfgs8bQDyWXJZvYZ7Nn4v+DAsORmPBpTgVCGwnAhIVtjzFYnHEYjHwduugbmEtpNFoUVJSSsZNCrzULBgMAavmhTgEAvsGAf7i5WeGd7fkd+d4GYzFYkF9fb3q0PES5X1TWVERQuBp36nXGyDLCrjPS6XSi9KwbB8IcQgEBAICgRURkGUZiqKodtizTE/7HizoX2RZgc2WB51Oj0AgCL8/ACxI37pzqIf4BzFVIRrB7kOAjdNEIoFUKgW9Xg9JktakpCRJ4HeFKisr1Y7I5XKB5awps2ASCOxhBPiZYYduZmYGQ0NDiEQiNMBRgrq6OnV2TpLW9gztYQgOtOrssDNxn8n3ntvDgQZEVF4gIBDYFAIKOXRMbEOttz/hlSH8PjcPrnO4KUVE5nUhIGbq1gSXYNpOBDJb6Go0mg0Vyx0Kz1D4/X7wjMWGhIhMAoE9hAC/PzcyMqK+P2ez2dTZuaKioj1UA6HqZhHQ6XSqA8/9Hjt3m5Un8gsEBAIHFwGZZurYBuOQHbP1OHZ5eXlqXxQMBtVVUwcXxe2vubz9RYoSBQKrI5AxSHiUaHXO5VMlSVJnKVjON998g5/+9Kf41a9+hc8++wz8o8vL58pSrBAjENhmBHg0lB06Nubb2trUnyrgZcuSJG2zJqK4nUSAZ+p4ZUMgEFBXOeykLqJsgYBAYO8jwA4dDxbxKhC2p9ZaI0mSwIOL3Cc5nc61ZhN8WUBAOHVZAFGIyC4CmREh7lA2KjnjELKRw4Zuc3Ozut0uL8nkDSQ2KlfkEwhkC4HNyuHRU56JzrRn/qmCwsJCdQnyZp6dzeol8u8MAjyqzv0dj46vxwDbGW1FqQIBgcBuR4C/Rzbi1HG9cnJy1D0RuD/iAUfRJzEqW0/Cqdt6jEUJO4AA7/rHjl1TUxNaW1vBTh1vGME7ObEhvAMqiSIFAllBgL8cfT4f+MfEeZBCkiTwUksmHhmVJDFDlxWgd4+QNWnC954NsFAohMzA2JoyCiaBgEBAILAMAhmnju0mHkRchmXFKO6LzGYzuF/id735e2tFZpGQNQSEU5c1KIWgbCEgSZK6OcpmDBMeGeIOid+vy+jFW7pzHL9/lIkToUBgLyHAX4w88jk6OqouJeb2zG2cZ+j2Uj2ErtlHgAex2JBip47bSfZLEBJ3PwJCQ4FA9hDg7xee/V/v8suMBuzU5ebmgp06lrEZmy4jU4SrIyCcutXxEak7gAAbJ1zsekeGOE+GeOqfDRu73a7uhMmbr/C7JpIkqTtqZvhEKBDYKwhwe2aHjtv0xMSEupy4vLxcfXdhr9RB6Ll1CPDySx4V590vue8UBtTWYS0kCwT2PAJrqEDGqcv0KWvIsoiFdyNnp44H0tn+4p00FzGIi6wjIGddohAoENgkAmycsIjNjOzwzAUbOL29vfjyyy9x+/Zt/OIXv1B3YiorK2PxggQCewqBzIYovOTy+PHjaGxsVB27PVUJoeyWIsADYgaDATyIxYMAW1qYEC4QEAjsawTYqePZf7bFNtqfsB3Grwbw76fyMs59DdguqNxWOHW7oFpChb2MgCRJ6jpsdu54hGgjI87cGVVVVeHChQvqO3V8fv78efCoEe8U2NPTozp4LH+jndVexljovrcQ4M1Q+B06SZJUZ66goECdcZYkaW9VRGi7pQhIkqS2CzbCeLZuSwsTwgUCAoF9jQDbUbz8kp2xjfYn7BQWFxfD7XaD5exrwHZB5eRdoINQ4cAisHLFuSPgER6est+IU8eSeT13aWmp+vMG3Knw7oDs1PH67nv37mFwcFD9XS+ezeOfOuDNJzZaFpcnSCCQTQR4sIHfjxoeHgbPzvEMDM8y87uh/GxIknDoson3fpDFRhj3nX4p754AABAASURBVLzMidvPfqiTqINAQCCwMwhwf8JO3WYGv3n1gNVqVfdJ4GWYPOC0M7U5GKUKp+5g3Oc9V0s2TJg262hJkgSe8eOOieXx73exQczGMhvKHPJ7Srw0gGdD+H0ljhMG0S5rMvtcHR5M4FHMsbExDAwMqMTOHLdJJm6zPDDBDh1/Se5zOET1NoiAJEngfo6dOm5TGxQjsgkEBAICAdUR4/6EoeCZuo3YRZIkqSuveJ8DdurYvmJ5grYGAXlrxAqpAoHNIcAv2PLMBL9HtJGOZKXSuYPi3QIbGhrUjqaiogK1tbXqZhPs3PHsHW9CwR1PNstdSR8RLxBgBPgLkwcUeNa4s7MTGWIHjwcieIaOvxSZV9DqCBzkVEmaM6DYqRP910FuCaLuAoHNIyBJkjoozrYYf0cxbUSqJEngAUme8WPHbiMyRJ61ISCcurXhJLi2GQF26pjYqeMZjGwZKLycgDsoNpDZweNllzyizUszDx06BH73rq+vDzxjwo7dNldbFHdAEeA2fv36dRw5cgTvv/8+3n77bRw9elRth3V1dWJDlAPaLtZbbUmaM8LY+MpWn7leHfYQv1BVICAQWAMCbIvx5ktMa2B/hoXtLpvNpr5Tx47dMwwiImsICKcua1AKQdlEQJIksPPFozvT09PqzxJkQz4vxZQkCdzJ8A6C3NHw8jZ+z46dPH4Hj+O5TIfDkbVyIQ6BwAoI8KwKf9HxzxPwMmFm4yWW3P75WpLEu3OMiaDnIyBJErjtsEPHg1UQh0BAIJAFBA6uCEmSwE4dvwvHtFEk+LuMiR1DMVu3URSfn084dc/HSHDsEAJs1PJWuOx0cSeQDSOFHTd26Fgeb6TCM3PJqA6j/W4M97oQmAXkRC50KIBzMoqxATdc9tiqNDUcwcx4dFWe58lwjEZgH4pgenT9cpyTMdgHw6Tv6no+TwdOnyY9nBNzOnBoH4zARfI5bT3knIiBaT151sI73hemupJOz7kna5G1kGdhvRfGZ/vc64w/8zRxe+R35nhTIJ5hYQZJktSBB4hDILBOBNip43aUjf5ynUULdoGAQGCfISBJc04dO2NMG62eJM3J4X5pX6+C2ihAWconnLosASnEZB8BNnR5Jo2NXt4whWczNlsKO3U8WsQj2X6/H+zYJQIWOEdkjPeRE9cXgWMkiWQwD/4ZPSYH4xgjR2JF6g1jtCeMMQpX5FktfyaN8rOcUQrXLYfycN5N60C6jPZGkNGBw9Ge0MbqRjplQ5+lWIx2h5/otzRtM9cL670ZOavlHe4MgSmdWtyK2QDn9zl5sx5+p47f6+R36XgJML/vybPLi3OIK4HA8ghIkiRm6iAOgYBAIJsIsJ3EDh3TZuTy++GcPxu2HMsR9CwCwql7FpPdGnPg9GJnjmfreEmkx+OB1+sFG8CbAYJHsbljYeKNKXjpWzJsABJWKLIJcZpIYdLrLbBY8qHVmp/EcfwzlABSkJBISqvzzct9Jv98fDIlI00GWTK1fjkJ0iEtyYhTuJL8tcZz+Zm6JBISUhuVy7owzddvreU/j49uEtKE9/P41pu+sN7rzbtWfr8nCftwGIl4EpFIFOzIcZt2Op3gpb482MCzdezcMfEXaFtbm7qb4WbavMh7cBCQJAncx/GgFY+IQxwCAYGAQGATCEiSBLaX2Fbi5Zeb6VdYDqsSiUQ4ELQFCAinbgtAFSKzhwAbKPyuEXcmHnLseNnkZqXzqFNeXh7YqeNlAJKcRn65AbXHclB/IvcJNZ3OA9PCuOXOm87Y0HDqab7leJ4X13g6FyyHw+fxPpN+kvKeJR0onEvbuC5cfsO8HK5TM8mtn79ej2zOy7SePGvhbTlvQxPrtOA+rSXf83gW1vt5vBtNL6kzgtsaO3IzM9OYnJxEf38/uru7wY4dO3AvvPACOORNe86fP6/uGMaDG5tt8yL/wUCADS4e+OJ+kjff4fODUXNRS4GAQGArEJCkp8sm2bHjAaONlsPv5kmSpG6YslEZIt/qCMirJ4tUgcDOIiBJkjpTkXHs2PjdrEbcsfC7euzcsVHt9Xk3K1LkFwg8FwH+MmSH7tatWxgdHYXb7Qa/LzoyMkKzvHE0NzerI6I8msn0XIHZYBAy9hUCPALOS3jb29vVwQKXy7Wv6icqIxAQCOwMArxqigeNuI/ZqAa8GoVl8IDTRmWIfKsjIK+eLFIFArsDgYwTxsvTZmZmNq0UO3atra2qwxiNxsioTmxaphAgEFgdAQkWswU8A9fS3KK2PR5Y4PfmeJdXnpWWJAmSNEeryxKpAoHFCPDM771791BQUKD+JEZhYaE6E8y/ebiYc2NXIpdAQCBwcBHIOHWbdcj4e45R5FVSHArKLgLCqcsunkLaFiHAG5yw4cubRrDxws4dz3xstDhe0sYGdWVlJTiUNipI5BMIrBEBWZag1WpgsVjg8XrAbZANcCYeZJAk0QrXCKVgWwYBNraYampqwCsbeGdfNqB4RngZdhElENgqBITcfYhAtpw6rVarvve7mRm/fQhv1qokZ02SECQQ2GIErFYrcnNz1c1SxsfHwZ0CT+VvtFhJktR3lswmk9rJbFTOrs+XTiEacMPjnoUnlCJ104j5puCaccLjjyCeiCMZ9cA5aYcnEEUsmQZSKaTiMUSjEaIYEvEAAp5pOKedcAcTSJKUhZ808SeJP5mIIRaLUB6mKJ3HwHEZOfFkEvPi1ezsmPM9TEUDCHmdmPFFKZ3KV1P32z8JCar/pH0SvPNqTk6O2p7Z8Ganbr/VVtRnexGQJB400ILfF+YBA+4ruV3xezDbq4koTSAgENhvCHBfwt/VbHdtpm7s1PHgfDQaBbAZSSLvcggIp245VETcrkSAOwI2WIqLi8HvivAOgdzBcEezGYVlRYZEsyibkbGb80Znp+B0jGHSPoapqUnYfUk4R7roegRj43bM2MfJyRhG/8AUpiaGMDHtxsyMByHnFGZCQQRDEcTDk5im/MNDo3BMjWLMm0Z8gWeXID7v2BC85NAFw05Mk/M3M+NHyBdAyDEBZ9APfyiMWDyIQNAD+4QHKcTgmnTA757ErGsS4xMzcHnCSJBPR5/dDOmGdEun0+ANf+xTdthsNnA75jbNcTx7J0lipm5DwIpMKgLcvnhjFN4khc85jMfj+3vASq25+CcQEAhsNQLZmqnjVVc8kCmcuq25Y/LWiN15qUKD/YkAdyz8fh0vL+Lf8eL360TnsNq9TmPi7hcYcbgRSoWQHP4Yv2qPYKBnHCmNH9Oj3Xj4xaeYDAxiJFGF9OQ13LhzH9eudcDefge9sRjCNLWWDg1jNpyE1+dHcuQ3+MXjOPzRp65XcGoC/R/9Av2JBCLSGAYHJoiCSAa8mL31BXr9PngSKZoAtGN86B4++c1dhFNTuPvhNfQ9+A0ejg2jfSYHxRYt9qt/zYY23yl+14nbL7dlfq+A2y87eZIknDrGR9DGEJAk/jmUuLoJTyAQAPePPCPMI+wbkyhyCQQEAgKBOQT4+4rP+Psq813G1+slnqljp44H5NebV/A/HwHh1D0fI8GxyxDgkR5+F45n7RwOB5h4RHqDau7jbOx0hdAdroXJWI1jLTXIa65H+EEHUn6aoRvvx7g3goC2ADmyAp0xF0XH30K9QUKu7zHGnQ/x1a9/iq8H/PBHaF7NO4PpiUnYnUlY88j5UpY4IWRUQm+C2WKCxZIzRyYA8T7c+ZjktI9hcsoNxTmByPQoHky3Y2zUjfFUIfw+L6KDdzAS10JKS5Ao2377yLIMs9mE2upadZOUzEwzLyvmL0xJ2o+13m93cffWh/vEc+fO0Sz5NP7xH/9Rde4aGhpw9OjR3au00EwgIBDYEwgoigJ2yFjZzThkLINXqLBzyLIEZRcB4dRlF08hbRsQkCQJ3CnwRgC8yYTX6wWPSvMytm0ofo8VIUGbToG9pJQCmgVLI5bWIK3JgU0OwJJvgrasBhYAkiRD1sQQU/RIScUoyTuEM6++jfPNhbAZNdCTQyIZChFP5ONolQS9Fs8edG/YecmQJBug0dTi2JW3cO5oLSrkNH0xJKBtMmL8Zy4UHUojnlOLwtoXcP54KbT3fobxYAzkQz4re8djNq8AY8xtl2fo+L1QHowoKSmBJEmbFy4kHGgEuF3xjC//NAYv7eUNUzjkQbADDYyovEBAIJAVBLgvYeeOl3ZvVKBWqyWbQANhr20UwdXzyasni1SBwO5EQJIkmvUwq+8l8UxHMBgEG8k8+rOZpQHYVwc7CjrU5rngne3F9evt6OuYROHhSmhMebCWtKHCqkdubAKTwRAcXZ/j9ld34YYeprJ8pKNuTI8NY7CjD1P+EOI0k1dYVoKKShPsQ7NIxJJ4/pFEKu2Hyz6Gke5+DA644ZdzUXi0AVLciKa2XBiSYfhn3HB7PJgcsZNDlwLPMT5f9t7j4HeefD4fhoeGkUgkwLPNOTk5e68iQuPVEdjBVDa6eNCA+0EeXNlBVUTRAgGBwD5CIBtOHQ8+cb/Ethp/H3I/tY8g2vGqyDuugVBAILAJBHiDCR6N5tBDToHdbge/R8IG8ybE7qOsGlTVFiA3R4tYWIGsFOL4sSKU1Dchv+IkaorLUG3TI22sQJkliGRMj+LSIlS0VMJYlA9TMIBwMIKYphh5+SVoqC9FbVMldAEnZsaGMDrUTw7KKJyhFExNh1AgK9DAhvz8HHJYtJD1ehgrK2CORZAIhhHR5MFU1ITm2gY0nm1GTVUr6mxm5MoxJDUmmGqPwKYnGRL23cFfXvxFNjExAR6E4HfruO3yyOW+q6yo0LYjwDvJsjPHqxb4Zwymp6fBqxg4ftuVEQWuGQHBKBDYKwhknDp+Z3ejOkuSpA5o8usH3FfxapWNyhL5nkVAfjZKxAgE9hYCZrMZpaWl4FmPoaEhsNHMnc5SY4YN6oPo7BlqLuHEmVfw5muv4tKrb+Bkvoymk6dQlF+MsroWNJx5A4drr+Bb3/823vngA1w4VIO6+mbUv/AD/ODN9/HOm2fRVHsBLRUVqKsqRk7JCbxxDPBO9KG3qx1dXX2YjmlR8so7qNdoYEAVamrLiEzQWItQeP6H+Pbr38F7b17CuZcuornpKFrN+Th14RgsBadwuO04XrhwCueuvIjLb72KUoMW2n3q1PGSE6/fi8qqKpSVlcFkMkEcAoFsIMD9m9PpVN8x5kEuHtzia3b0siFfyBAICAR2FIEdL5xtKl56yQPoPGDEtF6njPNz38Tv5Q0ODoL7KO67eNBzxyu4DxQQTt0+uImiCgDv8MaOncFgUN+vm5ycBDt2C7Fhh487ENF5LERlA+eyHpK1GSevvo3X3vkAb7/zKl4404QiErUPfTGqVXY+NEAJq8WCC+cuoJwcOj3NYmZHspAiEKBBFq8XvBtwU1OTOmDA/SEbXFNTUwIegYBAQCCwaQTYCevo6FAdsc8++wyffPIJ1tu/dHV1gVdUvfnmmzh//jzu3LmD4eFh8FII+2cgAAAQAElEQVTMTSsoBGDOqRNACAT2AQJsJB8/fhxHjhwBjwZxB8RGDs/O9fX1qUveuJqSJFwPxkHQ9iIgSTJkRdneQkVpBwIBHjnndzV5ho6dOYXaWXFxMaxWK3imjn/XUwxmHYimICopENgSBNj54lVR77zzDq5cuYJXX30V3NewrbV0AH0lBdihM9DA+8mTJ8F9FQ/Gv/zyy6ptxvbaSvlE/NoREE7d2rESnAB2MwiyLKvL2fhdJd7eW6PRYGBgAI8fP1a3+eb43Nzc3VwFods+R0CSxIDCPr/FO1I9dup4CRP3cfyOpiRJ6g5zvAkPvwfD79cJp25Hbo0oVCCwLxDgQSOuiM1mUweLuG9hO4sHzdfq1PEAE9tpPNjEA0+Zc5bByzFZvqDNISCcus3hJ3LvQgTYiCkoKEB+fj74Haaenh5wh8EjQzybtwtV3o8qiToJBAQC24AA93Hcv7GRxAbXwiK5z+PRdX73hQ0n4dgtREecCwQEAmtFgAeLeDk3O2aZPPxuHDtma7WrePUA90O8/DIjg2foeACe90TIxIlw4wgIp27j2ImcuxgBSZobqebOhomn/Hnt9+joqLqe2+FwqLN3vANTKBBFyJuAdzoGtyO6dpqKYtY+R246XzUvp2eIy6DzRXnpWpXBIacvoFmKY+J0zuOajILP1fI4jXR4cr0gn5qeuSa+RTx0zbKexNG1es4h5+FwIXHcMsQyFtITGZyX+TnMEF+vRhk+DomP68yk1oPiuBxVPqWpcfOhykPpT+L4nIj5mdQ8dJ0JOY4pc70onJf5RNbCa5LxJB/H07Wal8/XQH53HIlYahc/NTul2tNyU6k04oRRLJLCRikaTiESSm44/9JyWRbLXBq/1utIMHu6sB5MmbL53OsOIh5NQ5H0QFqj1jsZlwjHNJDSqPGc7veGEQ1nT5eMDkvDaCiFkD/75USpTXB9l5a3VdeJRBppgvBp6xRnAoGDiwAvteT33vj9N7aj2BljO4o3++JZu7UgU1FRAbbH2BYbGRkBE29sZ6PZv6Iifit/LVIEz2oICKduNXRE2p5FgEeTuMPhkaVLly6BO6S7d+/i008/xY0bN/DgwQN0dnait7cXjgkPxvtC6L7pQceXs2umduJ9/PtZtF8jovNV8341i8fE10Eh8/H54y8oH8XxOcdzyLI4fSFxnEqUl3ke/t41J4vK5PhHn7vA+RfmWe6c9c3Ecz6VSIYaR7L5+okcvqY0Lu9JHF2rvAvCx1+48Ij1oZDPmZflPCmL5DxPRkZm+xJeVQ7ho6ZzGuO1oGw1nq5VPgoz16oOdP2Y9WJiGZw/E5Kuj4ie6EVpLONJfsq73Pkz+hGfKoPC5fiXxg0/9iPoS2Lf/ghfFnoLNtpnp+KYGY/CORnbEE2PRTE1vPH8mXJnJubKZ1kb1Yfz2Ycim6pPRh8OHSMRTI9G5nAh/abo2kHXIY8GEZ8OTopz2eOI+fXwTadVPr9LQipqwdRoCDMTC3AhXtaP5WaTWKfx/pBadjblztB9dYwu0H+D7WMtOjFOXifhGKXnNQvtWogQCOx1BHgDJp717+/vx9dff40PP/xQfS+OX2nhVQJrqR/P6tXU1ICduGvXruHzzz8HL+FkZ89gMKxFhOB5DgLCqXsOQCJ57yHAo0k8vc/T/LW1teD3TKqrq8GjSfxiLi8B4M1U+GXdqqoqaDQG+GbimBoIY7Jv7WTvD8MxHMbUYBh8/ry8C+XzuWNoLi+fc14O7cvowPFMdtLNQWXNkCHH15yH+afpms9XJdJ1oY6cb6neHLdQBvNnylkYv/DcQQbr9HAEHDJxGsvhvHzO9DwZzMPE9VvIy+dMnMbEeC2Uy3FMzLM0nq8drBcRp2f4OGQ9p0nvTDzHsc6ThBGfr0SsH+OfSecyFsrIxK8UOscjiNFMSYrsRDEBsHy/4pmOo/0bL2595Majr7x4/I1v3dRx04fO2/5151taVvt82d13/Oi4sTF57df96L4dAIdL5W/kuuOmH+1Eat7rPnTdCmC0HZgZMGK8S1HL6b4VRsJdgZEOScVg8GEC3rFcjLSnqR4BNS6TP1t6qfLm8eoi7PsfhJ6WMx+/kGcj5+1U3w66txvJu948tz/24MHvPZigPnf5lipidzsCQr/sI9Dc3Iy3334bvHNlXV0dmNjRW09J/HpMeXm5uvPlqVOnUFJSos7erUeG4F0ZAXnlJJEiENibCPBoEDtr3AGxA8fXvGabz3mUiB27iYkJ+Hw+9bftbPkmHLpgxbt/XooP/n35rqfvLNDxwrv5yC3S4NRrNrz7F3tD/53E+K0/LUF5g0G939utx8X3CmDO1ezNh2qbtJYkQG9SUN5kQdNZG1rO562bWi/k49AL+evO90xZF+bKbr1I4fz5MzzP04/ytV3aRP4l8tuoXm0Xn9atlXQ7dKkAhy8X4/Clwrk6U5mHLxeh7WKBes3h0RdLCJNCMDaL6kC8i66XlLeRtFbS79ClfLXsjeRfKQ/LbSPZK6VnM76yxQJTrpYm1SWIQyAgEJhDgG0pfreOHTNeRjk+Pv7MT0fNca7+n98B5p+d4sF3HoRfnXvLU/dVAfK+qo2ojECAEJAkSf3dOh5B4s6HoiBJEnJzc9Vdmzjk6X/+zTqmRDIGa54GxTV6lNUZ9hTll+ig08uwFWtRUq3fU7pvO9a1BpRUGWAwy7Dma7YdK75XikZCOkUtUkzVEQjLfMiG1mhlGK0aWPJ0dJ+0u4A2qUfBJvPnPwcDkp9DZM1fWM7i85wCPeG4MO45Mp9X5vPSC7ZY/vPK32Q6tz+NToY4BAICgcUIsBPGu11m3ovjd+vYjuL4xZzLX3Fe5ufNm4LBIPg1Gf5ZhOW5Rex6ERC91noRWw+/4N1VCPDyS0mSwKNNPP1vtVrBHUs0EgUNyUIcAgGBgEBAICAQEAgIBAQCyyPAs2wejwe8+ok52Eljx4wdtec5drxTL/9mJttdbH/xADtvVud2u9WdylmeoM0hIJy6zeEncu8hBLgDYXV5ExWdTof6+nr1RV9ZkXfcp2O9BB0MBCTudaWDUVdRS4GAQEAgIBDYPwiw/cRO2eHDh9X9CvinCHj/Al5OyfGr/WwKpzPxxio8sM4b2MmyDHYS+ecR9g9KO1cTNi92rnRRskBgGxHgmTrefpen+nlUSZIk9UVfHjFak4293JK5+TgO0qkUUskEEskU9spW2NwBs96s/9pvRRq89XyGf07G+iRk8u6uMI10KolkIonUMtV55p5ShFp3NVxck2WyL2bY+JXIuScRSFHfQO2K+oi5tkHXiQSS1FeobY3bELW9xX0HtUeOVwlq20wlqX2yjDkhi5FIk8xUYkH/k8lPbCSD/j/9LJefU4kv06b5chEtSMvwqCGVmaRKUPIidnEhEBAI7C8EUtT3sFPHyyZ5N0x+/vlVFnbQ2FHr6+sD7zjO8UtrznEzMzPqDB87czzTxw4d734ZjUbBs3XMszSfuF4fAsKpWx9egnuPI8A7YfLWubwOnJcNcCfFVVJtHPUfX80TG0lkdJHtRRYVEA/HkY7HkUykQLYVGVlpxEMUl4gjGk3B75zERN8jPOh1wB9LI7lU3rzY3RRE3R54HDPwk1JrUzeBRDyEGUcICcIBSMJPMpxTLvCrYiRm734SPrjGB9H1qA+jbrrPqTgSdB9T5OQl6B5HIomndSNDNhYJIeDxwOv1IRiMURtIQ+WNJxGNPWVddEYgU1a1PS2KFxf7G4HoNOwDvRgacWA2xu3KhfGHd9DVb8eMN4p4cBbe8S486hyBK5BAnB6mZDyCSNCjbujkC8QRm+nHUFc7+oYmMRtd0BbnkYsFZjAz9AAP+ybhCSWQTIXAS8vDvgTSsTCoWSKdTiAaJVlEaerY4pQ3ze2cOqtULIZYKEDleYlCiMZjlCel9mMpcji5vYd9Xvh9rJMHgWAYIX8AgbFH6B5xwsf9I8kTH4GAQGB/IsAOHS+h5IFwXu3EYYL6EbapysrK1Erzb89FyUlTL+b/sbPGThs7fBaLRd3fYD5J3ZWc5bBc5snEi3BjCAinbmO4iVx7FAHePIV3weTw8ePH6ku63JmoM3XqvwUVi5CTZp/Co9E44rFp3PzVdYz0XUPnyBh6JqNk0E/iy3+6BvvoNVx7NISvb0/AOTFKRtAEvvjrn2LE7kKEjPgFErf3lIfOYxGEwjHEyAFLsYMaiSMRDiNBRlwiEsN0dzf6Hj7ABPGmo2EEyTCLP+GNEW9E5aXkOd15JpL43CEy9sg7iYVnMdYziP5Hw2ADcY5pj/6PTMHt92PcGUG0/W/xsweP8PF1O/q/voPRznt4GFCeVizQjbHRIbSPpciRCyHt/gYPBnxo//oBBjoegqKf8i48ozZGE8QLY8T5vkaAf7/CjRtfDsEZjCIwM4TBW5+jNzyBrhENtMFOdPV048aNYfjHxuDPiaPv07/F7b4RPOodwlhfBzw0Op6imbDgwAgCiME1M4Lh61+ilwYO6DF+gl7Q68fM2DA0Biduffwpeh58iK867uHzrj6EXHfx0X0vZru+QO/oBDp7ezD68CN8zT+z0fdTfN1jx6MHg5ga6Ka2S22anLi07w6+utVJekzC7bbjAaWzAed9dA9j9glMB4fgnryDL0ZtMCoa6BRq3E+0ESd7CgGhrEBgDQiws5akEW12zCRJUl9fYUeNiR0z/nkCXobJfAvFZZw63jHTbDaDZ+gy6XzOq6g45KWZmXgRbgwB4dRtDDeRa48iwFP+meUC/NMGvINTKBQEG01psr8WVSsZQjAUopFzMnKSYTholD3gtcMdCNJIeJJmcYKwD9oRDNgx6fJhyhmjGTwN8gtyUakZgJ9GsmkCZ5HIbbtIRREL2vHlrXGMtd9E98AoHnSSQXn7Uzy0R+DouImOkWF0DU/T6P4QZh2duN41C3v3TTL67Ojs7sfAnS/QPh1FiAzKlDSneTruQdDVj/ahIIZu30b/yCD6aZZuajqgztTtpA87p+Em/tM9jtMXVpgmQRT/IMY8bkwMPcbDHgeGZ7QoMs6DwEXE3Zge6cb9O49wr3casbgd0/238HAsiIlIDlb75QJJ9LqM4MEgmgVDYALjyQLIOWUoNcegiQyjfTKAmWkv/FMDmJmdhdOXQJIanrYwD4X5IczM+DAx2I+J3ht40P4Qo0EZIc8svH4XJqdnMGWfRZTaUXpBk0zQDGA0FIaG2qln0ompIeIfG0HY78Csxgq9/QvcHvDAHweUhAMTI+3o7nfAMXwXfYOjcIwPwDF0D/faH6HPlSR9phGZptnB0VG0j3vgmg1BqzdCCQaQoFGelEFDAxpeTPX0wU99ZxIS/R2M2ypqKRDYDALxaBpRGhhdjSLBFELeJM3Wp9bEG1wDbziQBPMxsfzVyl8uLehLIBJMQ07rECH9dRozwsEE/J4I9QUamAw2RMMpeKivCPhiyMiIBJOYnQ4iHdcjndAhGk4jHoVKfK5IBiTj6fWB4QAAEABJREFUMrzuEDJ5nhdGAimEfIQP6fE8Xk6PMJ7UUXHI18tRmNKZlkvbqrhEPLtWE30tbKZpirwCgb2HAC8b4GWY/MOZ7NhJkqRulJJW/2+iPpICRWOBNacYbVUSZJrYSSSxM0cijJhnFDfGEvAHJmGfmkFPlx2OwR64yeEbbu/GlMeHCJlhab8Lvt7b+IYMvHEa6XfM+mAno3B6ZAAeaJCWJeLC/BFFPDFD6XY8vDsKJ3XCKUrPbrc0X9QOBIlYFNEYfeHktaGlVAdNiIze2SAZwgpyDYsV4iVpSbrBiZQMRQF8rhFMByg/jLDQ9WLuBVcSnTNRID77HAGa8ULUh0RuMfSWIhSTt59ricHhAZKJBHyOADlKGuQUmCHJOuiNNlTX2chokhEj4yjNM+PEpzYwKYVk1IUADbKE9SUo0gDyQvjSCTKMojTIJKOkNgfBoBkKOYzmpBtj6RoczumHA5Uwmy3UlhV4QmloZx6iO5iDtNcNTdSDOMng2bgkdV6yJCHXogeifjgcdjiTGmgMBuh1euj0BuisJaR3LRryYohO9ZGRF0Byv3QEC3EV5wKBLCGQpucj6E1gvC+M4a4QzcSHVyTmGeuldCbiH1uFnvCuwsP5n/D1hFUdOG49ND2ShMeuUYlleae08E5paIAzicmBKFzj1K8F82hAKYaxnuCTuo33R2hWX1HzsYypoTjcdoX6Py3slG9mNE1ytHBPyk/yrEkvwob1WBMvY/O8epM8FXPm3QYa7gzRxEAE7CxnqYkt/k7IltCNyRG5BALbh4BCVjjP2LW2tiI3l4woWYJMhIWHJCNFw0lRrws+vw8RrQGSho2cMMIcFwwiajBDkeW5BykVI0PMTaPsTgy7cqDTKtBrsTOHakyGIRUWwFhdATMZYfq0BcbCerTVAf6QATa9GSW5OujSEYSm7QhEpuFRymCz5qIoLx+moga01pjJQZHm6gdAMhihy7MhDzNwRPNIrg0lBi2Mi6xL7NkjGYsgTCOJiap38FqLASZNCYqVKKzSGDpmAkhH3ZgNxBCl0bXcihYcvfQa3rpQB5siw6evQ37SAxPP8tGI6IogpCmFiQLx2ecIyApgsEIXmELEN4UZb4SeMwV5OQr0efxcFqKQHKccSxKJRBBe5zRm7OTomY0w5pfDVnYYR4+dQIU+BEUyIdemR35pLoy5RTDTjJuEBQc988loBH4v0HBUh4TFgjT3TfEQBkdiKGosQ1VFI3KNQBQ5SEt1OKZ/hGHLqyhRUrCmU9AUNKLl6Ak05VADpWdaKjqEinwbKtJTmEgAFPu0QMkCK/GfvHIK+u4vEHZPg8ZDnqaLM4GAQGARAmkakJmZiKLnrh+9DwIYJSdiRSKnYmIogrH+8Op8LIN4J5mXwhXlEd8YOVfMx3JHn8O7nBw3OXBRnxW+ab2qk3NMQsyXR9cGjJLDNDmYgBwthddhAJ9nZIz3R2nmPx8Blw724TimhpMIucyIeHIwOZTAxGAcQaeJZNlUuZl8q4VjhMv4YGTt/FTf8QHip3AluSyPaaX0bMf33Augj9qBcyK2qJ1s5oK67c1kF3kFAjuAQJaLZMMoTUPMyUR6sWS9BWH7CAZ/99f45MvP0F92CLriBqRGutHzu7/D7+/dwXDDOVi0RpCrB4THMN7+K/zV3/w1/pPjKBSNFTnaxSK37UpngpxfhoKuz9D7i7twhKJQaqxUvAaSVIhjJVPo7b2HLx6Mwk4GXu7hBuimfZB8SdDkHGAg1hU/XNsmHNO1o6f3Or7oHcdkaEXmPZVgzCtBZfNhHK0yQqtIKKxvxJHXz6CijEYfP76F6PDP8C83JjHkJIt6Sc3qG47h8sv1yM0DHtz1LEkF4Q6QjQ2yvSGOA4KArAMsDaic+h167vwd/v7GGO5NVuDFOhlGsw0NLx2FFAxj+uEDTM/cxkd/+5/xH7/MhdVqQo1lBOMdv8E//u1/xV/9+j7GfTHItlNoKTCiAXdwbQbgDVWeIKmxwFjQgMPH22DuH0VBK802f/dbaGypBx49JN7UnFOWdiIlp2DMacSx2npU1BxHuRJDIjmErsFr+PCv/zP++m9+jx5vEPxYWyqbUHfkDE6Y8WRwRy0zPgvP5H38/tMvcWdKQSCuQJbUFPFPICAQWAUBW4kOjSdzcfyVwtXp1eekL8y/Vl7iO/HaOuQuKOPU68U482YpTr1ROqc3yTr5WhFOEB2n8xNEnH76jZK5uAV5z71dRvko/lXiJzr5WjGYGIMTxHeK8px5s2xOLl1z/POIy3sez8L0Exus90IZ2TyvO042YqEW2TzkbAoTsgQCexUBmQx4RSMtVl8pxKELL+KP/vs/xduv/xj/3ZtVqC5rw5k33sUP//JP8a03vod//0Yx8mtfwZuXWvHBD97Da3/2v+N//vP/Dv/zj46jqsiEHXvAZD0MOXX44I/exCt//GO8du4wXj5WhcNXLqNIVlD00k/w3pvv4s/+zffxrT/717hQ/yb+zb96Ey+/fRFtVUVoaazDoYunkBsbwaPf/Bof/svP8LN/+S0+v+6AR3ME771fgTM//hO889YP8ec/ehff+f4ZsKsnYXcd69LG0oK6+iZcbOZcGvp3GOcuVKGhpRG1zSfw5tvk1BtsqCywwVxyHo1NLTjTQGyKCSh5Ey8czUN1/SG0HD6FN8/YKGHxh5fepFIAwb84QVztYwRkqpsBR979Md54+1/hj77zAb79zlWUGY7i5VdKYCs+hBNnz+DKB9/C8Xf/J/xPP/k3+O/+1Rs4UV2I+mNv4OqP/jf8mx/9Mf743ZM4/OabaCmvRF31cVQfu4hjrs/wxUc/x4e//hk+/OoexpNWtJy/jEJFQe7Z7+F0fQ0aLMWoIqft3e9ehL70XZxvs6G8oA61ddS2X2qDrvkdvFirx+E3XsGJ9/4S3/rW/4D//id/gp/8+GW01L2D881laCizoqi4HpdeOASFZNvOXUJ9ZTXKtPmwlZ/CK2+9he/8+R+jvrYSOomqKz4CAYGAQEAgsCMI8DfOjhQsChUI7B4EyBKhD5gWKiVpYLRYUVhaBFtuIUpsOuh1RlhybSgoLkJebj7FaaHR58JmNSKvIA+5RZUoKy5BWYEJes1OPl4yOQ965BXakFtYiFyLETkmHYxWK7RUUW1OIelvI2MtH3lFRbBQHYoLc5Fjs8Ko08Jo0BOvDXolD5WHDqPt2FEcPdaGptoKFBlNsOXpYCksgs1WgOLCPOTnW3bOgcXaD94QZ266Ypk8ihF6vQEWA6dJ9M8Ei0UHvdEAvcEMW0EB5KKzOFlnRkGuBQaDcY5XkgGtDVaThviMMBqJ16JQ/hU+LJpphWQRvSMIbGGhMkx5hci1FaEwPw95thzoZBNyaBpfozXCbDHDSvEmWynKCotRUpQLs14DgykXOQUV9HxRPpsZptxcGHU66PUmGPPLUUwzaC1tR9F2mKi+EtUlNhipv9JAgmLJh5meYb2ihY748/KtkLU2WIwKdBo99HpquzlGSAYbcvQyjCTbRLPUeXmlKKXnurAwB0Y98Rt0MGgVaLV6mj0kfgkk2woDv1dH/aOiM1OfYUM+9Yd6vY5KhjgEAgIBgYBAYIcQkHeoXFGsQEAgkBUE0uDtgpNxCrMib6EQBbKSg6LaWtQ2NqChsQaVZfmwahfy7LFzifRlomDdH5kqbqpEiU0Lkw7iEAjsGAKSxgB9XhWqa+pRW9uA2vJiFFj1O6bPwSpY1FYgIBAQCOxOBOTdqZbQSiCwvQikUwDT9paandLmlvWlqQLZkbefpcjSRj26/YyKqJtAQCAgEBAIZB2BfSEwjVQ8hIA/iFAkjmQqDd6VNx6PIx5PqNepVByxSBA+XwixJKWTUcKDzRTMI0D2SSqCkN+HYCiKGNlbqsFC+SJ+L0JhiqN8SKWQZrlIIZGII8HnTHSeTKbApMpNxubK84cQJ1lqHBVGpcyJJTnzBR+4QDh1B+6WiwovRYA7Anbo1KV5SxN3/bUEWZag1csQ/grEIRAQCAgEBAICAYFANhBIJZGK+OFzTWJsdBwOl191wOK+WbgDPvgDIUTjYYQDLszYRzE4PIEZdxBRyhOOxEAf0iKNdDqGkGcS9qEhjI1PwcX5ElEE3Q44Rgdgd7kRIE8vHYsgNj0OVyxGzl8QAbcTHiJv0I9wNASni8qLhBEJujA9OYqh4UlMU3mxqA/+UISczoTqDAZ9YfBOo1T4nvlkS1E5W4KEHIHAXkWA525kBVAUaa9WQegtEBAICAQEAgIBgYBAIGsIJIMOeB79N/y6K46UToZBC/hG7Zi6cx3dVEqUCMEOdPd0425PEDlmF7766W8xMvAhHg+PoW+KGNJhJKK9+PjXvfDRZXCiG71f/w73pnrx87/6HF5dLkxmCwxkfoWcg+j79P+FL4bDcJPwQG8XJro7MAKSkWzHr37djvGeb9DZ2YsH/UGYDTO49k+/wdjQb/G7r+7imwcjcHvG8c31bsRoFpGKO3Af4dTt+1suKvg8BHiGLhJOwe9O0IhU/LnkdsTBvyvisseey+tzxeGdicMz/VRu5tpNcR5KY57lSM3jnMvnpVC9JnkZXpYT8CTAP8UQ9Cbhn31WfzUP5c3k8dE568/hk7gFMpmf01l2Jp3jFvE/R0YmnxrO86oy6VyNW1AeXzMGq5a3hJ/zMB4sk2mRbivwqnWYjcPriiEeTSMaSi1771gPlqnyLyOLy94ohfxJJFPPa40HOz0WScHrjGF2MoKpwTAm+9dO4z0hTPQS9YXpiz+k0lryc56x7tCisjhutCsIJpbLNEFyM/L4ms8n+kJg4vOlNEH846QPx3PI13yeIY5jORzPIZeVSVsuZH7mZWJ+vmY+1pXj1HMqc4z05vMMD6dleDnka5UW6Ma8HMf5lhLHcxkcz3yMFdME1Z3jlhLzjnWFnsWfdOPymZ95WJZK83pwPBPzjNG9nOx/ek+4LOblcjlkmlylbUxQWVwG8zAvE8fx9VrIRe0v6EsgHj/Yz6Oo/cFGIBSWMDiqxaHWEpSXFMFi1EMre2gGrR3Xf/sz3ByYxRR5bmlIMDe3oLSgBidyJuAIBzFNNpX6fRf1Iz1+F/7yw7AWN6K5QkG+bhSdfUMINr+OwsIKFFiN5DB6EJY8GNG2INpphy6lkNNmglFvgM5shlGXpOcxiSA5lUmF0qi8svxKnMwZw0QohGRoHDPTI/hmyK/yrbgh2j6/pfI+r5+onkBgTQi4JmPouu1H+ze+51LHDR+6bhHd9D+XV5V33YcOIvWc5fM50aI4jl9CajrxZfKp1wt5KG2EjFF2FibIwOlcTn/ieUyUkcHnrH/7grhMWjvJ5jSmRenE+5jSnvDRdSdhsIhnYfqC80x5z8hcwKPWi2Q+le8F53tyvYB3YRzLZFqLHiofyem+EyCnIY6pkcjy9470UHkpXFhWNs7HyHgFOXW81PegfuE872Fkh9s9FcNEbxC9tzzoubkOYn6mmz6D/9UAABAASURBVG70cEjU/Zz83fO8XFb3jQVlUd7e214wZWT1MC/JU2VS+iJ+in9WVzd65+PnQtJr/lqVweckR5VLoVoWx61AT2WQHOLn8lQ56jnFqfmoTNK7+wZdU/zTPB4Vy6fXc+lqfs5HvKoefP4MLeAlPsaq9/acPNbhGWIeTqdwIUYq1iR7UZnEM6fTYnlcxsK8ahnMS5S5H2odSZ6a9ky4WGc1D92/J2U/w7+4/LGuAGbHo4h4E89rsiJdILBvEUglUoj4otBZdNDqZzE6MoLeHi90hhLUHDqO+nIbbNokJElCUm+FTmuECUEkUknwK3JzwPCXXhwpjQ4ajQFmHcgxDCMcjyFtLoReq4dOo9AU4BT89hEMp4oQG3wMZ5R4FA0UDZMCWZ6TpknEwBepJ+UF1PJ0eZWw6RQorj4MEMtBfXLlOZjEf4HAwUWA+iNIsgRJkSFpnk+KTobGoEDh99jWwC8Tj6yVn8jma4WuM7RSmTKVk0njPAtlcLwaR7IhAbIiLas/68p8zM/E5xzH58sRl8HpHGbSWU/Ol7nmcKFufL0ScT6Wx8Tny/FxWUyZNEWrUH3kJ3hl4heGzM8ymRbGL3fOvExQ768CyBJA3xAr8bJMpuXSNxXHZUrYF8dWVSKdBrgt5+RrUFimRWE5hWuk4kotiirmiM+Zip6Tt6h8nr+Kw6dlsZwSimNiOUwcx/oUkcy5a82T8jg+v0SDSDCOSCAOgxFzaaQTpxVRmMmvXs/LmJOjBYdcFqetRBkZLIf5mVgXvmbifBwWk95qyGUyESbMq6bPX3O6Skv0YJ6lpPKRDC6L5bB8Djl+KS9fc/xTHs2Te6jGc/lUJteFZTDxOefLEMcx2QoVhDwxFU+zVVYxysjldJaXybM05DSVqCzmZcpcL+Vd7tpWQIYkdRWJKBmkW9XYhVyBwC5HQKeXUFwiYbirF2PkaPUMj2LYEVK1liQJUacLEbMVCXK0Qn0PMDTeg8ehEljJUVO8oxjrvYvOwTFMyA0wuzoxPf4Qj0cDmImWoLakELkzNzAy1oOuwVH09TjgnkmjrK4GzYV22L1hOIPPPn/awmIosTC4vMHxfjwKlSFXq4PVVobColJU2xSkJeyJIxlPg1enxLPYz8h7ouZCSYHAliIgoaBcj9ZzuTh8KS/7dJlkMmVk8/lCysSvFmb4F/JQXM1hC0xWDSpbzGg7v036L9RhK86pXoeZsiz7CMlrPZuL3EItSmsN2b/PJH+19sP3CNTjSkTsiG9pk96jwhWNBFuRFkcv5eLF7xTi6veL9gy9+EEBSqr1KKnSkf45e0bvLcZ4wzhceKcA+eTYl1TrcPJl24blbKR+R1+0obBCD5Bjt0cfJaG2QGDTCBitJtQcr0NwaBSOcT9kgwF5VVZIhjhcXY/R2zUMh76cBrGMyJnuwJhjBGO20yjLrUJ+YhbeyUfoHZnCtPY4apUJ+F296HHrEDacwJnaBjSlHmHKMUg8Exh2aQFLG14+14YXL1dCS38p2QwDOY1GehAlyYrSEiuMtYdg0+lgdnRg3DmOsfxzqMitRIXVgPzySlQ1n8TZMgu0PHiL3X0kEvNOXSydNUXZvMiaMCFIICAQEAgIBAQCAgGBwJ5GgKaMU0T02dPV2FvKC213HQI6G/SVr+EHP/wAV1//CT547SrefetFNLzxb/Hvfviv8eMfvoqTtW04fvwSXvnBj/HKlR/gL79zApUNL+PSGz/AH//pn+KDt7+F89UFOP3tn+DVV/8QP/j2O3jj6kmU5lbj1A/+Hd65+g6+/fJFvPnuizj14mnkaYyQ6r+PV46W48QLh1HZehh1MEGjOYYPvn0MVdUNaDj9Il75gx/j1Svfx7/9znGU1b2CQw0VaCwzI6+gBpdeOASdTrPr4FyqkN4ow2LT0MC8sjRpw9fyhnOKjAIBgYBAQCAgEBAICAT2GQKSJEGWJVAAcQgEBAK7DAGhzooICKduRWhEgkBAICAQEAgIBAQCBxYB6cDWXFRcICAQ2IMICKdu8U0TVwKBpwik00gm04gn0qCTufh0CqlkEolYDNFwCOF5iieSIPY5nj30Px6iOvh8iKxZZ65/FH5fFPxTEGvOthJjOIhYPI44QYx0HKmYB95AAgnCfaUsWxafDCPonsbUxBRmQ0mk0kSkRzpFdU4l57ZJ3mzhVE+1nVC4WVEHK3+anq80knFQCKQSCSQTcSTpeeQ4xiJF7Yjj4skUYpEYEu4JjI7PYNYfRTzJHLucqCLpoAuzwSRia9KXG1EMoWAUsehchlQ8gdCME1Hqo57dYmCX13+d6kU9dkzZiWZDUPtousn0uCJN7YL76BTDMy8zFY+o/XUoFKY+O0Z9ThKczG2Gefl8nlUEAgGBgEBgzyIgnLo9e+uE4luOQMIHl9uNgREXgmMPMeCOkwE1BY/HjWl3HGGfF5N9PXCRUxQlI3NXGgbJBBk8SSTJwkmTN8EGTIp05fdFUuSI+icnYB8exCyZOOl5XnbWFvOCUufRTieQiIcw64kgMDpKdfcjoFpSaXD+WCIFdoKYknSepDLIAledNCp+XkgmSCFJ2IWiMUTZcYr5EPYMon8ihHAWd4PKlMYh14vDZSnugtvlwPCwA+7xR+ibtmNozI/Z8Ul4nRNwrN3zXVb8k8hd2VCeaLejJ3x/EuThR8NJ8PlTZZLkVIcwPBQmByYF/9goZuwDmArNYmw0Ah588QwMYGayByN0D3sGPQj2d2N0dgYj9IxOTNjhIYfwqbwdOKMHgJ+5RDwJ1eEi5zNFz1ySQqZ0xIvo+AO022PwUP2T9OwkeECJ2kuKeFL83NJzQmLmlaeEZAg+GmCJkFPHz1zU68PEvQfwRKLY6erOK7llgXtsEFOTw+S4j6G/fQAzQ8OYibkwTI68cyaAhVuau8dH4HTNwBeOwu/1Y3pkmPrycQxNuOHyxp7RkftApjT1m88kigiBgEBAILBLERBO3S69MUKtXYBAzIGR8TF8c2cQzju/wGc9dkxMPcLQpB3DThkJMpxG796Cl2btEvIue5RoBiOVCMPt9MJDxozHH4TXF4R/ZgpuXwgh7yw8Xi8mevsw0vEIUxEf3G4/vGQEe4NhMhQDKq/HH6ZZgzQZ2PP3IxFBPDiLaW8UM7duon/cTs5OGPGwD+5ZH+V3wOt3YcblgdPhhNc5BQfJdTvcCETjCwwtMkgRg3/aDV/IT+SDZ3ocLkc7Ho/4EYioZu98odkL2CBmWlZizIlANKJuo5wa+Bd80t2Jr+8OoefmfYz29cEe3+DLzMsWJiKXQ4Careq0hfxJkP+ygCVOMyxe3LjpRpBmUafv38dA59fo8o7i7j0v4uQITt74BgMdn+HucBc+v+NCoGcciQINZgdvoq/zMYZ8W9OmFii5ymkaERrA8NKzOEsDRTOuAKLOSbjcXniDfpr59mHWToMHA1/g5tgsxhxeeGZdcNMzOuuLwG8fAz+fIXLe5ubkqCgCKx1ywUVOnd8boGfaDfukA31ffg1nOLzvnTrnhJMGmGbhnh7GN7/4HL23r6PD/gjfdIxgcDKAhduajz+8jaGhfjiob/O4fRi69RWGB7/B7f4ZTMwmsXSVZYoGqlLkUK/YVxD84iMQ2CgC9OhS/5bG3MBn6kCHiXiKnuPUgcSAv+Oy3cfsMkt0o4+IyCcQ2EoETECyCuj/OYacdsyQca/RG2HKyYXJbIE1Nxd6nRbyUstgK1V6nuxUEGF3D/7+N73o//qfcfPBY3zy1V08+s3/F5/TzMYoxX3d8wiPpoMIzjgQGPoC/3zDgZHbP8Xtrl58df0mHv7uv+LLiQSC1OtkDKRUbBre6Xu42RmELxChLyYylH2DmOy9gV/eGIHrzn/FtXu/wH/99Tf46Je/QMc3/xn/j99P4tbf/RMeT0xg5onelA9BDN54gInxu3jQcQdffvYYPr8LcfrGY5fvCWsWT2S6Sc/b/EAiHq1BC61WA8l3Cw+mUxiNNeFMfhYUoTYica9LYRak7TsRsiLBZFFgK9ZCofONV5AAlnQwWUtx/GozSkpz4J8MblzcpnPG0fnF17jz5W9xs/sO/vZvbmD0d/9P/OxuF7oGH6Dn0Q387PejcHodSEbv4fq1Djy4/hU6u77CP308hPa//b/hs45xjIbI+KGqsTrpVBwJz0087nWg96uv8fjGp/hk3A3PLJBKMscBIEUPrc4Ms8YAfSKK7p9+CZTnIq+tAvqF1ff34uHXv8Xvbz7GQFAmjKfx8T9PorjKgop6y0JO9VyjlaHRyeD2CHEIBLKMQJym0QO+BD2rkVXJ7QwjQx5X5Lm8nlniIT41jyus8vO5Gs9p8/Qkjnj43D0Txux0SC1rKe/Ca5WXdMrEuSl/5pzDpdccl6Hl0lje7BSVu6Ts2ZkQDUZHVP0z+Z8JqWw3883XScWH6s58LJfDFYnyqvyUl3mZVF7Oz7QgnstwEz4ezkPxKt9qIednWo1nPi0YSCKxcElBFtoZmxdZECNECAT2NgKrOxESFK0RrS9fhOSYRICckyjokIh26yceAwKziNW3ofDMceSbzNCGjDCVtOJYYxxjLhvK8yrRVmWDFT74+rrgTjjg0tWgwJqP0vwSWEoP4WhjDqwaMm7m6ykbLTAUliMfWpiNJnJq9Yj7ZuEc7YM75YPTcBhVVhOKiwqQV1qK8sJ85BRWo6YsD0aDBk9x5q4nF6WlFpj8I4jQWHmy+SwqikqglWW6wo4csYCbZkcS8Jb/CN8+YoQhno+cgAPGeDe61Zu+I2oduEKlrLUAkhTwQ0YKisW8gziGMRYvQdpyBscrmtBidiKIJjS21CCXZr9lGrItPt2EqsI8aKYfYzDsRH/ECkkpQ0t9HlB4Goebislf0UE3XwtJVqApqYJNF8P0rIJwqhQXmkvpmQM0mnmmPR7Q+A4NHAE0rvRsTWJezE56oOSW4NS3T6NA6odcVYbJvhBcg57F/LnHcP617+Nbr1/EcVsU8qwdJa1J9ExEMTZFFvZibnW2mJcAJ2m2bknSbrkUeuxBBLgdu6fjsPcH0XnNjRv/4lyVbv7MhZs/c6p046fO5/Kq8ohPzfNTl8p/k2So8QvKehJHPDfn5d/6uWuunAV8z+Zz4ibJz8TfpPyZcw6XXnNchpZL47Jv/YrK/QUR6ZHhvcU6LygnE78opLJvMl9GX+ZnoutF8XS9KB9fU94MnjepXCaVh/MzEQ/HzdG8bpyH4lW+1ULOz7Qaz3xa99duTPQG4XU+2wdttHnLG80o8gkE9gsCaarInPHAZ3SxzEeSNDDm1aK+oR4lBbnQSNgdB31L8LtHvISBTp/qpNFCMuXCOt0JR8cYAvEkNIVWyDorLMZcVFi9cDqGMDDuhDdtgL44H5LbjWRESyPfGuhMWig6E8wGBQrVlT5zssnhkjU6kHToTRG4p13wRtOQcsyQPD4kYkbo9Ap05MBpdDrotBpoNHoY9BooNAOGJwdL1FBZJD+3EHKYn28hAAAQAElEQVQijOhQO4bGnIgmUwucvycZtuVES5jZyupQVVGJIquC3LJaNBxroHuuxVT7+KZ0kKjKDEGaZ1HSmxJ1ADMrkOIJaMY/wq37n+BWSIOQoQHlkQSSI7/Dl3c/wZ1kHtK6IhSq6MRotmoE9z79ED//yg9HyEwDBrKasjP/DCg1+pAMdqHbPoJZXRXo6aJnUY+cYhOQDmGKZsj77T7ETZXITcahjwSRokZjtOoBrQUmoxY66nioGUE96ETS6aGRjCgw0IhDZBztvaOY8AIJbmPYBwfXcZ6eqY02F3nFFaiuKUMZDSJp5QrUHn8BJ3NcgH8Yd/sm0f35bYySwxxTzLDaCpBvs8JsNECTV4/Wc1dRG5qAMjuBYGqxdHbmmHgZ5uIUcSUQ2BwC/F2dW6hF6xkLzr+ZtwbKJx6mtfBmeBbyZ+JWCon3rXl6k0LSqe4Q9U78/ZevobIX5qN05iWetem+MO9y5/m4QPKYzs+XrcqlODV8Xjlr5VtVDtVpYdlPeOfjuQwmij9yMQeJaAplNXocv5yzBJvl6rd6XPNJM3LyNEgklnRAm2hi8ibyiqwCgf2DABkOgPoPTw5tHkqLi3C0tRCWplaUkhFRUXsWjQ01qLABGr0BZS2HkMOG1ZNM23vCvgE7c88st1KM0OZW4WSVGQW2KpSXFqGBRvpLahtgkU2oPkT1IUOorK4e1acvob7hHM631KGutgZFeRYUkZNXVF0JQ9INR28nejseo7OjG4NjfkTkUrS0WpDb0oLSvDwUFVSjtPEUzjTXoqq6BoXFLWitLUVdfS2s5cdwrkKBrbkJeUk/2VpdJIdkdXejk6xPuYL4K0+gubwWzZWFMBcewpFaK8wGeXuB5NJ0xSgqq0FbQwHyLTrIUhkaD9ei8eRhVFTXo8ysYa4NU+ZecbhhIfs9IzVmssHV9yvSi1x7DfQGK9qOFyPPZqHnrgmVNa00OFGC5sNFsJjNqDxyCBV1x9FUVo1ThwtgPXQUtTZqn6XNKCkpR4kZO3joUN9Ugrq6Ytjy8lF/pAlFhw9RmzIhr6gWpdUNaKJn1Fj3Es4dPo+XT7XgRFstKsuKUVZgRAXx5hgMiLvGMdb3GI8fPUZ7Ry/6pnJRXF6E5pP1qKZ+qbQgH7WXX0CB0fhkRm8HK73posmnBdNyggobDqGmoQGl1B5MZgushy/jSHUjTrRWoKLMhHQ0hNnpWcSpTRU11CHflgc9CdLn5KHi9BXUVR3GsfpilObpnilDIedZo5XE8kuIYysQsNg0qGw2oeWMdVdSeb0RVnLobEXaXanfTuFWd9gErUFCcZUe9UfNm8amstEIc65Cg3rZa2XyZkSJvAKB/YCARJXgGRSahKKzBR9dEarKy3H2eAlyjxxDpVYLg6URZSUlqC4AdGQ4VR8/CZvBQDNX2JFDgkTlSnhGd0lLnU8xTl44jraLl3GovhKtlQUoJ+c0R5KR0/Iijh8+hctXzuPE5atoKDqOKy8cR+vRZpTl55AzW4xyMpgsqRD801OYnrJjasoBl5tcEpplOHY8F7bWs2htbkB9RR3KK4/j0sWjaDjUSAb0cZxoqCLHrxm2mvN4qVZB4dEjKNECcDlIDslyTGPKE4a+sRWlhc04VH8Ep6+8hJZjr+FSqw25JoWYt/ljKEdhYSkaSrhcLr8K9fUFKCotRX5RDVpbSzlh40TQkX0Jgn/jMg5ATp555p0HF/l0kKG35OHYO+/g/OkX8crZQ2ijgYNcui8n3n4bF09cwmvnW2gg4RCqqxpx+XQFbGfexVsvv473XzuNIw1FMEo7CZ6EoqZDaD31EjltJ/DCyWLknT6BSosFVmMVqhpP4uorF9D24g/xalsLrlw6jhPnTqCxphJV+QbUnjqJfJMJCHngmbHDPklkd2LGX0aOTT6qTx1HA2HwyvljuPQHr6PcatoXTt1qd6yUBoqKi4thJCaFnPrckydQpdejsPYIamrq0FyWg8KmGhTSA1fV2oqiwgIYiNdgtaLm+DHYtAZUHDqMkopymJa0DZ1ehs6ggJ07yiI+AoHsIaB+D/C/7IkUkvYmAmwP8GoAdfVOlqogZ0mOECMQWA0BkbZVCEgAO3QanQxJynYhOijaCrRcfgWXX30Dr7z6Es4ea0QpW1EbKEpX0oqW01dJDsl66QpeOVwKi0GzAUl7OAvdI/U+UbiHa7F1qhM4iiKpy3IlSYC0FOjcqiM4+sIbeOOtN/D6a1fxQlMOco3yUjZxDS1yCorRfKoVuTRipwhEBAK7AQH25VI0MZMkYot+N+gkdNgxBNihS8TTSGTx3V15x2ojChYICAQEAs8gICIEAgIBgYBAQCCwDxGgcSqJRhhkjQSJBhv2YQ1FldaBALcDrV6GVi8hW4dw6rKFpJAjEBAICASegwB33bwpz+Klhc/JdICSU8kUwoEkZqdjSCZpWHu1uos0gcAWIpCi9se/VbeFRQjRAoFFCCRjMcTjUcTTT7e6T8aSiIdDiAR88PnmyB+MIUHtc1HmnboI+hENhRCiGchNqxCPIOmexIQ7hWjWtvqPI+yZgb1/EPZICE5nCLEoTZVuWtmFAvi7KoLpnm4M9E/C7qX7mKIZOKoEv06QjEaR5N+xWJiFztkekNR/dJGlj3DqsgSkELOXEeAHci/rL3RfKwLcwa6Vd6v41E58q4TvcbmSJEGjlWAwyVuwnHiPg3MA1ecBEN44Z7ODIBuBTpIh2iDEsZ0IOB8/xkjPLXRO9eP3v+yCh5yPib5eOBx2BEJ2eOztuD2QQDCSwk59lyUTCUSCQQSJItE4or4QQsEwggk6j0QRDSegvhO9DHCpWASxWBxxcnjSqQSiwajqnKorUZNJpPwO+Ieu4+vxODyhGDlfcURjz3qLKdIhHg0jykTOXypFeRNJxAmveDxJ2CQQDUURT6SQnB7E1OggOgI6mJIh+EIJhFlHSkuTHqn4s/KXUf05USzDi8HRKNwTvRjpb8dn18cwcv8u3O5HuNs7hRFH9BkZ8Vga0TDpGM+eDUrd1jPliAiBgEBAICAQ2AIE1K47yyNzW6DmjomUZAm8HMVk0UCm8x1TRBS8KxBQn5cd0kSSJEiKtEOli2J3CIEtLZadlyQZ8AlyVHgmeGlhvpEhOMgpmPCNofdBB9r7PRjtH4HXH0RSiiIdcWB0Vg9JViBLO9E204iHgnAND2P43k30ujwYGZzCzPggxmeGcffRBFxjD9Az6obL/3Q2LE1OV3i0C0N2O0acATjHHZjpfogB9zS6OgYxbR/AhJ3q3DuK2YmH6J0ZR0/fFCbJGZuYGsfAVGwRVIHJYYx3Ed+0Ez13uzDt7EPHwAh6qVy3x0Ozcp2YcjnQR/JGOzoxPj6BYfKpjOFBjE6F4B4dwfRYNwbtkzQrmCAncJH41S+oU+KfO+F7+ZSRIhGmOmuQCs/CPzuBh91OTPU/RPvdR5jwBilVfsq+5GyxrCWJ67xcuZR1ChLsAoE9iwB1jpFQCt6ZGNw0mrKbyeNYrGPAHUeCRpqC3gQ8e0D/ncbW54wjRqOcYfrC2W5d+B6pX8Pc/zPt2QdmCxWnbzcevfS64nDao3BObIImN5iX8zGtpezJGJxMxOuyxxANJREJp+BzJRbrvlZ5JOe5dWZZTGvhXcizUp55/Z9b7kJZW3XOOjKRfDf1dWz8xqMpeLk9UNwTHed5nlwvTFt6vh7e+bxcXiSYhFh+uYXP+gEVzU4dE88SrQSBTp9GTn4Cox2jsM9GEJF00JtMMJuNMOrNMBm04A2lVsq/lfHJWAj+qWF03niAYXJWJkfscI4+xtB4Bz67aUfQdRPfPBjDqCMyr0Ya6WQYEze/Qc/kNCb8EcwMDKPvy68xEvej8+Z9DLZ/jccDvbg/EqCZOS8QvItbd/vR1dmJ4dEBdIyRRzYvjQNPfxcG791Az6wP/Z9+ir7RG/i6cwgdoy7Muidw+5MvMTI1gkeP+ym/C6EYO24hxKKDGB4LwDvZj5HOm7jzqBNjgTRowo7FronoKwp8/1KpZ9nTiSgSMMNoLURpgRbJ8DQ67s9AMetgLTBi6cG762p0EjhElg7h1GUJSCFm7yIg0VMwNRTC7d86ceMX0ztDv1xDucRz89fER2FGz+6bHvjdCfTf9ePOh9ugP5V9kyhTvhryNdM8dmr6gmuVZz5txXPmZ3oe3wrpXCbTivI5H8m//5GTRgKjGO0MLL7PlHaDifnWSszPtEb+gXtesFNHg5Z792HZYs15BNRNgxMPfu/BZ38/g4//dnpD9Anl++TvNpZ3PWWq5VBZnOezf5iBfSiCqeEI7pP+HJehhXyZuI2GG5W1er6NY73Rejwv35c/c6qO8SRheuuj2Q21g+eVsVL63U/dmBgIIxLkZVVb3OiF+AODAI0fQ2eSoTcrULTyyvXWFcBQdAFvlQ5gyheEPSitzLutKRJM1jTy6k2YLn8fF0rKcKzSAptNB0mnh760HOXHj0OhmcWULzCvWRzJlBud4zkot5XhRKOJHBw9nIlaHK5qwpkiLRIzTgTo27HoaB3Kci2QpzowGHXT7FoOtLpiNFYa5mVlAiP0piJUVBfhdFUAnmgK1tJaNNTmQJecxOOuFIKOMIoqK1Db2IC66ipU1JXDVFaNfI0WuY21QCwf6I+ivJp0lzNy1xKmwTajJD3LG/dOYzpYjMKKQ3jvtAny7DTK2mQMkYM7ToNLS3PESO8oTSjw4NXStI1er6sqGy1E5FsfAoJ7mxFIA/WHzXjjxyV498/Ldob+bA3lEs/b/7oU71KY0fPsG/nIo07x+NUcvP6TbdCfyn6HKFO+GvI10zx2avqCa5VnPm3Fc+Zneh7fCulcJtOK8ikfp7/6R8UoazCg5awVi3i5bCbiWxS/2jXzM63GsyDtxFUb6HsLsgJxrIAAj1jainQ49lI+rvygFFf/sGxD9BLle+mHG8t7lfMxkYznlf/SD0vBxHwv/kEJSmqNKK4x4uhLeYv0fonksU7Mt1lSZZG89cpR8y1XJ6rD1T/cONZXl5O50TiuFxPlP/9eMSz5OuRSezh+NX8Rnuo9Ip41lT0vb0288zKPv1yA8gYTjBZ5hZYqogUCW4uApNXBdPwyLjSUocai2drC1iw9hfH2AXzyf/w9zY79Gh+2T2LcPbc0Mh6cxUzn17jxy1tIFRdBV0xOkypXC0UuwPH6GfT33cOvPh+kWT0vqgpG8NFXv8ZHDgsMFVXIibjR/enXuN0/i3jZWdSmErCF3UjS3Bf0GlXS038+eJxduHPjJn49UYVKow7UTVByAWzmapxtDmE2HYM3rUcKWiiU8vQTx9CXXYgZAsi5mI/hezM0k5h+mvycM0mSoOGfkFqmazCWNaOxuQ71ZVbisUAuP4XDF76Ls6kJFHr7EV1SjFYrQWeQoazm4D9Hn6XJ8tIIcS0QOHAI0IOmNUgw2xRYbJq9RDDyiJ9GgoFCS66yp3TfCaz1JupACS+9afux4nukPlsSBxXEFAAAEABJREFU/WeiQHyWIEBfmLysSE/t2ZSjgTl3E7TZ/Ossm/XlL3uFvqi5fW1K93WWvR/LYjz1RhlGiwI+38468rPK91JSpCUNVFwKBDaOAC/di5Nlz68ALLe0t+zCC2g7+RqO59fj4qV86KyFaDl3HLXVpTDry5BTdhKX2wDyYTauxKZySiioa8WlH/0F/vS7b+NKaxGqzx1FVX0dag0W5FQeRfOZd/DqIRnpqQf46uNP8enHX+KLLweQOPEKTp45i0uHa3Hk5GE0vvg2Xm47jdfeOI6mo5dx8uQLeOvNl3H0jb/ED8+ex/feu4QrL1/EkbpC5AV7cZNkfUb06cd30DnoB6yVaD5+Cq995yoaGq7iZGMpGkq1sBZV48x738GLZ8/gQlspStvaUNrQgtM2AySpFefOleHwS+fRduoKTre04VBDDmR5Hc85sdLXFChYgKRC58U4RbJr66zQaWSYbDa0vvw6KvOovNPHUVFfCfpqIL6nH5n6F4XsEVl+GrfZsyyK2qwqIr9AYOcQ4F3W0smdK3/jJafBu2Al4hRuXMiByMmdsCTxf6ouOfL0/wB9RFUFAnsLAX5UM0aPJM0/t3urCkJbgcCzCPB3D3t3z6bAUl6O/OIaFBlsKC83kLOhQU5xAaxWM7QaM3TmElQWABplmczbEiXBlF+E2pNncbylBXXFFtjKimAtbkRdeRuunGtEWW0LakryUVJoQ35hAQoK84lykVvWiOryCtSV5aGY8uRUNKKhpApN5LTZCspQVFxJs1z1KK0/gdaSInLUKlFRXYHC/HzkWcywqbIKVFnlreQUnriAIySvqaUCObmVKMolHrMErdGCgtpmVJeWorzABHN+AQ0O5qNEr4Ek5aO0zIxicrAKqexiax6KCwwUj00e3D+ZUFxshMWiqLI0ej3yKytg1GiRW1IKMzl5spry9B93a0yQnsZt9mxpGZuVJ/ILBPYmAtTR7lW3iL8f2LED1WFvgr99WvOomNqJCrC2D/T1lESNmT7rybGreNXBIX4Nay8/i7sFUcKQ24I62MYnu0UvoYdAYIMIsO3O30EarQxJ3qCQ3ZhNV4T8kgacazFDodkn6PJQUtuEQydP4MTJIzh2rBqFOg20G9FdMcKQV4kWknWc6MTJJhy5cAKNbYdQSvIYUwr27Id/siWb79nvp2a1Z2+qUHznEeAOVl5uCn7esGAN1d2qyLigD82OcQywMC6ViIN/OyUcjSNF+eY4tvq/BNZby2u8s9G7JeNIJFOgDzZ6pCizigsLYLCSMZKZBp9y1G6mNPWwqWQSSaIU3URVZ/rHTjNd7mbV94VuBDXSKwKdBt8TEBM/Xkz0BCK94J7N3bcUiGX78SCFeKMXJlJp+8vfJSWm6f5xH7BYnTTdkxQSCQJpccKKV8zJDh09ipT3WbZUPIJoNIqo+rtUlE43nfOozHROMeKzxQgI8etEgL6jZQWQmJazN7BHD0mGoigw6JDNSSesdMgaDTQ63ZJ35Vbi3t3xvAxXbJSyu++R0G4PIpBKpsHG2CLVadg9SQ4KGxU8sZPgH6yMx5FKsNFP5iQZL/FgHGly5qKxFHwzk5joe4T7vQ74oymQyEXi9sSFzw6Xyw9XaOPaBlwBREPROQGJCFKzo3B4k4gk5qJ27X8aLotHwgh4PPB6vQgGY2Q00n3kNkD3PDL3Pvim1KfvdFCzosazKTH7NrNEho7MI73P1DBNDl0KoVCcnr84+LlkxylF/+KREMI+L/xeD903D923MOh2PSNhOyIkKb0tRs121GWjZcSjMQSoD1mcP4JIxA/HdILu4+KUla4kelhkDch4A7hdYMkRdHRjoL8Hg5NuRGJpIBJHgpw5dva4T6bueUkOcSkQ2FkEqHkiSd+DyXgabHPsrDbbWroobCUEqJ+TJPq3Uvo64+V18gt2gcC+RIANSUWz5MEKj2FsYgJ3BuOIRe249o+/x2DXx3g4NIKO8Qj85Kx88lcfY2z4Y3x0pw+f35iAa3KcRqwm8Lv/z99iYGwaYV6KtYWIpcnbTNLod8iXWGIsUUoqQUZwCKFADHFyOlPknMTDdB4KIZ6IIRwMIxKOg6LJyWCjKITI0Je4NzCGdkcKCfbCKJqd2TR5qMlohJy1kGpAx279Ap91TWPUT+Vm6sffWPEQ3OEAwgn+5qI0zyT8PR/hzmQY7nk/L8O+68JgP8bGBnF3iOBIxZGevYZ7vS7c/fw+eu9cx0gW7iXBCUn0uiveenVGlNqaOnLJ7ekJZww+nwP/8N86MTv8e3z+5X1cfzQK9+wEvrnRi1g8Ae/9OxgdG4WdngnG+UnW7Tqh7kPW0Ii1VoKs4JkjGYsiGqRnLBxFgj0OamPRQBjRWIKeRyJ6vuKUK03PTjIWp1n/CDlCYQTomaUHj3yWFOUjBp5Np8EHPz27aT4n3gg5u7Eo5fE4MfnbX+H+jBfuxMIGy4jEEaFnPhpNIEkjCynuA/whKjsNhjpJzlg8FKFyY4jTcxyOp5CMR+k8jijdk3QqRs9+iLBOUVwScdIhFqFnnbBPRx/izs0u9HTTgBb1L25ytElTJEJ+RFivpBd+/zi6u7xIkixO2yxNj9hJhyk4Jzrwyd/9Cx599Qm6g1347GY3unumkab7sdkyRH6BQDYRkKhNKjRQwZsp8QqbbMoWsvYmAgrZnRodNYwsqb/3zYssASHEHGwEyMYhp4gNnwU4pKJkkEThj6TABo1nxoNIyE1GVgRBnolLROF2uBENuzFLxpHHR0aUZERRcTGOl9gRJiOJJnsWCNyaU4meYq1eBn9hPCkhGUbEM4wPPxvBwOPf435HN7653o7eL3+BW+Nh9H/xMToG2nHjYQfuX7+Bqam7+O3XYxgZHYTLP4WBviE8vvEYzpgTdz+5i96vPsaDng7cm/TBYfch7ZnCDFWOJi/xBLU0maShQTzqd2BqvBsj/R348u4YXDND8JKDuMjGfKLoLjpJhTE73ocHN27gy4d0/+Kz8Ax9g/apEEbTlSjZ0AsBK9RPWiH+gEczLNKys3Upmn2LY3omRIMNHkjeIYyNj+LOqBc+fww6owl6mlKXFBkwGHZsIwH1GeRKPHMf4xi6fx9d92+ga6gbv//iIWZnRjA5dQ83H3bj8d0O+Ifv4fZUAhP3vsZw54f4/PFd/O76fQx++VN8MjKGm9fuYKz7JnqHenG3fRDOrg9xq/cGfv3ZfTy+8xUGhtpxdyKG0PQU/OTo0VjPEy3S0SCi7R/i/nAv+px+jA4Oo//RdQzPjOHGVw8xcOtT6g86qD/oxMNf/RzDQ7/C50MBTA3dxeBQJ77smkLf3WsYnSXMbz3Gw09/hgf3Psb1gVHc+/IhPGEnXO4AzXI7MD09iseDLiA2A4djAu1f3yYnqwfTyRjCId6N6kmP8US/jZzEaOo8TTOjPFsbcvoQc0+j56vrcNNzmi6wgVrCRsSqeVLUWSWJUllyQFWh4p9AgBDgARQJEvgDcew9BMjMS9JMK9/HbCjP3xnSZjqrJUpkUdQSyeJSILDLEFhVHbWPpX+rMj0nkZ5MWTHBZM5HdaFEM3YAD8hjCw+Jvhl4xO8Zp45mARIRN7omE4hJZJw5ZtDXOQn39DQS+hhGu+0IhhNIBX3wDXRiaKgLw0k90hoNFDkOn8uJyaFJBJMB4u1H971BzMyGIRv0MNBMhKIoUAw6KGRESwvrp6QQ9EURGBmC02GHA3ro+aXwRUwLM+yuc1lL9bPkwpZjhp5G0Lw+N9zeABI006lVsqQr27RMWRK3r8TQNxx9IPMSTD5ZoXKWXBsMiCHgGMVEXIFE902r1UGr00Oj1UDede0tRbP4s3C7Q4jFIvB03cMoOXG9k8PoGLbD7ppFPOXB6MAg+gZmEXX0YtYziwlXCHFHH0bjBrin6PkdeoDh4W5022fgnnUi6B3GgCMIr9+lDi5NuWV6JjWEgwJpEQhp6inC8Ax3YniiD+0DQ+h4MADX7AxmfS6M9I1ReeT40Sy7u/8hXK529Lqi1A+MYsbVj/aRUTy83QfnDPF7g3DRtZvOvWTZ+CeGEKKhnbSGnGl6SNLU9wQ9XoBmvntp1n+4sx+OqRlQzAp3c4PRyQjC5NArJupvD9fCmnbAO+unQTgJiTTVf4Ni1WwSNyAJknoh/gkEsoMAPS6IhdP0XMUx1hNC1y3/rqLu23P6jPeHVB3d07Ft1697l2Gy8B4NPA4iRgP6jtEo+h8EN43NWG8YXmcc/DMX2WlhgJwtQUKOQGAvI8Df4UyL6iArSEZCCE6NYto5jYDBCllvBkJ++B1jmHG7EbTkQ0N8CmdMhhH22TFMBk+nqwBarZYcIE7YIZJAThoZc0bSW9IANItoyKtCY6UGGp0VOsUAq14HI1U8TDONSq4OCuksSVpoKK+UCpDR54SbRsQ9IQVKSoMcnQQNzwqadEjHqTNKJJFMY+6QFcBShDwj5Y9GkEzEoVh0kGXtXPoe+G8uqkbjqcu4eroaNp2CuLkWRYY4bNERDM/STOQm60Cwgr/YNylm/2YncOgDXu67GlByfj1KC4tQrfPBnaJ2vksQ4Rl/1n9ZddIapCVyfBQtrOkAZmjWzO4NkxMSRdJohlJQBPPIFxjTVMOiM6PMbIUtrwQ2mxXW3CoU0POpodnkaNCNUDyGsKYKFVYF1sJi5BYXIddEs5UpBQaTTEZCDPFkCgSNqoqk0UJTXAuj3wGPawJ2tx9edxzhQAw55YVIUt+gIUfITAM2slYGCYEU8sLn8dHgjx/xeID4EwiQvqbCQphMxbAaS1BSUoQCSwxpnQGylERa0UPRW2GTY0i5+zEy5UUgEEGcZr3CNDCSCvuRWhEgVdW1/0slkSCH3lpYgqbTTbBIYeTUt0Dr9SMxPQMqbu2ylnDKigRFA0iLHGOIQyCwaQSS9FyG/ElMj0cx0hNeG3WHMMK0lJ/jmJbGb/S6e04f1s3vScDvTmDNOmbKJH2Gu0jOvKz15ad6krP7JA/JWrbembJWCYc5L8tiPZhW4X1S3lKeJzJILzq3D0Woz0nDQ47YBJ2vmE8tN/Rc7GYmojQIniRbKWNEbbp5gXrvzQsREgQCex0BXmaTfOKdzNeGHJ+kZwbOex/hzqMHcFa3wljcCI1zHPa7n+BBfz88LafIuMlFjl4Lo+yGe/w2Pv7oI/wmeBQ6vQUWMgzmpW17kE4mEJzoRN/tHkQVHfIaK6Elp1SR8nG4PkGj8Z24a/fDlVOPlrpCeG/fQffgLEIRHQrJWLToptHR2YHRsAVlVQmEQiO4frcXDwacSNi0CI6Mwzk9C3cwjHCYKYJIXIKWZkpya4uh0SQwda8dnZMRKEiD7CTs6oMcX41GA71mXkvZgPr6Nly43IjSSiMGuv3zCRsMJMrHRIH4LI8A2/vJRFodDeXzp1wSZEmB2ayFTDNCWo2CnIoa1B45izN5WmjJ+JZ1OmpzGijYzmNxWSmamk/x0pzU4nj1KuKCc/wxzbKNYjl7oVUAABAASURBVDz/GCzhHBQaAKMSQzJlApI5KPHcRLKuGilbMXRaHYw6DTlJZhioUjqaJbfW1iKviByqSBI66KExG2AyauiZ05ETogWxQGeLY2bADqfTA7/6XNKzGQwhSrNlkeJcQFeJChqMaq6X4Ve0SGjK0FASR8Q3hAc9YxgP6IGSJuTMDmN8eAJOjwlleZU41iwjqJER15igoYEivV5PuMvQ6o10b3KgiU7A652BOySR7jQgRg6gwWaBZJLIwVKQoHjFN4Ek3dh1mTArMGusVI/6ZtRVlyJXa4JiOoGWoy/iSlUAJToHvJsYg+F3O0lN6rXSEIdAIFsISBJgylFQUKFD89lcnH2ncE105u0iMD3Dv1J8Ru7bJD9DmbiVQuI7/WYBzlJYe8SK3AIdCul775kyV8rP8ZT3zFtc5pycdeVV8xfh9Jucn4iuuc5M65dD+VU9GLdCwq5wTTgvKudJXVjGHB25kg+9SUFFsxnHXspbWeZbxM/lUx0WyVxy3XQ6F0WVBhjMcraaGLInKWsqCUECge1HQFYkKBrqcbHg0BTi0IUX8eP/4U/xzus/wb99qwrVZW04+8Z7+OFf/im+9cb38O/fLEZ+7at461IrPvjBe3jtz/53/C9/8W/xv/zoOKoLTTv6gEmKlkauz+EE6f7elRN4+1ItDl+5jGJZQfGL38PrL38Pf/L+S3j9rYsoa3gP/+7P3sQbf/K/4kevXcD33jiOC3/w5/iDqz/A/+V/fR9X/+BP8Nbr38aPXjmJKxcOQdf0AX749ik0pnrR+/uf4qf//FP8/Jcf4/MuHQ6fbkXN0Zdx9MI7+NO/+AFe/PH/Fd89ZkOZBbv7sLairr4JF5pJTVkHFL+G80eK0NDYgrqWM3j7nI0SNvEh+5ANRUkmGRKR+DyDAOOTosEVduwWJ+phs5XhL/7sBAqb3sTR5kq0lFtRUFSHqy8dgTqQcO4CGmrqULk447ZeydyP0Gy2eo+XlmwuRXnjC3j16tv4o++8gDM//Au8/tKP8efffRfvXKqBEk/CnbyIY/UG5B99F2eOn8U755tQdfXHeKNExqkrL6K67W2cP/smvv/dV3DihQuorXoX37vcgCNHzqCi9hgunSpA3qUf4d2L+VAGb+PGr36KX//q1/j42mOMlL+KFy7+Ib7/4gm8Rs/42Xd+gnfPn8dLRwpRe+X7uPLKd/H+qSY0ludCLn0XH7x/Be/+yf8Z33v3W/j+xQacfP9P8e4LV/Dy0TKcee9NHL34Eo7m5ePIq++g1HAIl199DRcvnsHpQw249MoFaI/+MT54/RX84C9+grdefhcvNx3Faz++qDqq0lJslrum5yWVApi4XSxlqaf7XUP320oJ2lwbil9/G4dMZlQefQVlzSdQQI8wJW3oI0kSJIkI0obyL5tJRAoE5hGQZBmKRqZ+a42kIz4mLYULieOYFsZt5lyvqDopJEMme4jUhJbO10Usg2mjenHeTJksgylzvZ4wI4fzM60nb4Z3iQwNYULdArQGug+ryeS0TN6MrGVCtjlZHrJ4sHmRRXFClEBg7yFAtgONyEKlxdrL0NDov9Fsgp5Go030kCqKBloaoTaaTDQqboBZL0NW9NDTiLrBaKBRHCvMlGY2aqHQ7AF26lBMMOY14rsvlqOiJIf00xIp4PrwQy/rSFcio0EHvV6n1sFk0pP+Fhjp2qDXQmcwwaAzwmIxQGdkDAwwcjzVVdLMnRfUHMHh81dx9ZWreOnKRZypsyLfqoOi1UGr08NkMlJeKwzUoe0kHGu6DTRTpygaUPWIXQJkPbT0xatoNFA0WuipDpQgPluIABsRGp0Mg0nB4i87CbKsUHvSQtbooaGZOg05UBynoxvGvLJWB0VRdnSmjvXAsoeWRuaP4fCxVhTQc8HPndZogp6eLxNNr+l1OpjzS3HkvXfRnGOCmZ4vrVZL6RooxKOXQc8T1Y/qrtXqYaA8Wh1dK3RO9ddQ+1QULXTURmWdiZ7bEtQcJgfrxau4/OJlXDh/FFW5BlgMRkrTQq/XgWfYuFwdt3HqC3R6A4oamtD66ltokA3Iob7BYLLAQPEGnQZa6g9Ufq1C53podSRDlqHR6yFLGugo1Om09MwodK4DNFQWlWOkPkBPMvQaLfRGHVbGCIsPCXTP52i5PNzH8P2WOBfpIVP5GmJUtHrIVFZW+htVOBcgSCCwfQgsLYma9fLPDbVPTlvK/+Sa0pGhJ5ErnBCfKotCjUaChvoSifrYFbiXj6a8LINJLXd5rpVj5/Nn8rIcppUzrJCyQA7nZ1qBc+Xo5WRQHOumyuPzlXJTmsqzUvp8fCqRVpdeppLzEVkI5CzIECIEAnsaAXr++DlVaU9XZKHyshaKPgcN5QbV8VyYlM1znTkPeUXlKC8vR1lpCYqsZNSt94sgmwoJWXsbAfomlOlbSSajAnS+tyuzUHsZuSV5sBXkQLswOnMu0XNjzEFxTSksGiULjqke5rxCFJaWo7S0FMVF+TBrJXK+sOqhs+bAVlUDG5AFHUhINj5SNoQIGQIBgcBaEZAkSR1QoQDi2DoEJBp5UmnjfdwzysnPxIgIgcABRICX9zDttaqnaX6R3//g5Wo847hQf0mSodUAomPG7jr4RjHtLq12hTbp1NzIZSycBLfrXaFUlpSQFRkrjnzTsyopGtDgOLL4/b5uzSXyqBWa5VLWnXMLM4hnZQvBFaJ3EwKJkAdetxOzvjASKdYshWQ8hlg0ilgsgUSSHoZ0EjG/U92VORCJI5lKUTzxplOg7pMtArXvpGiOJIoiHkvRjBDm4pOqYIrfjk8SyWQMwWCKyt5geakEUvEIwgnWf60yCKdkAOFoEnHKt9Zc281H3T5k6mwlOXslZ1FU9pQSknYBAgdIBXr8Qf0hEZ/tvYpzR86bvOxFp3Tvob15jcV9WhlDxiYRT4GduidbN67MLlIEAgIBgcCeQuCJrbGMuRGYGYF9tA8jk3ZMTUzBn/BgZtoN96wPoUgE0UgMYecophzjmJwhB9DngT/gwaQzjLR/HA5vFMGQD4GAF07eKYgLi4xhzOGFO5BAnGQE3G7wHkLLFL8AxzS4LyYPcUFc5pTSUklyJOecTB58S5MHmSJnUc1DbGlKT1FcOk06R90YG4sgkZjLx/FssxAbeWlJcvpSallp0jWl5iPN0jH4vH6EwjHVoYuTs+uOALzJEpeTIgFcVprLYKePr1WB8//I8UV4DNPuMHxhLjcFzkeSgVQAfn8QoVBcLXc+x9oDEkKqYnls1i6GOVlOihx1Dvk6GyScumygKGTsaQR4ZFymGS2Zl3ztsZpINK6v0BS+Ti+Dgh3RXhS6PgTUUTlpfXkOCresSNAbFVjydSvPah0UMEQ95xAQz8ocDuL/nkeAHZFELA0mNuaXVsg16UQ4MIWIvx9f/N3f46H3Mb66O46xkQDYkYm6pzH8m7/CnVAOFFMOclPDGB+6g998PYxk51/j5/ft6B16hM6Ou/j4vpO8oCjSg7/DL289xoMJH7xTkxi4dxMuKni117iSlJhMkN+SIsYln3QyjkSYZPln4fYlEYnGEYuEEAqEEY0nkSbHLBr2IxSMIBLzIBAcR1enF3GVL4BwMEx5kkiSM5aMBMgpjSJG+ZI0GxcN+skpjSEZs+PG9fvo77cjEooiGvQhSM5PMhZFJBBEOExhPI5oKIRI0IMgzVjGKf2JqmlS3t+BYXsALm8SiUgYQX8QEapYKtaO+3c60dUzCxo/fJJlTSfs0NFNTNDMJ/mTa8qyGlOM5ERDKWoPywC9WsZV0uRV0kSSQEAgIBAQCAgEsoWAkCMQWD8CZEitP5PIIRDYfQjw+AQPHssKIPEFlhyyHnpTOepqqvHqmTi6R9NwdF3HnS++xPVHHZjQ+vE4eRYvVBShvtgCk1GnvvuaIB/GOQU4JzrgHOjDxPgYJkLkHCZl9A4XojowCG3ajuklxa10qZB+igZQByCx8EhjemQSN3/9W0wO/RS/ejCMLz77HO0PvsTDvk588vNPMNv9N/jlnUF88+kneHjrK9xyU/4UzQ0O/xSf3u3Btc+uof3rf8Rve+7hp/9wC+PDnZj2T8E+48DI/bt49LO/x1euAFzRFM3ikdPonMBUxz10kRP5zU9/gY6uz/H723fw67//FR78/P+OX4+M4JPffIPBITvCVNTSTzIwDbf9Hh52f4H/8tM+eP0h8Osq5HsuZX3+Nd0zSZKg4UF05fnsz+PgwXidQYYky89jXXN69iStuUjBKBDYZQjQgzrRH8H1X8/i2s+c66IviT9D6827iP+nVC4TyVsUz9ccz8TnS6j9ug++2QR67gTwzQb0X1rWRuqyXJ7l4paWxddr5WNepvXyc56FdPPDWcyMxzDUEVrXfV4og883okf3bT+NYtLoJ42CZmPpxi57irKiTopGW4PeBPrvenH/ExfufuTcM/Tg01m4JqNwT0UxcN/3fL1/t3fqtv33wYnH12bhdcYxS3j23PI8H88stpU+an+uyQjikeyNoGflARFC9jYCZGuwwyQrEhny0jJ1kSleC0UmZy2lwGQGrNXHcej0WRxvqUAuZUmkddBrFWg1MmRJgkRSkikZDq8Fh/QOjMX08EQ0OCwNYTzchXvDCciBCcw6PRhyEvOaPhJINCBhyZFGIh5FyOehGbIQpU1ieNiJkQEvEjQTZ7TlIDQyAY3FjMIak6o/+WL0vZeGl5xBGPTIrzbDqnPB1d+NkaLDsJbUIt8QRsAxgoHecYSiPszGdJA0RmLXwWLUwmJKI5wcR487B3pTI8rJmTWGnTTLp0FueTVydOzORZHAs0fEOQr7aD96nVF4fF6kFA20ejN0Wj008rP8q8aoA0xp1SnMxpLJVCoNdcZPWrXUdSWut0rrEi6YBQJ7AQH14ZQlaPTKukmhPDLvVqdbf96F5SlaGQuvF54rJJtpYVzmXNHJ4NE0eYP6Z+RkQpm+LBQqL3O9lpD5Od9CXoXlEC2My8Y5l8PlrVXWIj0MCmTCWaIvVJl680UyWNd11ntRfmoHz7vmMtNp+laQII5VEOD2bLLKyM1X1kzWXAU5ecqa+Vm21aYgh4jP103LlMXl6/QStPRMmqzKc3Vh/nWXuwwm1lz5mXpYN4DHarqwrixzNZ5spHE5ufPY8v3RaiXwaLYl5/l4ZqP8jAwztT++j5DEw7rKo7o7kvaaFtSkJPq+BoXPqB51YGr4Lm4+6sY9fw1aChQYkl74PeSYOFyYpVmvBtsY7nd04cHthxiesMOdjpMzE8F4ugyHKzTIzatGnqkY1alp9Pf1IFzdjIpjTdDGk/ANDCLg7MKd69fwsGsU3kDkGRVWj5DIkYwjmfJjdDgNo96AXGMa6VQUQZoV1OUVwWzLIyfSB48zglBMA4s2hYTbjgg5eqlQED5XCIGYFjk5OmgDDhoEs8PlHIfD44EjkEAs4UMoQmkxLwIBH3yxNAwGEyTJglw9OX80q+eJkQ5aG3Rd7eeIAAAQAElEQVSwICc3jxw/QKOkQN+umDsIXK0OQbcbLsbI5UY4EUE46EMUeqTjHsTCHoRJ9hz/Gv+TWEBCNrsFSQZhiqwdJC5rsoQggcCeRCBFhratSIf641Y0ncpZNzWesqJxA/ma1pXHuqxe5Q0mGMwKSmqNG9Z/oR6NJ63rrkvjyRxwvkVy1ogJ48a0MO9q51wOl7caz7Np1ifY1R2zwJqnQWGF/kkc869Hhwz/evOU1BnpS0cCd+KQ9uSjsuVKS4SL0aKgus2E1nNWHL6Y81w6dCEHbeeJl8K18Gd4Dl2wgvNmrtcacp4MLczTRvrmFmphI6ppNa2qt5qf6sbhQhkbOWcZTJm8fH6I8OAwE7fpkLDNukyq/zN6cTlEHN98yqI+q4xp7RHzqngyfzapltqfrUgLjZYa5Ja3elHAQUGATA0k42ma7UqBVyUsrbc51wQtOSfBcBKRwuNoyilCpS2BVIKcE08ESSkHrU1WBINBeMhRCcT10BNPQ5URlro2lNe34Fh9I9oa6lFQUgFDPBct546h8fxlNJQVocqShsVmRNA5Q7NWIfVdtqU6PO9ao9fAnGOi7zIjUjEr6uorUN9cgdyCfOQR5TafRDEPniYs0BnKUV+Wh/ISGeamIyigGTYlboRsbUFz8xEcMbiRDnnIiVNgyCtFeXMDCiurUW6woKrQpA7oRBUK86pQZarEyWYL9Log0kYTbGp9G5FPX6j5xSXQpiPwTQ1jdHQYY+MTsEdLYNIB5twC2Erq0VxZgsYKGz3ThcjLpTqYkuScPnUDn1fvJ+kSoGgkULFPojZ6IpNzr9Ags6RsVMKz+eRno0SMQOBgISBLEj3oktqB8CYN6yWjRQODSVE3eFhv3gy/gWToV5DBTpvBrFlWvpbXdsuku1GG3kBk3JweG6kL68f5MnXhkPXleD7PJnE565HLvKyLqgPN1OkMGsjUibKxpsbN48V8K+G/kG8z51qdDEmGOFZBQKK2rKEvTJ1OgWH+3jwPc372zDkaqPdwjXlYpomeOaNFAZ+vh7g8LovDxflkcNuS6B5rdNKqcjmv0Ux1XOGZXyx3dR1NVg0W1oNlmwgPlq9fBx6r8XJ9WSbLXo1vs2lcDhPL0dHzyljKMqhvllbFk/mzSVqaec+W4QZxCAQWIBCLpGmWKEWO2rMORenxN3H5vb/ED999H99+sRE52la88N4HeP8P/xBvXbmA082VyD32Pbz/2hW8/NZVHDl2Fafqz+GDS8146aUjsJaeR3NdGVqPN6L83Pu4+sLbuFSsh01XjrYjbXjxvTdw8p1/hx++/z28er4VRXnmBZotPE2DHVDy3BZG0rkEk6UINa1ncY70k6NJFDWcxsmLr+HS4WYcqcuHUnAeF184jZffvopTJy7icHkjLn9wDsXlL+DiuTN45e2XcPrcSzhUdgSvfPsVnHzhMlpbXsSFkxfw1jtXcf7dP8bLtQUk/zKOH2tFRU0tLPWncLFQj9YXX8fps+/jlTMnceXlI2h6/T00UQfRdPwUcuUwZrrv4sF9okcd6PE24fipZlx86wpOvPgBXj/zGv74u2dRbG3AkTPncehYA3LIbqJK7dhHkgDu4yQKkaVDzpKcAy5GVF8gIBAQCKwNAXW577Pf52vLLLh2LQJ8S3kUPs4v+Cf4atequicU46XK/PtaMcJzQ5sa7IlaCiUPEgJsvBstMow0EKOhAdndWnd+3pjU76olSppzc1DR2AqL9Rzef7kVtRXWJRw7c5lbcwrHr3yAd8kJfuftd3ClNQ82GjTbGW12rlTh1O0c9qLkg4iAqPOBR4BH5g48CPsQAB5spUFjyIoMmWYc92EVt7VKkiRBq5Vplk6GrGxr0aIwgcDWISAB1LSxmw9+3pik5TwERQPFZEFOjgVGLZ3vkspIpKxMSiuKAibugwnq3Qzzlugmb4lUIVQgIBDYHgTSvEwira7Rp9PtKVOUsnkE1vBts/lChITtRkBSJJDNA7IvII7NIyDRczI350knmxe3ZgnJRErtU5d772nNQgSjQGAJAvwdnYimwbP5u7ttSeBnD9KSCvAlJUiyAo1GgRi7YkB2F8m7Sx2hjUBgZxDgzpZpUekUkc5sOUsJqXgK6VSSKA11G1qyNpLxJEBxyWQa0ZAPvlk7plx+xBJpUHbKtT0fiXtfaR1lJQMIR+OIBKNIhEOIriNriiofCUTA2KjZEhGkogEwFOr1Xv1HNyyViCMWiSBCFIslwfeV68l1TtCt3qtV2/t60/NE7Y5uCeg20SM39yymkklEwqm5uJAbbocDDqcXQTLK1TqnogjMOuF2+xDgzCSDsszxJykfPbf8MKfDdM9JMG9gHw954JmZgn3Gh0gCKq8qaw3/yN5RDZ31PIprEPs8ln2dvjNYzpU6939fwysqtwMIiHa1A6AfkCKFU3dAbrSo5uoIkD0HNt4XcSWDCIZCmA2kyIiMYHpkCkHPJNz+ALyhJI22BTE1MIlQYBKT5MiNj04STzfGpqcwOjCKQDiKLfcDyIqUJAmKVmK3DkuPNDkpSXJM+f2UNBu05Jnwbp8Ij2F6NgjnhBuBaQfclDGNFFKcPs/Pxm6KHVaydMl/JQ76EFDJeByeWR85PFQ7kpnyTyHqGoaXPENKJqY9+kn4EPC54XAGEQoFEA3Y4fRE4Z6ehd/lhI8M/KzUjMFkyoqwfSaEGhA1KWpbafDfk9qlEvS8BTDoiCOaCGOWHDf3jBN+7wx6emdpQCGF6OQIJsdGMDAyjomRMczGg5gcHodjYhIujx9BGrxIhKdhd6eJPw7v1Cxmp72IhPzwDzzGiD+OMDXp4Mwk7MM9GJ50YKR3ArFYdm58mirGz1eSnUm+/1TX5Pzzxs8kO6gcDYpXefnZIw80QfwEiLpTGyWRl5lCOhOfpnOSmyQnNkV8qVgUYbsdbhqwianMGQTpIU664ZzxIxCIqbKIXU1M0/POZbMuT3SjlHQiQXwpUDJd7dBHAqh7w3YfikaCRiuDZ163u+ytLU9I30kEJGrPGj21Lb0MmWb1d1IXUfb+REDen9UStRIIrA8BmZ6EZzrZKBl3Djvax+JIxBy4/eHX5Kx9ge7xMfRNRRH0TuCbn30B+/gX+Kp9ADcfTMHrdECnc+Luv/wTRqecoEmE9SmSLW4y9lKJKHxeHwKhGCLRCBmvdO4LIhCMIOnvxfi0D+OD03CNj2IqnUQs6kfQ74ffH0LEH0TM74U/GESYZijJbpzTLEVYRH2Y8vmRoBm6WCiI0FQXvOP3MRMme3OOa2/+Dw9hYnwA9wcjiBJeae91dAzY8eDGYwx0PIRDtbg3VzX6TmebfXNC9nFu9kOS1N6ioRSoCT+taSqCgHcaH37thMc7jAcPetHx4CHG+m/jpx92wE1Tav7BSQRTMbh9Dgz87ld44BvAb375AFMRLYx5NpgTM9RWb+DzBwE4XHY8/OYeHtzvxdTsGLo+/ytc6/NjNpyGx+GGzz2DlDyLr/7mNwh5/U/12PBZGhF+ttwk2xeAj2bIk/EwQj4vvPS8hQIhxII+BGiGPx4MIMK/z0TP2KzHRwMoHoSCfnh9YfBzHIuEafDBTzj4EI4E4PME4XcHEAyGaFbShckPP8J9mmV0k6wn6qYjQPQhvvmyD4PDbnquY2DnLkV4+UluwOVBgHWjASs/6RaPhKgv8MLnDVKZCXKwn0gSJwIBgcAmEOB+LZlMIx5LqbtgxshI2FlKIkqjWQt1SJBuSeo/kkQL47fnPEm4ZGgnMcrowOGcHvFISv1eStB3FJ9vFg/GOUVtIZsdLJmym2idIqtAYJ8gkAV7HZB00OqLUFLWhPcvJ3neCyGypbATR9yHsOMu/uG+Ex1DLvTc+gaPb3+G9pFufPgvX2CKjMin8w9pREMePPjtP6Fn9DG+/uYOrv/6v+HBN3+Hf+7xIrTwBzoTHvidPfjs/jSCE9fw9c1HuPF4Ar6QdydqmfUy/VPkLHz9IX59YxQBmmeNj32EnrACe+55NOk3Xxy3M4l7XWnzsvajBIlw4cEV/kkAPn9SR40RGl0OymZuITp8ExGzGZFkCbTjbtRVjOEuzaZ7EgHMOsYwRLPPjqAE28xdpI68iMKqJpTmmGA2ahCndtr38X/A3/2X/4Jf3uvHUMCFkOLGoPUMkg/HQVPwAMnxO0cxPDKKcUMFErL2iRobP4nh8afXcPPzj3Gz4x7+7u+v0WBQNwZHr+FXv7+Lax/dhLvzGn4zlEDfR79C+/X/ir/58nP8/35xDe3/8n/gP3cP4Nf/+Cl6bv4Wtx8/wO++7sT0zf+CX93+Lf7ff3uN8v8CDztu4KOhNOLxKHhm/lld44gn0kim3RgZ6MHtL24h6LuNn3/+GL/+Lz/H7W8+x1f37+If/uYjPP7ob3FtbBzf/O4b9N/rpGfhWWkiRiAgEFgfAuk0aCAniemRENq/nMWX/zyVXfonkse0DrnXiP/aP06Bw4w+XTfcmBkNY2ogtDn9WDZRRu5zQ+K99o+OOV3o/MsMraM+C8tQ68Qy1pOf+DnftX8iPQgXVYf5/Hc/ciIcSGDooZ8G+Wc2hw3J7PjGjenRCHgQc30taWVueeWkLUsRggUCuwoB6mfVKSbucDetmKQAkhaJiAY6jQSFLrETBxvB5jLUuL/E0OR93OqZwmBfEMlwHPlVZTBqNHj68PtpZopmqB4G4bYHYCCD2ZJTDrOmFLVNRbAYZchkbKvV0BqgsRSgQEki0D+ClNWE3Jpy5FnNavJe/2cpaUTrhTfx5oVGFOgUOJM2pN3TMMz2waM2lM3VkGFU21kWZG1Ok12amwBSnTotnSzy6hQYFAVnbGP48mYQYZ0PEf002ocmqS1P4vFjL80w65BjjsNUZECqsBX1GkCjaKDICpGkLuPTGMyoOvs+Xn/nHVxqqUSp3w5/fx8G4rmIDN3DWNCDWdkIk0ZGkSEEue0YoNNnBax40gitqQJleQWo8nSgr+fG/5+9/3COK8vvfMHPvektvPceoAPoTbHI8q6rjboltVrmSSNptG82Jt7GRGxsbOxG7F+xuy82Yt/uvHkzI81oprvV6lZ3V5vyLFbRO3jvPRKJ9Pb9ToIgARAAARI0IO9l/vLce87Pfu89J8/vnESSm2NLjC1GiLksmIo8xDq/oX0hl+x4klKHC09WEXluK/bsOnLdEJ8cZHq0j8lYFJ+pnEpbHGt2AZ7CXHKcNvSQFYfDiUPpk/HnnuMKS5sdm92D01pAmd1EUXyUa7eGSFd7SdizsHkqKfM4yJu9zdc3x1mcmEIcwJKVi4WX64hGkkRCSRKrF7ReLgiMaJ8QAnaXTk6hldr9Lg69krW7dFb0KdqB3oOns9h/wivkEV+8QllUNTvJFh/zSqyZ60f2U3xpFdqu/MEzXvad9LD/tJeDSm6FdhDPalsZ20rHTuQVv/LjhId9gsvBM1n3MGg64pExVKewwkbTUYXX/bbVdrd7Xt3iIrvAgsWms1vH7mna4xFhrAAAEABJREFULY8MPQYCzwIBjcykj9WH2UbMN8PM7c+5032bqewyzJ4i0rNjTNz6gs6hPmYL67GbrJiVXGyOhdHLXLjwGb+frcZkceB8VrMhlTmkkmCJsbiUxpRKYDFH8cfTmLLysdochBcWiYSniaTCzMw6yHPFCMpkMWZxYrbn4jB7yMqyY5bJoZoTog7djK7iMoHdayXqn2NWJn9z/ohq3fNkcXjlA7eCiqIsbCYdT0EjjTU55Dr8dA8EdyU+edR2Rc8LqSQFSdlNikflRD3D94LUsNjNlLflMJ8oIzcwhduWIlJ7lgP7DpHdd4tQMIKeXUlVcTbVXj+9+j684xfoa/+Kz652cadnlrTJgruohsqqSkqz7cQWEizMujhyrJmz+5aY8kWY9NskiaqgpKyexnA71nSMXTmiQRbnxhmdm2XekkNMdhnjkaD0QaG0E+y5FIz/ntn8KsxODx6rFYfDhd1mxWb34rSZxC8HJlOapD9MPOXF69awuYVHyGaxSPKVxuaMMDMyz2IgRvye4zqYXBCewCeyOHTsWWmuXDFTX+rArYcFh1HGfEuEXQVUZ6cFzxgRWcTRHPbl8e2erhf/RJdVLEX3xr1nHrLhwIuAgHqeTBYNp8dMfpmN8kbHM6eKJgeVLU4qJZErb3Bm/MkrteH0mnBlmzPXT83PpmU/KqWsuOvLU7O96l5UiH2Fh8KlXM5XfCiqsmG26uQUWSmpsT82NuoZUM+Cbtq9p1vfPVWGJgOBvYmAJm4rkmLty5KNRyZLBc4YyZSV0v315BQ2Uuhxk2NPoEnyU9HWhDenjrqSPGqr88jKz0VLJEmXHiLL5WIXF2DW+vbQKw3dZCW3to2G8nra9jfQfKCOgsJCCvK8WNzVFGQ7yS/Jwl1QSaGlnCOnmimrKqegIIeckkK8xaXkSmIYmR1gdEh2M/p6GBydYSFqp7qmCG/dQYqzPHhc+ehZNWTZYEMc2SOHJRevN4fibPFXk1HWUUVTXQ0H2hoorSzBqr77Lk2P81qTpzyOohdUVuGTTqVR5foQNasde30rBw4fpD63kOqSKhqOn6ah6SQnKqzk1ZSTV9xEY0kFLbXZxN0tNBSAwyzJSTRBLO3ALLtRNUUaNklWCiqLKWxooaDsAK8cquHI2f0Ue93k5kkfqTkoSd0+jhYlsZu3v62q/j4iIUlpaiORdIpUMo7udJJ38CgVla3sq66jtb6Ectlp0xJ27IEgOXUFWCr2U1JUTH1ZDt7qfdS6NIpV32xso7a+hf0VxRRJ/8zKq6W5KpuCgiK8smNXoSZjdVXkECYwNsxgdw893f30D0wxHy2guMSOS3YK0lbxxWVhKVUtuk24TElSiTimLHn+D5/k2MnD1FZUUFKSi9djw7T+Zjyla/UcKHpK5u6ZMcvE22LVMJn39IiGcTx/CKSToOlgsenYHE+AdqjT7jJJkmnC4TFhcy77Y5HERTdpmIRsO9T3OPx2se8UPxzi04ovj6PvkWXv+qF8UT6t6LHa9cy9s0m5Uvc4pcmMfNbJ512KXTv0XdNkKDIQeNEQ0LOobDrEa9/+gGOH3+aDIzLZy62i4chpzr3/AScPn+fDIzl4Co9ypKWSU6+eoe3tv+YP3v0ef3C+ngKvHZ1ndJhsWLIqOX7oDG9Lsnb07Bn2n3idky2NHKzyYPMe4HBbHQdOHaeq+RSvym5U3Ssfcrz1GEfrS6jZV01+y36qVFI31c1gbwddXR30Dk6zGM/m+IkGHEUnOHL8JGff/jaNR96j1A2axt49HJUyUS6nuUxC0MyQdYymymyZCFdQVN7MsUYJUJoe9/UsJqmP6/NTk5fnxyQTabvTJM+SXKw2rNnAeoA3ztVR1fYKNXXNnCg3YbHncPhb59j3+lkaSkuoKKyk5PBrnC700vr2h5w7+xrvnN7P4dYWWcA4zKlGHbfdQ92RQ5z97qscPbWfLFkA0Sve5HRzEaeO1lDR0Ei+JPj177yPzbW9+67yOOkustMoH9QPZHUaruJKqluOc+bYST544wD73v1QbL3NH7x5irOHi7HKLjj55zhU5SCn4TT7m5o5e6icomNvczpPo+XoIYprTnJg/wneevMIzW37KS0+xVuHy6ivb6awtI62liy8h9/iXGseLv8EI+0ddLR30t0zyWykjAOviPy+UrJtFplQZnPgdCPZVgfZIlu37wSvHj/Gm+cPUnD8O7x+vJUzByspLfCgrb4PT/E8JTgqTDf+G8En54imaWi6xjMLHON4ERFQY39SLQ6qwWI3fx1jl8GSNEMGsV1Waqh7AIGkJPgJWQRU5QONj1ih70DOYDUQMBB4yRDQzVYK97/L2Te/wwcffIe3zh6nrcL+kqFghPu0EFATabVC/LTs7aYdSQEwy+6Oza5lVrhZc1g58GorrUcayFpTv3JhloSzlGM/+oAmtxMXj3MoT4qoP3GON773Hb7zvQ94750TNGbp2E3LenV3HeWNr/H909nYrfkcefsU+/ZV4Vlufj7eZeKrEjo1CZZNzufDJ8MLA4HHQECTrqnGCDXO8RyvGKj+liGM40kiYLFomM36rprYXW276pqhbO8isMc8l4E2JdvfavKwxzw33N2DCGhq1JVnbg+6brj8GAiYbCZMVtPGGnQzJosdpwXUBtHGTLtXa7KIL+LPikaTZHuqbuX6uSg1MMukR30NUt8Etiflp9oZVLuE6qvAT8qGoddA4HlGQNZUjN26p3CD1NhmlnF/t0zpu6XI0GMgsGcRkNFLraDpT2M2tWdBekKOv2xqZaL6soW8o3jTadTfpe1IZo8wa5rcfHlt7K40SLb/1IagjDl5u+uMpsm5vO5ePjdFxq2MX5m3p+eXmJNHUZ7Fp2fSsPQSICBzjVRccqWUnGwQbmR+lLGhfvrHfUQSwkeCWDiE+v9jg6EI0bjIpeMEJ/sZGp1hWv1ybiJJVP1KaypBUvSmZIstJavUy1/pE34ChINJYlHkeU6RjCc3sLy2SvU7XWUH0g/Wtuz0Kk48HmRmVnx7uNmNlSejJMJ+FiLivwpnY661tYIBsVl8SzFCEvfaxse7Ugs9ccFbIH48RXelFda7uWmrbttd1UZhIPDyIqA6lqKXF4GXI3K1Av9yRLqHo9ykI+7hiAzX9xgCmsyy1GMoefYe89xw93lHQOUlasFgo88i3/g4s5ODTE0Ncf2zrxkODdPeNc3URIBYPEHU72fm6md0zIXxR1Okw5NMT/XzTfssqZEv+WbAz8T0CKOjg9zoD0gWJBnk9FW+6hihfyZMyOdjordX0jxp2gIolbBkFteUs+v5JGFKJaKEI2GhFMmkUEKSt2gc9eeCij0VjxKPJUgkg4TD03R3BYnHUyi55XrFJcqTMSLRhOhIk04mSEjmGRM+kov0dg8xOblIPCK6gn78MfE5lSQhduKSmKoENimYJGNhYgnRLeqU1gypX6MJ9DI8FWLOn5JENr6sWxJLxZZKxIiHw6I7RiojsIM3GRjkJSPEDmQ2YU0KYIlEGglrE46dVxtJ3c4xMyReNAQ0CC0lmRmJMDUY3lPkm5IBTwb3xZkY03vQ/6eK91A4g1E4kGRpPnH/Pg88nXuu7hHyiaI+0FX5onWj3YonIR/qs+NRxvrCjPU+HRrtedDO6Crb6lzRVv6M90cy44gaS+YmYvd830i30vMwfYrnYaR0r6bV/Eq/otV1T+tc+aRsqVKROt8pTQ5GiARTGUxnRuV5WHU/HqILFbcixbdSqvPtknr+IrK7sVvPtKHHQCCDgMw1MjtgKxeZ8v7b0kJIEpAYdtMS8+1fcn16mKtXuui4NcLUnI/F8Bxdlzvwm7LJyvbg1eeYnxrgsiR1oe4v+fz2IP297XR13uFC94wkS0kW+7pp7+hgaG6eOd8Ck/19LInJlNCmr7ufUw8mnmnC/iUm+/qZmemgY3SJkeFxZiZHmZiaZbh/nIivX3YaZxgZGJFkdIiRxXlGh4IkFwYZHp9heHCUqbFBRhZmGegeZW52jqVIiEDAz4IktRM9fUwEZ7nZPsjY+ALhRT/+yTGmolEm+gaZmhwWPVP09wwz1XOd/tkZBvonWfCHkZztbkhyFhllWrb3JgdHmBjooH96moGeCUKBCcYmphnpGWB+ZIiQsEq4d+UeXqiEzmzR0HYhe0pJUpdUSd2WN+PhPq3m2AW3Vqszzg0E9iYCcxNRui4t0vHVwo7pzhcLtF9Y2LFcxpbI3f58ng4pM7RD+8MdAZn0JBjpDNL9jY+Mzq10KDtbtO80lvYvF9bGflf/nS/nUfRQf5Qvd2Xu8a6/VjwrpNoUrVxvVgrPnfW+CW/f1UWW5uJMS4KXsSd8Cn91/xRl6oTvoaXIZe6XKrfDLzxjPWrlNIUsdO7NTvIUvFYrxMHFJN3Xlrj6ex+Xf7PwxOnSRwtcEjuqXLGXuZa6e9e/Fh5FwrtSt75U/s5NxJibjNF9NZDxW+nM6Fonl6kT/apcr2e71yu6vxa/vv7VPJc+ms/YXJHfiW7Fq2hFdnWp6hWtrtvq/JLEusKfOVfX4uOKjGpTtHK9Uankbny2iG82jsK089ISSkbRRvwb1Sne1bQRz2Z13VeWMnZlA+IpPPWGiWeHwNO3rJlAN2lo2ga2dStWRyGV5SW8ciDJwBSSePTSe6ebrqFRZs0hOpIHOFqSS2WeE4fNgqgjkYCZKZ3wdBcqiRkfn8IfGWdJdszu9GdRujQA8SnGZeNuA6sPVOlmMEnioj/wffA0c2NTXP/d50wO/Y7ftw/z2ScXuX3tMu0DfVz4+DILHT+T+gluXb1M951rXJ0X9ak4yf6PuCD8165ep+/ar/ld53V+/mtJDqfG8IdmmJyaoP/qTdo/+iVfz0XwxTURTJPwzTLX10l3YIYLv/ySvoFbXLvdyaf//Am3P/pPfDYzx9efXWdkdJqISKx/zdy5wM2Lv+aLoUku/+qi7IR+w8Xb/SJzjZEbV/AJdutltryWDDCVSpNZnN2S8eGNmuCbIRXqw9m3xaFvi8tgMhB4gRFIJVMUVVg5+lY2J97P3Rm9l8vhN7I59k7OzuTu2jku8kffzEGVJz7YxLbwnFB0V2a1j43HPDi8Zsob7Rk/VrdteL6Zjbu6j6hY3s7ZdizH383lhKK78isxHH0rR/Dcpp71Pq2/XtEt5bF372Il5xvGt1IvOo6JD8dX3xfBsO21LHJLrFQ0OzIxKtzV/VMxnBSZLXWu6Fal4l0hdb0NqjvkznwQ6OpTeBcH8Reqa8oHptVhovagl4Ov5nDofO4Tp9bXcmkTUuWKvVax2ya0cr3/lWz2n93anwPSnpVvwZNrpfqAO+O30rlet9K5ol+V6vpRaEX3AfFt32nx75W1/in/t6tf8SnayA9Vr2ijto3qVvxSbQcFw5Yz4ptgo64VKV2K1PlmpHSomLy5FnIKbdS3eVEyijaTWV2v+FbiXylXtz/svKbVQ06xDbUi/0L1LyOYPYFAPK4T9FsoLtAoauxRwK0AABAASURBVHubt77/bb51roUydKzESZBe87XBRMrEmD+Ls945BslmMeHmvLmPvuBVvuoLkfBPMDHup2ec7R2yc6QWH2U43oA/RVqStHhE+qZ7gtHxEEO9caxps8xDqgkP+CkqK6DpVCnFJR6SMwh/mjmpzynMofFkGWUFMaJdXUy3vkZhQxsV3jjByUE6uydJOzVCKSdWmwuXw0ZOjouCIqdEPEx3vIa8wldok6S2wh4irlfS2LKfmmJNEtzEqp26VW4nsvB6amhorKEqLwSmFKlYUnjtpG1eLKZVvFud3m1TCV1oKUVC/X3j3bpHLUxmDfVDUCbTo2p4UE5/sMqoMRB4uRDQZdXM5TGTW2glr3iHVGKlpNpOYZlt57JiK7/USrHIqzJPrjcksZGnaIN2b44Zm00jr0TZV7RD/9fpVL4Ulm9fT0GZlXyh9X4XVdpRtL7+ca8LSm1sidWqeAorbRSsuy85co9tDh11v5UvSldprYONYlDtu0kemaDqu/zzxS9aT1Wr2Fa7jlue6yy5V1lFVp4HyiuzkyfPXvZW/hRYUb5b1fOVbXlqfueX2ymsdKB8fB6wWu1DrvTHAvEvV7BbXb+dc48kyCbZLTBZpb+q52Er7He5zSX3z2rT0XWMw0Bg9xCQLCklO0PJRCqT6DygONBL5zc/5e9/8Sk/8x/iWIEJfegzPv+Xv+cff3mJmyNwqvQOP/3lJ/zs7/+Fb252M5qMENcWGbJU0dCUy4HKJhryysmK++i8OEDOu2/Q9sfvUWw1kbxzidn+j/mH//Xf89Pf3mR8JvCAC5kKHTRFrD80dFOURHKem9cTWC2l7Ksyk50bYSYJcXsWRYdqCff1c+2TUUam0hQWpIiP95BqKmFpdIxbnwzRN+2m/EAN+Td/Scfnv+NaeweDS1EWdRvBwDTBJROWxRHGJsYZkF07TXOgaw20ZQ0yPPArvpmYZ8ZchRvxRzqprpE50pl39SYVNifzo5MszS9KQqj6spAmHGYL1tAwM0uL9MfdkiQr/u2TLsYcLn1XFnzU39IlJTlUCTS7dOi7pMdQ8+gIGJLPGAFNBgZNQwYrsMgEYqekJnIWmQDsVG6FPyP/CHaVvPo/TtQgs2xfeyT/lZ4Vyviyk1g24VUTIkUrenet3MTeRvoz9tfxqzpdX3uvMzE/Iv4b2d2sziyrcuo5ywzg8tnyjB/759K8pmlk7o8kvyaLLh+czwdl+pc8S2Z5Tsyb+GWyaugmHZPcZ5NFe2q+Z3yTRFiVm/n2zOoFL+WXokfxQZMJlG6Gp/0smOT5U7blowHjMBB4WggU7jvOoTPv8MrRo5w8cZAyZwMnzx/n1PljHGioo76ilMqj5zl6sJHmAw2UVbfSXH2ID89UcexcG4U1JzncXEPb0SbKj7zO0eZTvNpSQnnlAQ4dbOCVV1tpOfdtXmltZV9tER6XdcPQtC0efJszi+Kqehr3FxL2pShrlOTz7Ctiq5aW2nwc1Wc5drBefDhMU9MRWquqOfVOIwUNr3DkQCNHjrXSeOgsh+sP8/a5Ruobaykp2c/BA4d5/T3heevbnC3P4/jJgzQ0VJBTXIq7ppWTeTkcExxa9rXRtr+R4+fbaH7zLepNJuoPHsCV8jF67Uu+/PxLLly8wrVZtTtXzNF3jtFw+Aj1bhd1J0+S5ymVncQa6iudlLuXln8dcyefxxpoModgFw6lR5dNBU107oK6jIpdci2jy3gzENi7CEinktdz7v+D7qVlDUp9HSARk7OdDEwPqnopajRtL97ll+LWvBBBqg/pLeZDL0SMTzMI1V0VPU2bypb6gYgVUtcGGQjsCgLy8aPGCE0WK9jgwc6qaKGx9SwnWg9yuLEAh6mI+rZW2k4e42BTDdXF2TgqDktSU0+zJGllFQ1UFVRzpKFQEqhS7FnVFBd4KaksILv2IM0N+2nwmnGasygtK6axrYWq1nOcaDu8nNQ5N07qNo9Vw+XNpbqlTewfoL4km7LaOqrqmqgvK6Qs34Xurqa+vpKWQ41UVdZSll1Aw5EqvNm11NdKvfhdXdtAaXYp+w43UVVfR0lxHXVVNRw81EDdoRO0iJ7axjoqK4rIyc/DXlhBvcdMSWML1TUH2VddTlNLKUX7D1AkOBZVVpCdlY1dEjyT2YTJbMXkqKChvpD6tgaKq6spstkoaqjH7aqiqqaB/ZIY11QVI+thoPFMDvUYqEVM9N0zv4uqds8pQ5OBwNNGQJOeoMmKydO2uxv21B/sJhNGUrcbWD4NHfIZ9OTNGBYMBAwEHh0BWSBTSR1SProSQ9JA4EEE1FxDl9n8Xv0csLud5FdW4fE2c/ZIOcX5Dp6Hw10kieGhU5w6fUp2OY9xqNKN2yYTuzXOSfZmyaO4IIuSuhayq9vIE/eldg3Xwy6e5/u3PuKHxWK0Gwi8RAioROlB2hyA1bzClU6RSiZJJqWUzEtNEtaS4tl61pBOJUgmlA7RLewPvjQ0TcNslXKL3pxOiQ9C9+VFX8an+zWbnaVT4qO8NmvfqP5+nMt/JL0Rz3Ldih/bMKDwFF/E7WXRvfauIfdK8NhGqBjHhghseO+l8v7ztvw8bSj80lcKNhv0n+3BIg9tpv/J8yvjSAbv7QnuSS5NJt26rqPKPRmA4fTzi4DqSjJmPb8OPsQzkxmTw4nX68QqfUR/CPvz2GyyO3G4HDhtpufRvcfyaS/ej8cK2BA2ENguAql4jEhwCZ/PJ7SIz6+uw8TjceIysUkkEsuq5Bq5TsaiRAL3eROxBcb7+ujpGWUqFCUoehaFfEJLAcUbI764RFy0yDiP5H8ZSokuZUOqCYx30N3VRc/YApG75lT9CkmeIBMPMMkuo7ZS+UCZwDe3wPyMj/sqwiwuBAkGYg9wr65QCZ1/xk88prxc3bL1edi3kIk3Gk+wOL0oyW1qE4Ewfl+QwNLD9AtC0UmmZwL4lpKb6DKqX1wE0tLFkoRCcVKJuPSTVOY/uk2nksQiIcKLPvxCi0LBoPTR+w/6iwvJjiJT/S/EgvT5SORhfW0DxakIicgkE7404akZgqHghj8fvoGkUfXiIGBE8pgIqFwuFkkRC6dQP5DxmOoMcQOBBxAwkroHIDEqXjYE0qQzP0+biKqJz+ropSU0yvzoNb7oTqHmQqOffkpX11Wu93Vz8Z+/ZFRG6c5f/Jybg0PcGR5i4PZN5iQpS6bj9Hx+hanFedLZdszJNKlYjLkLX9E3M8tsOsLsQCeX//mX3I5AJN3Hxc+vc/1qL7Pjg1z48ZeMReOMDIwTDk4wMdzBV7/8cs3PGK94mknmMm8rNXdL8S0RDBCJLTLc2Uf3zT5mJblMqNX6WJigZIlqkhwLhQmHZNIm4acTUWJRaQtHCUVipOIhZgMBqZNzlbRGIiK3nFQlIkEifj9h4Y2J7F2rmWJ+dIzJkSEWYsvySUl8k7EI4UhU+EVXVM5l4p2SMih+BEf7mbp1iU+HpF75l9Fy9012CNKxAIGZ21zqHKdvMkxSsAwHxWdhSXR9xc3OQTrm4iTTSdLxMEvBOAnBXJqfn5fkpfLK7NY9P049X56oRYRELE00KPdRnoP73sVYCszyTz/rwjd8gS+/uc2V9jFZbJnk8pU+YrEE/pvXGRkdYUo9L/cFn5sz9cyqvhaVPpBQ/UV24aPS72Ky8JFIJkhEo5lFl7QsFiUlnoT0t2imf8RB+mQ0nkI2/SHDGyEg/SYt50mRj4YTxKNC/nmmPv4tt+f8LK5+/mUsICaLJ+EkkUhSbEWISzIsKtToJ5PMiPTxKMHxEcYuXuBGMCGLSIlMfVTGoWTcT9zXSedokpmOXqbm55kTZxIyRiRk/Egk40RFWUJ8REapVCpOeClMXAJNxJNiLyz6Q6IzSToxzdXLtxgYnJbFogRJiVHFklI+rrtbqkpuJ+LkupYne5kS7BSp5/HJWjK0v0wIaPI5bbHqqB8O0s28wIcR2rNCwEjqnhXyht3nBgEZZ9GlJ2iy27XaKU1GXYspgZkQixEnNpuZyMwUi4sjzMwP0H+rnc6pCfputNM94GNUEpnRjq/45spV+v06cf8o49MLTPrT2K0WrA4HJr+fhEkZW5QJzSgjS0G6OoJE54aZ6eqmr7ebrtE+Oi4PMySreT6ZGKVlqpeQhMg3vrDava3PEyGiC/180jVP/9gi88MjTA920jncw2+/nmBpppPBsTFuXG6n/euv6Z/o5+NP7zDd9SnfdHTzzY0Oxm59wVcDQ3zTPcti/yWu37rNJ990MXrrS+5M3+HL22N0XrxMb28fQ9G17kSDIcKLUyzMj3Cla4bYwOd8dquHi199Q+eVz/m8b4SrH19lauo2fWOzTI7NE5yfZCSQQOZT95Wlllia7+frz7uYHu9nfN6Pb2GBwGwffYM3+ejCOIujw8z6FpkPzeObHeDq10PMjV3idv80kzv+n0Xvm34iZ5msTjSrh04K4/UgApp0D5NZW5f8pojHIwwN+yU3mSIy3cfA0DDXRxeYnQthttkxhUPy7KRI2myoLvag5mdZk2Dkzh16bl+lZ1gWcL5uxzcvO/jy/F9r76PzVjdLo7e4MZNk6s4VRns+4ULnLT69cpuhb37Fl9JXr31zi/H+6wyM9HOra4j5no+5MXCV31+4Q+eNbxga6eL2eISALKbMR2LEVifFqRhJfwcDY376r1+k6/YXXBka4fbFW8x3fCILUj30zgWYn13CPzHOnCRj8aUp5qbbxVa30BSpmJ/FEET8S5mFoonhbtovfELfzE0++u0tGQ8/pXuon+u9UwzeucS4b5wbV7vo+PJX3LlzgasDI7Rf7iIgi0wTU/P4/VNMjA5y45tuFmfnSEqSuOYOqb4ipBI7nnJWl0ykZaEvhWwEr3HJuDAQeBwE1LOckGfLPx+XBeAQNz5b3JKuP6T9YfJr2j/1cUPROp0b2RhsD+KbjjM7EdvSvzX61+ld33Z9A9vreVZfb+TX6vbdOr/+6db3YLWdrstLstCVYqwvTMc3S4+NzcCdIL6ZOMm4DHSP82CtkpWPz1VXe+DUcNFAYPcR0NAloTPJRJJVh2Yyy4qaFbvdhs1qx2EzoesayKQkxRJhC0xeusqi04ZvSSe8IFtP0jfTMnLrJguF9VXkZpkIzc0zPB7GanfgsIoumYCm/dMEliaYzXYxfHmA4PAUujWEz7/ASP8kWk6CUV9aVr+jhENJzM4cShuqEOurPNziVJa3k7Elhvo6aB+cY9YfF+Y4kaif9o5xovFZVHI01DnKcO84wXiU4UtXmBj8htsTswzPLojfPVzqm2d0PEB04pYkhxP0yKQwMdFBx0wv1yRZG+gYYGJymvnlzTuxsfqVICY7fVMTfpLjl7kz5mOwf4hZmQx2LESZuNOOPzrFXObrl0l0k+Arya++WkV4lsBkJ5dG0qiVfLXSGV+YZGboDreGBvjq+rjsKCbQLWb06DQLwzcleZxkanKIyfmQ7CqmVmt75ufKf3k8eMpz1GfnZN0sAAAQAElEQVQe93Yd0KR/maQfmm3yFCiwNhH0uiWJSwSZmRhjOmHCJH3KJn3LKqVZniGTvongM6tOMjUwxtTEDP7AIqPXLjM6eJ2e8W6u9wwzNDohk4VJemSxo6djRBK8awxPjtE1Mkdw4BodQY2x/n5mei7T19/O7aEJ5icHmJ7u4mbfDFPTI7LYNMHgnI6m65gtqrw/WqRJktbnmZ8PM93RyeToABOyaz/d08mSf4zxwQ76R2eYDmmYBDyzRSMy0cnImNI/TM/QPGuPCIvTEwzJQtRieoIr18bkulsWuwYlARziluykTs9NMSpjyVj7TcbHhpkIiu3+XoKiKK2bxQ4kwnNMD3XT3TUqY1JibbdQ7gtpQtsf+ET5LrwyJjNvu6DMUGEgsAoBNT+IRlIszsWZGY9tTWMPad9MXuSmhVbrnxqJMSm0um5G8Qit5/XLB3oklCISTG7t3xb2M7pX2sXG5FCM6dHYg/qkbQ3vKpkN61fad1JuZWO1ns347vLMTydQCz5Bf5K5qfiDsdzlW4PxFnWLc0li8ixk5gSrnpHHOdUfR9iQNRB4jhHYmWtpYVckxUNf/gDYbOgtTdivtOM+UY/JYiEdsOAtaqK1rZUyewRX1REO1TtxRke4cGVuldooMyMLTIxH0bNl927iiiRTi2gNWehON0ykaHzLLpO2hOxKRIgEkrgLimk+d3D7cxuzDZOzgJroLcam55lJePAUVFFdXkKJLYotNx+PJKp2zSq+Z+F05VCuLxLTEmgi68zKwpKbKytIXgptGjZdfMjOpqSsjJI8L5G4zHhCS4TSdtJWF27LqvDkVJPdxaTJStqeR7E9jUlLkpVdSEF+Ifl5eeTmlVOSKzDm5+OWZNdlNqMm47oko6kU9yd34QCpgI9IYQV2ZxYW3UR4dpJJ2XkcCWiymh5Es5rRZSJK0E9YJpJjiQhzwXzyc1x43Wbx5vl4qcmppmlIiM+HQ8+jF/LpJi9SartWnWzio17QRGleHhVMMZ6A5CZ8z1W1JomoNVeedxcFqRkmBm4zNBdhMRwn7XFjKizAPvAZg1SSZXFR4ckiL7+U3NwssnJqKMyxYYouElILQok4QWsNVV4T3sISckqKyXW7sSfMOJxm1EOWFPykK6EOzWTCnFuMx2zBmvLgdpVRWlZIQXYCU0UjrqVp/NPTzMqOu9VuIiX6F4a7GJWdu/mwTGSSUcFYIxYJS9+MEU8kiaWdWD3FFBYX4PHkkl9QRI4rTSrkk0WVBCFfmOzSYtzOErI9Yq+0gHxPjKTFjlVc1DUXWZKcF2f5udk+RjQmN1I5u4qku6DpqkJTb0+N1KKCRRbxTLLA8NSMGoZeeAQ0eYytdh1PjoXSehf1R7K2pIajqt27imf1uWrbhI56WZZV7d6MfG2blzqhNTbv6Vc8ihR/FsW1Djy5FrLyrRnZNTJrfL4vU39k1bnSq+ger5faVg91h72iT9GynYyM4lN0j3e5LeP/vfp1Mut46+9db8Yn9Rnby7rv8Yv+BsFq5bpOYlC0fC0y9/Quy1Xuc2ORBcf8cjvVBzwSi6pfzbf6XLWtptVty+cldc7Ms2C2yIOxS0+/vkt6DDUGAnsaATWJVCswDwahOpt2L5nSNDlfTGNO5OKuP0x1TTkNrWW4NEk+Zm4z3vER/+nf/2/8Lz+5yqVPfs1Xn39Fx/gCyXw3GSUiT3qYgZiXePZb/Ouzp/ir/X1cHYVITi2lrfWUtxTSVp6LNrogMvlUNDTRWFdKtpntH4kYqeAsU95imYgl0aJxNE18R0hKMqW8R+aZG7omO15fctl7mCKT+Dnax62vbnOn00/VoVwsVhOazKw0bVk2c2624vB3MxSMMRez45RJuFqBXCFbco5gYJ7BhWUZ7slqYlRDAzQt844m/7CnJFFcZPxaN2PBBNFEmoyurAL03CLsF3/M9cvtTC76mQ+mCAqPx+pnac5H0B5jdmSUcb+ZaGE9jcEpkF2ctFlHU8keDzueTns6DalUGslLUSFjHA8goBL6eDSFWiFWeK1m0ORCU28CnirdZbXUHjrBYXlk1WeipmnSQoZ4Ho/QJBP9F7nc30GH6yC2OTNZpiBp2fkPhOyQzKZ84bdEaqpJuLNAxbNCoC5loagcT04OlnlZzIhKvA4hNS5ogJBuTmJ2LTJwc4SpuSARATHTj9JIMgas6FMlGpo8j8nREfxeMyHZ4SMSIJWeo/vrPvrG4tIHw+jJRQKyqxfULUz39JPURpnyLTEzm0LTRAdCmVLUU0xBVjEt1REmEwkCaQdpzYJJ8QCapgFW7MFhxmQH/saoT3bUnRRrfnTS8k+an6eX4PY8uWP48mIgYJWFE5U05RZbeTjZVvGsPt9KdjXf8nlhpR1F6+3lldhQlFtsu2fHnW3B5tCxuUz36nI39NW2qn31+TrfxEZxjYP8MsWjaKV99flK3Ublar7V5+t5V7etOhf7uaWrrtfEcr9e4aBoOdb79cvXVrIKLOiy0OPwmDPny/Wr+VafP9w3T44Zi01nNwc+0fZidBIjCgOBx0FAN2lsuCrrrCGv6jTvtIHNAnXf+Q5t3/kLzu4/ygcNXvZ/91vUeg7wnuyivfeXf8Zbf/3/4N/9zV/xf/jBMU6+8T5n3v1r/uRb7/PDEzkyGJjJe+tNWoqP88GxVs6fr0Z355L99r/lj/78j3m3volzjfUcO/eqrL6f5Y/fKeaVb5+nuroaNzs8zA5sBU188Pq3+evvnuNP/tWb4s9JqrPLeP9bbbjdbRw9XkFjWwV51Ud547UP+bs/OiK7H07yKuo59PZ3ePc7P+Dd8iK+9d4hCs78Oa8cPczbR8vwtr7Bt8rLaT5xntf3mcgLXefCxx/xk//+k2X6ootg2QkOn3mftxrKePfD4zhO/B3fPlrN+ddP03LmXd6t8dD2nQ8p8x7n1JEqqTtM5eF3+PM3K7H1/IrPf7ms6xefDTDMYf7s3/4J57//P/Gvv3OcH/zxG7zyfcH1zR/wf/+3b1B99Du89doZ8e0Q+5vP8Ed/+13OvfYmB8pzyLHvEDeD/ZkioOtkPuQcbhOavtoVO9nZpfztX7eR3/guBxrKaSzzkFdQw2vnD2CVrZ+s46eora6hjCd4PI5qVwkl9Wd48/z7/OkfnOHYD/+Wt8//GX/zgw94/5UqTPEkC8kzHKqxk3PwQ463HueDkw2Un/9z3inSOXL+HJUt73Pi2Lv84Adv0nbmNNUVH/CDs/Uc2H+c8upWXjmcR+4rP+LDMzmYB77h63/+CT//55/z0e+u0bd4iCMnyjj5o29x8NSrHMzNY//b36Ls4Hu8fuaH/ODcEV555QDlr3yfPzrTyKs/+AvefuMv+MvvfJsffOt1CorP8ed/2ET9G3/CK4fO8N3zbZz58G1KbW38xZ+0UXHwLRrqGzh3ppmjH/4lH55+hfMHizj63Q85ePw0BwuK2H/+bYrMeRx78wPOnDzHycPHOPvd93n/T7+N1+NE5/k4YuEk0VCSxC7+rcvzEZnhhYGAgcDzgkBmAXOXx5nnZQx9XjA2/HgJEVCLsbKgzYZfi9OtmK0uvA7QNbBlZePMzsPtcJJlM+HIzsJmcuB1C+Xl4s0roTA/j4IcJy5PFm6vTLKyvOTIiheahtnrwW5xkeV04HFb0XQzJm8hObk5eG123HYbTrcbk9lNjteCO8uNzWaVle4d3hiZEetmO1niQ1626MrziD8u8dVCVpZMnnQnTmcO9W37aHvlMGXCp3y2VL/G0f2NnKjLxpstZBV+Cd4syafb6cTrFF+cuWS7q2ipK6G69ST7Wk9x6uA+Dh85vEz1xRQX5UkcXjziu1fZc+VLzFbcHjd2t1diNeHMysJicuESnXa3E6vTS0Guh8LqQ+w7tKzrYHMdtcU55Bbm4skuJD/LRU6OB7fcgxxPDiWFHmzOLLwel/jmwGGX9vxssePBITuMkqtjHHsIAU1T3QRNdTa0VY5rmEwW8vOdmG1euc9W6Uc6ZrNN+pEDTdMwuVzYrDbZB+I5PMzUtu2n5WALJR4vudInnTn5eN255MsYkiXjhzO7gIa33qMx24nbkYXT4STLJfF4cpGhQPqTG6vdi8vlJSfbI9cuSWazyHHbcAivxerA7TRjcueJXCHldS00ST86dEj6k/SjAuHJ8lhw5WbhcLlxmM04vFlYHF7BMEf0iF23A6s7W8Yrm/QxsSu286Sf5mR5MFvc5MoqiU3q3A4X2R4HbhnbLJqT3FwnVtFjV2OY2y59W/ngxuOw4JT4VuzZJXazZsbpyZI43LicLrGThVd8Muk6z8thtuiYrTq6iUc+DEEDAQMBA4GtEDCZNSxqnJFyK76dtD0/o+hOvDZ4DQR2EQFtRde9k5WKF720klWUT0lVIfaVUHMbqJAEqtS9UrFBqZnA7CEvz0tOWS3F5XXUVVZQU1uzTCXZkgRbNhB8eJVKcp0FVZRXLeuqKiukwCP2Hi66dzgyqwh7x92n6qmsrshLFlgUSE/V8q4YU75v/FUaE3nlheQX5WycdEqiY3VlU9pYTbbVjPmxvXHiLSilVHYuq6qrqCgvIsuqsScXOZ7Bo6DLJEtNuPQ9CRjGsbcQMLzdSwjIeKT+VGfDTYAdxqF0qD852M3/OkXfoQ8Gu4HAC4mALPSj6IUMbougdJOOLqvS91h0C2aTCfM2RgaTrMrbbRYs22G+Z8A4kc8EA4SHILCcHO09pJTf6oNaletD1KWf6NLf1tdnrmWhRDNZsJpAwzhWENh7T8CK50ZpILBzBNTfXCtCDSAy209JB0jFE6SSKalKkIwFWJybYzEYI6b+jl1WkFKJKNGAD18gRjyVRMmrMUgERE5kM24kSCaSQnKheMLCP+8jEI6KjBiR6tUv9Xe4Yl6pWF39COcp8SdOOJx6dF3pJKlEjGiCR9dBSvxIoP4vTRXbIwSyLCJQKflU5m/+l6se5z0p9zARF9+S29XycL5tTN0ersTgMBDYywhIP5UOLwNGam9Gocb/DO1N9186rzOLB8bMfeP7LuDIi8wOiTrZmOu5rVUrrmpSJXOt59bHveaYGttkdN5rbhv+GghsjIBMOFRi8OAYkSbgDxEMRCT5ihPz+wipHxuamiawtCRJTYDwwgBdtzsZHB5j2h8mGAoSWhhncmyQ/oklQnG5DsWISBKVjEUJzUwTkiQumZhjwednbjFJKh4mMnKHnt4+Bscm8QdCkvKsdVUlG8lECjWerW1RVyqAlMyZFEnPlA6q4lG80qIYSEtWmc7UR4hGfYyNx0hkEqGUtKWFMmwinBI9d68z/KnltnRCEsEIsViCdDxCIuRjLgLqF30zdhSvqMjYkOxTLh+EU9qVsgyP6EvGQ8zOhkVXgEg0TkzFJ4LLPi+/K5GHkvpc2qXPb5NZI/M1bykfanebDEZSt02gXnS2lzk+1T916QmyWL7nYEjLUKYGrURUBiV57bkADIcNBF4gBEwmDZNFQ5PxBON4LATUctbajgAAEABJREFUuBaPpYlFU8i89LF0GcIGAs8DApJDIBtrQuqZXv+BnaL7crskbX3MzUwy9Nufcjs0w6Vf/zNXb7UzFpqTHbkRBmK1uCd/xsXb/Xzx+2/o+OYCN0zllGepnf5+OrqG6ekLEJycoOPHf09HJEJw7As+v/INv+maJRmKsnirj2ixh+nrF5i6eVUSv7XomCXJMFt09MzfNq9tU50xGQuyKLuDi4Fk5r83SUQjhIMREnd3nJIRSZzCMUmclgiFRrhzy0dcdqSS0aAknJKsxUWnJH5IohWQXce4JFhJASYmSWo4miQdn+CrL6/Q3TNBRPyNhZaQPJV0KkE0KEmpJGVx2b2MR6LEZdcxLMmfXIrSdS9JCCPhCCHZkUxGwyxFUsRu/ZbLHf10TIeIS+KbkN0yyaJFdxp1f9ZpWHupkfkmRebv4Ew89mESnC3yeWHaBV0rzhgfPStIGOVLi0BKVnqGOkN8/pM5Pv6vM9ui3/+XGX7799P87h+mt8W/ovej/zS1Yxll57f/eWM7Nz/3s7SQoOfqkvg/i/Jrxdb6UrX9fof+rtfxu7+f5qP/OLWjmFd0ZOwLbivX60vVrmJdX79r1/84w+c/m2NqJEbfzeCWMTwuThv5fPuCP/NrepkJ6vrP85e2960LXD5VQ0sJOr/2celXM3z9i+3RxZ9PZ3gv/vM0ijaV+/kMX/3TNF9LuZ7n4s+muShtF/95ezbXy1/+1Syz41HmxqJ0fb3I16v13PVvvcxW1xfFxzW+iI6Lm8UnvBvFdE+/tG8W91cqbmnP8Ep5UexkzreJveJdo0PJiR5lT9FFOVc8O6Xrv58nOB9ncSZGx0UfD8grfLfSLW0KLyWX8U/xK9+2QV3y/M3JvUwYv365roMal4+DgCZJgckKandGkwWgtbp0qrx+zOYxri0u0REsoibUAQU2phZNzA6GJBkMsTDez8iwfJakZ5jRnYTMdZwtzyYnx4VNkoPAwNdc/ug/8t9+8Us+7Y8RkR2ykXEX9rkpshP9jJOQvGyeidFBhufi+GMWSd7WeoKkLspXKVh7pJkZGefKr3/DxNA/86sbI3z56Rd03LrArd5OPv6XT5jv/kd+eW2Arz/5hNtXL3B5IU0qIVnc0M/59HoPFz69wJ2v/4nf9t7g5z++zNhQFzNLU0zOTjF84xq3fv7fuTi/xEwwQULkInMTTHZcp2tpXsbUX0rS+hlfXL3Gr3/8a27+y/+Tj4aH+fg33zAwPIVs5i27m4rB3Od8drGDGzeH8E10MDF9g0tdIcLBoOx6JogHBpgcuc7vby4SuflPLC7OI+tHy/Jbvcs9fBCXrQQe0rbL+vSHmDOaDQReeATUJFs369jc5m2T1WHCbDVh91i2L+MyC5YaFod52zLKJ5OsmJms+oYyVvFDlw8Hq9OUabd7ttAt9i07tK3sryaz3YSmb+zLar6Nzu2Cr6KN2lSdikHFahM/1fVuk1X0WgUvk+Bl3gTPFZv2HdzXFZmHlWabTkpWBTWNl+TYeZhq8VbB48k2kZNvJqdgu2TJ8HpyTHiU7CZy2aLT5dXJkvIB3UWWTH12vtjeRP4BmVV8SrfVpqFWXl1ZoqPQnPEpI1O47F/mfJXMVtdZuSYU3eMRHR6JTcV4r26bupRvm8Wt2u7pE59zC3bmq5LP6M6TmO/6o/B1enWy717f07+D66w8GcvsGjbBVMX9gA7xNUfRZjqlLVcwU3JuuR9Zq/xTdVuRW3C2im2jr+68DxsSWyOg6aDJDpimBjpWHxrZpVbS4XHG2vtYymsm2t7OginJ5LwsGI2OETXpWF1OFoLZFHhlfPCYSOkOsuxmGXdM6KLU6i2luOYAzXW1VHiSmJK99IxFiIiOpH+SzildchIrbusCcW8hSWchVtYf6eVdqwcWH9PEImF801ME/XOE4mP09I4z0DNDOBRGMlJCg33EzFZc+RomPcr8nPqWZQr/0AARTcch/dCaGmW8t50eRzX27CK81hBLU8P0yS7j0uIUUxEzaZMNq8WCQ3ay7OYoS4lxOiZMaOYSsrU06blRfLMhzHlFWBKLstkWknSVzJFOJvB3txOwmLEU5OPN9WKzWyAoeOhWrA4bFk8OmpyHRjro7Pdndhx1LSP+1N5kDRPZU+CB778+hgf6Y8gaogYCLwYCmob6j0DLGpxUNLu2Ry1uqva5qWzZJv9dvVX7PVTePd+urUplR2gj/vxyuwxQJnJLbZQ37syXjfQ9rK5Sxb3fvT2M1sepsFK0vv7etcLTTfm9692Pp6zeiVM+DLMLrVvHsKWfj+ZXXqkdlYBrunSbp/zhIRb3xktwsdpNlFTbqdnvou7g9qj+0DJf/SE3da1Cm8kJX33bxu0ZHW2iZyv5zfRKvfLXLcmAohLxv05sbdf/DflULOt1iG/1Qg/wKz5F4scDbapO2jaKu1baHtAnvBvqEN4N64Vf6c5gv8IjdQ2C83K9YLpSv1m5QX1Vs1P6qhlPjoWyOseDz4LY2NCf1bru8tS3ig93zx8qI/IlNXbcWWb0pz3L2xu91PDyURGQJCkpu7/q78I2UmHJL8eWduCcn8Fba6Z72EF2bjV1WWEssVGGY1aceWWUVOZjSsozmgpiSYxy5XYP/bc7mApGSGWVUVrbyv6mBqo9sis3epuAMwtPbQVuSf6mu2dJaS6yC8soLzDjtSVI3v3a5IpPKtFIpSRxEn9X6pZLDU2LkxK7E6Pgsus4zCli0RiRlJwXFGJ3uMXXCJFIknjaglNPk/RL0mexQTxKNBInljbjsoCWDEty6CewOMnMwjyTixFiyQChqE3iChKOhAinNJxOp9i1YLekiEaDxMQ33epGvCcnr4AsF5hNKVb/LIJM60glQkQCS4RiaRIODw6Ez6ETD4vehAuzxU5R7CaX47XEdQeyti8cT++lkjr1LKhyt6zqu6XI0GMgsFcRUDs3DpdJVnMsZOVbt0U5RVbyymzb4l3RmV1gpaTWQW6JbUdyBZK4KVrRs7p0ycRDff/d6THjzdvaf5XI7NT2alvqPE+Sx+Iax478V3LbIYVpQYWdbMFpO/w75cmWe+vJs2CRHTO73O+dyj8uv7pXulnDODZHQJNJtNohcWdbyJHEWz0TO6GCchuFQpvJ5BZbKa6yk1diZSOefOmbecKzUdtD62RXyCrPls1hwpNr3lD/Q3XIuLLCky+r9vkyxqxcq1LFVrCuTtU/jDaLO1fsKSxU+8N0bNaudBRXrsVUYZjB+VGxFL+y8i2osc0qkzDvY+JZJP7ly9i1WQzr611eM2bZIYAHZrWbP7xGy1NBYC8bUU+T+maQ+nvRDeOwV5JXeJCW2iLqKkME8k/SWn+Ktw6WUlPuJqAVUFKUR+uxCszpLLItZvI8Ibp7hxntHWAubMbmceJ2mzHb7bhLKnAs6FTub6HptfPU1dZQGF+S3asycvMP01pioVTko6uzIeWYOKq+NbGRnxb1LReniaWA7ComcqirKaCyNherx4M7O4ecpkN44xECsxpJ8qgqdpHrjGBvbMaVThKeTcuOYzX1zS00RgcIyg7drC9MyplNdoUknrmiw+Sg0A2pdAx/0oLZU0yhrYq2mjTJ+CiLmglrSROFJWV40PCIXbPwBucnmZ6aZGZ+nri02yQpjEyMMzcfkqTNTX6BDVNeLrZEHMJxtFSCfPMMs6UHSFud6GzjuIvNbgwNmphTyaeEIGe789pWDLtjytBiIGAgYCDwbBFQK5BpGZSfmRfP0vYzC/rlMaySUl0+VdWH9csT9ZOJVE0oY7EU0XBKdhKebsdRP84SjYjdxNO1+2SQNLQ+LwioCbzFpqGbZJBgo8NE0b79tL75IfvcLXzv2wcoKHBhrz1Nw/E/4b0DJzm/z4Sj+CxnjzVx5MxZWs7+EX/+vTc5970P2Jd/lBP7KqhvcOEqLmP/j/6Go+f+lHNVxVQ4C6mqPcC7PzhB0Wtv0eR0Ubr/PHn1bXgta31R3yhRixqqXNsCDncBVc0nOPtmLTHZWctvOMXJ8x/yRtt+DtcXYCo8x2uvn+b977/HqROv0VbRwpt/epaSitd57dUzfPD9dzj96ru0lh/hgx99wMnX3+Tg/rc4f/I83/vBu5z7w/+R9+sLefWtNzl+9CBVdfV4G0/xWpGdg299hzNn/5gPzpzgnfePsO87f8Q+k4l9x0/hTfsYufw7Pvnkd3z2xVdcWjzI0TPnefO9V9jXcpS6nGbxqwBnwxu8cuoopxqycWEhlqzl2L5s3A7T+lAfvE6DGpeSMi7sxjxCk8dAYazKB409Wo2ofDRBQ8pAwEDAQGCvIZCZcGvP0Gv1oaBWRaV8hl4Ypg0E9gQCahKsiN1cyubhh82uY3fqmC3GFAnj2DUEVCIQU4sFmZ9q3IsfAhrOLC9l9c2yG3iCD19vprrUs2v4PI6i7KojtJ77Hh9++D0+eP9bnGvOIdtp2kKlCXtRNZVvfJdXckx4zFuwrjTJ3EHTNEyyi7+biRi7eBgj1qOAacgYCBgI7EkEtKc8OXwAJA3kMwHj2AQBmfWorycl4qnMiugmXEb1S4CApmmYrTrqK6266ekGrGma9FMN5IVxGAjsEgLqcVLPtK6rM0W7pHiX1SQTKeKxNKnkg4mnbrZi9WThzcomx2XD8rT/EG2TWHWzDZvdhdMl5HTikLEjA/Mm/EhWZrbZcWW5cJi07X31EjnktmlCcvZcvoyk7rm8LYZTTxOBNOnM13uSsqW+xm4qStA3y8ToJPOhJCk1viXjxKNhQqEwkUgM9ffF6cQiC5MTTM8usiST0WRsuT6ZSqG26mV2Cup7f3eVpyJRkvE4KZnApmUGq/5IWU7vtj6lIh4gHIsTVQE8JZOGmWUE1GO0fGa8r0dAYaP6jKY+jdd8cEofjYWZ6e1jbDrAkjy4qv+on8qOhkLSH0NE4knpxzEi/nlmxsaZlT6r+mJKVsVT0v/SQpnHXfU56cyZPhdPkAxHCIsjYoGUjAHqb0nk8iV7RQmFYwSDahv5+QldlxmKSug0bc3D8MQdTMhzoL6CmZCJ7RM3Zhh4eRCQx/hZPM87BVjTNFTf0zRxmHWH1GkmMxaLGV2dr2veO5camqax6TdhefJHSpLmRDwtnzu7Z0uGzN1TZmgyEHihEFDJ2vwsg0PTzI/e4tbwErODI8zPzjAXiRCR5C4ZH6e/d4zJqTkCMjkMLCwy232b2WSAkd5BZuZ8+ETHbH8PszJjTRJjrrebifFJFiWxigfGGJoBmY8+GnQyM1WTYDU4iPq1OmR2mkgkSIjyVGYSmyYlGWRKEspEcEH8lQmwTF7SMslNxBKSZCrxFEmRSSaSd69VnUG7isADNyqj3XhTCAg28kjLc6pOVMUKJYhGl+i+NcXsWA/dfWOMjI4RXByjfywsyUiYqPSnyZExhvtHWQgECYbjhIbaGZ/3MTM9ydxYPwO+KOnpm/RMhZiTTC46N8Z07y16AikS6TkmJpbw+RIrRt2aeXIAABAASURBVHdernd7lYa09D21mJNY6Vuqf6qk8m7SmZJ+l0mpJPlMqzrhT0hdTPilE5OQPiyvzAKR4o3JanpadKSEN6EWk6RMRcIE+vuZDEWJZJjvOiCgKhmVCKflPC1tKbGTiscyetPpBWZnfExNRkinEoi6TKkWplKKL5kgpirvqnvRi2WMQJUveqxGfAYC6xHQZefKZJakx8gQ1kOzq9dp9XkhiV1KxuPdUmzcst1C0tCzZxGQoQvT3UFsTRBxH0FJiBZiVkxTX/KbrwfpvXSJ/sEuBpYCMmkMkp6/xJc3fARNLrJz3KRmphj87DcMJie49umXdHQP0NvTSfunn3A7kiKemGXgxkVud8qOw8I04fmbXB5Ads3WWN7RhRoYkpKcyYbjfbl0gmQswPjkAguzUzJRXWJh3o9/aox5fxC/+OmT3cal4BJLC7NSFyAQSRBYnGfJN8/8gvAuhu7rM852BQFZGNwVPS+yEvUBp3ZJ1HN9P05JKhJReqezccVG6L56gxtXLzM2fosLt+aZWogQDw3T1d5H52AYR3ExWaY0wVu/587IBF09t0TmUz7vniN45x/5zc1JBufDLIx3cOfyZ1zpD0nfHKSza0YSu3v/he198zs5kw/qB9nTLM3OMT85xdz8AlMzfmKRgPS9GabmFpkXiizOMhtJy5gwy9L8BJOyeDQ6OSvJ6Bgzi4tMTfkILvkIBPzMzcpi0ewEC/5ZxifmmZucYdHnY3ZWdH/yGXfml1iUycKKH2m1cDM/zoIkuks+P6GlRenvYfxzs0yNz8nO5yST03NMDs8R808y4k8T908wu7jA5JyfhZl50T+HX+1+7uIEZMW/rcoN4dxKYBfa1I9EWO0aFqsxRdoFOA0VqxGQlZtELEV4KUFgIf7EaWk+LuOJ0A5sRYIJ4tEUcZmzrPdxSfQonevrV1+rdkWr67Y6V7yKFM+KflWq64eRktuM96Ftgs1q/Rn+dXWqfaU+tJggLeNqVMbBoJyrto1I+aNkNmpbXRcTfNX4pmna6ifksc6NEeux4DOEX3QE1Pe0nYU1lB37kKaFTtLRbjrvfMbnn3/FtcEQ3Bkk+2gz+bU15LpdOG0KEbXSP05UdhFGxwboHxlhbCLA6EiSxNxtokUOZkN2ZvtEXrE/DslgoOsy+bDpyOl9Tckg4flO/uFnPXRe+TFfXL3Cr3/7Fbd++f/l4+Egwzcu0z89zZ1b17nx+W+4LruJvZM+bnz6Kzq6vuHKrZt8/cWN+/qMs11BIDOA66Jq98ZwUfbivNQzrCbULo8J9VyvjkzTTZid2eQ2vM+xrBR56WE6Fybp/uwn/Pj3PYz3XCOeV4ij+SQVWR6yPJZ7OvyxIGPTE4x2DtEzNsbs0JAkL134pN+MUgdX+0jLrtlqe490romUIinWvmLc+t1nfP3Jb/i6/Sr/8A+fMTHSQf/wZ/z84yt8/tHXLLR/yi8H4nT/5hfc/uo/8J+++IT//88+485P/mf+fWc/v/jH39F58VdcunWNX395h6mL/yu/uPRL/uf//BmfffQzbtz5io8G08RjMdYs8ChHogG4/TO+6F/g8mdX6b52gS7/CB2dPfzu//djbo5OsqD4FnqZu/kz/v3NNIs3f8zHV3/Df/7tDT7/7RWmhn7JZ7f9ktjJrFTxPiXaEM4nbDsZT6Mo9ZQT2F0Py1D4XCGgFqrU36rNT0TpuLjIV/8088Tpwk+muPDTKb766TTbtdf5zSIzoxGmZIHsQRmlR/Rt4fuFnygeRduL74L4pihj66czfPlj0S9l5noLO6r9S4nv4qY802wWt7L3pdhVOlZI+a1o5XqlXOad4trv54kEkgzdCXDtN/OstD9QKr2KNvVrGZcuwdk3HSMt/3brQdV3S5Ghx0BgryKgJtpJmackZQVm4xjipNLzzJsLsel1HDr6Pu9/+C7nG9xYLMiHv8yhMn+sc1c6KRcz43CwGXyL6LIbZj7WQmpwgfEvbzEeDjLhG5NBsw+Zat0VegKFrmMpKKb4QBtOk4WkH5wlrRxpyqehogCXfYqxsIm51H7OVBXRUjbM0HCUKSGnzUlhdRnGYSDwNBFQk56ETKiDS0k2n1Av4dfcoGVRmV/Owff/FX/9/eM0luVi05AOKf1PivsvP0vpYrR0Afu0r/jc/n1q9CjOgWuMDo4zIh/SkaGv6ZJkKKAGAx7tUKJqdTumfoJf7ZyvV2PJxZ3fTF1ROfujnXR3XuDGeFR251LoBR4s1UXoHV/SEaygyOSgOSefsrJaSovyKSjeT2WRHWbHmB8fYF5Lseg+wP4sMwWV1RTVVlGck4UrasWlfihAElqT+f7Hu2a3YTnWSqL/S8ZlHEgJfjlT3ZIgzmKOp4iLr4qkWPua62VqcZiOhJXFSCVVJXZs1vt61zK/OFfqq2eKdFkwe3GiMiJ51ghoMj5ZrBruHBMVjXaaT7ifLB1303BYbBz30HLCs7Et4Wk+7ma1L6U1djzZZrILLQ/ItGR0eR+oXy1ff8RF41H3ljyr+ZVvijJ+iD/7T3vF323IK95TXjJyG2DZeNhF0yZ+7DvpYb/Qaj+aJbYMrdPVKBg2trmpO+jCYjdRUGqj7pBr0/hULC3rda/TqeyW1zvw5Jgxm+XB2KWH88UfnXcJKEPNi42A6lJqwF0fZWCqj84v/oXf/uoWjqZa7N4EMyPtXP/yay7dHGaq4RCpW5/Q+82v+fzaHW4MLIJKDifCmEqaZVAso7Qsl4JaL9Hxa1yfrqSm/CRv1dkoso9xVWZYo5d+wu9+/RN6h0Z29YdL0qkEoZkehjv6CSV1bAWF6BanJHNmmZipXYw8sq0JbIlubvR0cmfITY5LJsTmqEyCTaRt7vVwGNePi0BaFgCEdnFh7nE9eu7kdemI6o/XpVjjW0p2m3x3fs1vf/pPqCRDK67CGfQxfvsLLn7+EVcW8onKYkqg/Rf88uIVPvp8QHaV4qTTM8R1G253DW3lWTgqTlKhLTI2HCGsl/HGq7W8ejDI7YEkY7e/4fKn/8ynFy4x5tswzVnj04MXGmrLXN1i1h8RH3Pj3XRPjDJqKyU9HkJPBImFlwgmJGEz51I8+VsWSqrRnF4cZjNWqyRjFrMsHjmwWXScRVnY7BbSvpAsJjlwuDTMKmFTZDJjlgfL4grKruU08/4Isme37IVuRfPspyY2h7fYAdkONPVVa10nGF7EH9YJLywSjgQIuNyY+29ys32Q+YQHl9mGJ+wjKsm21W6+t/u5rPjFfNc0DU3XQF4Yh4HAbiIgs26nx0xhhZ2qZueTpRYntZKIVO9zUSXnG9pT9YpW+VJYaZPE04xKOB6QUbyKVvGv56k74KJmv9jcgme1TPU+J4oyPsp5pnyIjYy84lmhDWzViB/Vm/mxgVz1fvFDKKN7lb4awVDhWFprR9bH8eZZKJHz9Xz3rjfQfa9tld6CCisOt4ndHGd0nvhhGDAQeL4R0MQ9Td40Td7k/N7Lkku+7HQ1VuWTnVfDwaZCCltaKC2totzrwZOVjaXwAE3l+RRly+THYSenqJDSY2cpzTsoO1/lNB/YR11LK/UlFRxqLqC89RgN1U0caG6iseUgRfmNHGrIIj9XJmtWy272bdGloZvtWB0V1FSVse9gBUU1dbg0Hb2ogbLccg7WVNDYXC6JnhunrZiWI6007W+hqryYwhwXL9qRlknvM41JPWIbzvifqVfPjXHVBXVZtbTY5KNJYXXPMzM2exaHjpVQUFxMdX0lZTWN5OfXc6gxi1y1S5VVTVVlGXXl2XidDjweO57mE9QWV3OguoSG1hbKG09yoq6QxtZGyvYfpa5hH4dbamg6cZw6bxX7W8qorM6X3S4nFtMaB+55stmJ4pa8CpP4r28kq5sxWxxkFxZTf1LsHXiFw02tnG2ro7mqQBI8K6awiaL6XOy1R6iuqORgXQG5zcfZ79WoaqqjqOk4TS1tnBCfK2tqyCvcz1HZeS8rqyQnv5SGGifulgNUeVOEh/voviHJ2Y073GkfYSqSQ0XTIfa1VFBcVkZ26T7OnGjmwGvHqMmrkZ3OQiqaa/CWtXG23kFuwxkO7n+F1w8f5ExrLZWVFeS5TJjl1mAcBgIGAjtGIC1jfzySQv0NvNWu45bdsCdNXklAPDnmHdlyus1YZAy2yK78o/j3KDZX7Hh2ERNPriWTmK7oflipcFK0ns+ba84kcs67fxZgd8m985pYz7fTa/XftaiHKCVr6arcDdJ3Q4mhw0BgVxB4hkrUZFLRGhes+VQ0tPLGe29w9vyrtBTYyG88zqETb/POq6c5fqSRfL2AA2fOcejoGY4019F6qIaKs29SUXOcA3lu6uoqKCpvpNxTxclTRzhzuoacHIckgw0UN5zjROMx3nr/Dc6df4OKkmKspjUePPqFZsZsz6Vx336ZzJ7lYEMV+2WCWFrfiEcC1UtbqMrLlUlgLXWHXqGtvoV9lV6qW0/Ssu+wTIJLKc+38cId8qH6zGLSyCTa8oZxbIKAejblU8kkmYO2BigLTm8Rr/7he7z+wfucPVBFVWEp+dLP3vv2G7zxxhu0VRfTfPAgh06f45VDkrAcraDoyGuSrBziSG0pdfsrsJUdoLVQp+LYEdrOnWBffZksZmRjKT/LK3X1nH/vHK998DbHWvdTKKvp7PBQyZzZDGqTZ62oTnZFjfhwlGMHDnHuZAN1Z1+jdf8Z3jrVxpGWAqxmG/aq1zhU7iC7qo36mlqONhaTd+AMbdkatfubyC9vpaH+IKdP76OmuZ7C/FZOtxRJwlVDXmElzbVuSepOc6wpj6xkAP/kFFOT08zM+mQ3MI13/0nqy8soyy8lr/4Erx9v4fSHb3KotIHWfbU0HjlAcfEh3jjbxOE3/4hXW49x/mgLR84cpl7wyXfqyK3hZTjUL1+mUy9DpEaMTxMBldApShl/r/k0Yd81W7ImjtmiocrHVZqS8SWVTJPexWdBPj4f1y1D3kBg7yOg5vpqFW3vR3I3ApMTW1Yt7x/PpyDLcrfyxSkeNRJN0x5V9PHl5CGT4ZuMC8/QjccP5ElqEIQEJzXhkeJJGnrKui00n9xHy8FqPBtaNuPKL6b1u29Q53Tg3JBnu5WaMOZT3XaSM+++zdvvvs5r59qo9ejI4ru07Z2XSqoU8Qx22NXquZp87x20DE+fdwTU2G93m3DKgpHaBXve/TX8e7IIqOTQIoOy+nbHblkykrrdQtLQs3cR0ED90lk8JssmezeKdZ5raLoJhw3U3yetazQuDQSeSwTUBD4eTRFaSu7W6uVzE6fJZsK02Va8bsFkseOU9RdNe25cfqaOqNXrSCiF+tGcROzpp/hqoqUmXc8UBMO4gYCBwAuLgPqveyKhJLs5vukvLFpGYAYC20VA5gvqA9xi2YPdQbYX1X8onJCEVE4fiNiYHz4AiVHxnCOgmzRMZuCle3i1ly9kNj80XcPm0HG4TJgs2uaMu9aygaJnZHYDT4yqFx6BNLFGlPlkAAAQAElEQVRYknhcFpfVh3kiQUJO40tB4tEYyWSI8MIQnVeu0TnswxdJkpJ/8dA8c4Od3B5cZCkazcgnE7K3nRRd4TBx0ZUmSCQcIxyS+niE2EQnd653MjDpY0nZe2LYxiSmAJNTCfFfJlqPYicRIRHyMReSxfdHVPEoZp+GjNqttdn1XR3f9KfhuGHDQOB5R0Ctjmt7sTfIpEP5rssEyJgRPu9PmeHfwxDIPMuS1FlsOur8YfxG+wuOgBrfdNDkH8ZhIPC8IPCofkhSkpRdZ7UIq/6Waq2aNIPtQwz2juFfmGfimwv0hhdp//ICXT2DTId9RBaH6Z51kBz9nOs949y42sngrRu0R2zYtTSaNs7g4DQjI2HCc3MM/v53DMYkmZu5xdX2Di72+0mGIyzd6WbenGDs9g1munuIpNd6suVVOklKEsNgOEgwnCKRFIrHiUXiyGlGNBkLE4vGpS1IKDRBZ/uSJJvpjJyqj0vSiSSbJCOEIwnhk7ZkXJLXCFG1QJ2Y586tXoljnlgkSizoZ0lkUipRjUiiKAoSqbTscImNSJBoIkXygRiSGdl4LE5oapLJazfoCCeJit1UTHQKLvFEgMhSD19fHGPOFxMdKZISS1QS4JVYMgE9oTc159Rk7rabn3UyXD4hbw21BgJ7BAH19zv+uTjjvSFGu4Lbp85l3hEpM7QT2bu8Ix0BhtoD27d5V27Fz9nRKDEZWH0zMSZ6w4+sR+kb7liOR51n4ll1rerWk+JZX6euVb0ida5oeIv4VvMp3q1I+TeyLv6t+B9o6w4y0R/KfLVvcSZ+D6uRu3Eq3YoekNvApvJb0XZ4V3jmxiOkEmnUVwyfwZ8I7ZHeCHH5UJ8djzHUEWLgTnBb1H97Hd/667t6HuC7W5+xs4FM/611elfzrz5XskKBhQRLQpNDkXt+b6hDeDM2V+vY4jzjt8goXZnzLXi3o1fp6bsRoPd6gAHRu6WMalf0EJsZv1b4VKlotYxcK7tb2lrhF96RbtVXl/Ec6wuzIpuxo/iE56G+C1/fzeDDYxS+1X6p+xf0J6SvPjBT3DP9yHB07yGQnhtlfnaIbknIujrGSQYHGZ8YoGtwjompRWKhOcbnU4RGbjM8NcadgRnGJsI4cwopzrVjM/kY7b7D9a++4dI3V7j4+S0mJKmZHp1mrKeb8elRfJK0RCbGmE+EGO0fZnZ8BsmXtglWmsD8IkN32pmevM61gQV6u/uZGOljeHyCrjv9hCSBvDM4RV9nLyNDPfQv+pmaCJGcaad7aIKezj7G+tvpmh3nzrVBZiYnWQwt4fcvMjs0xPDNWwwuzdMhye30jF92J334RocYlV3HodsdjI320D0wSvv1LkZvfsGd6Sk67gwxOxe4H4dKEEdu0Dc2wtB8kIXJeeZ6+hiJJknEgyzOzzDcNUB/VxfToVHu3JllKRhjbmKE8WHxW3zquDNMPP74P0u5TWB3jc1I6nYNSkPRXkUgKUs8i5IUqcn3sCQg26Y7SyjegRt+FA3dWr5WdduhIZEfFJm+q36Gbi8xKKTK7ciu8EwPh4mGksyORiRJCTygQ9lY4d2qHLoToO/ash/Dcj5400+/xLWVzLD4v1G7klOxqDYVT/910Ss61fV6GhIdKqldX7/RtdKr9GXaRN+QrP4Nr9wvuR5WtHK9STnaHSS0mGBhKpq5d0Mi0ydxDik/doC/4h8WmXv2N7G3un1mOCKrgHeTur3aWZ6w37KISiSYYrQnTPe1AF1XHk6dlwN0XlpClYpflR1Sp85XU+elAB3fLNG1QZuq67y8lNHRKTYzJPztF/2ZutV6NjrvEPvtXy/hk8UC32ycke4wik/ZvHNR9Iouda1I+adsqfPtkOJXfquY7nztR9nZjtxWPErfrQt+bn25+ND4lP3t+Kt0KhwUv/J19T1Rvqj69XWqfj0t8yzRJwl1yJ/MJMmDHSE61P0RHNvlHipdK7bWy6++VnwKL1Wurn/Y+Yg8fyo5zyzAPOFn3lD/EiGggcmqYbbq6CZtXeA6lUVxzLLbdmtshgFTDUVTd4jnWZn0JZgZ8BGXZCWyNMfIpIbdHiTudBKzVnCkyIXbY8di0kksTsjiZTvtPQMMLaZJJvz0jVqxzs3iiQ3TJ4vAaSKSnI0yFbMR0r2s/3azWuhWz74aj9c6mcY3NUvHl5eYHvuKb/pH+OrLa7TfuEnf8DA3ZefQ1/kbLg3O09/bwUh/J3fmREMqQbz/M64PTNHT18tY12dc6LjJb76ZYdG/QCQ6x9TUOP3X7tB74VOuy66ZP6nLziOkgz78YwMMhqb5+pObjI5LDP2DXPn4Il1f/IIbgRDtVzuYnJ6TqMSWvNJiLzF6g+7uW9wenWNySS3OpDGZpTEyJjuAQ9z86ibtV+4wrkMqbUbXggzduS2J5g36R0e4eb2fWGz76a5o3vFLPQFa5m3HopsKSDibthkNzzUChnO7hoD096wCCzUHndS3ubZPR9wZ3qp9TqpanNTuUL7hsJsG0aHk61pd1B4QOrgD++JraY0Nm1OnuMpGzQEndSJfe+i+DmVjOzHVHXJS2ewgI3vYRY3oUX5tJat836g9g4X4otqUvoyeVmcGK1W3mhol/gaJY3XdRucKnyrln2BUL1ip64Y2932d4nO9oq10iVxVkw13lk5+qTUjWyd+Kb11glkGf6V/Kx132zJ+i+8b+bpZXXG1LfMhpRmj7qZdV00idLNGXrmd0noXZQ0Pp/JGFxXNblS5zO+krF5onWxpg3NZp/Av863SLXXlTcs6ykVOkeIvqnFSJnJlUrcVlUp7QZUD9ct2Do+ZvDK7yLkobXRSXOvIlCvyyk9la+V6O2VJrSsTX2mdE0XbkdmKp0TwUbGViN9l4uNWvOVNYluw2YpHtSm/FA5lGbyclK+5J0qHi4qWZYzLlN1NSOlQ975YsLe7zbiyLRkMK0VfqdItGJTJ/aqQa+XbVroU1pVis0xi2IpvfVt+mR2H2JaZ3qbPqtFgILDbCDiqskgtzrB4uROqmxi92M9MIsmcT3bWZMcuYLGSVVZGLF1CRY6L8ixJVNJRgrIbp75mmEylcVUf58S7f8qPvvMur1fFsUSv0TXpxx/wE/YtcKtPQyObsqIotvJydG8xVtYeyXiaeDRFSvStbVFXUp+Oy+KbmWzXDFPTIUYG45jlX2l9JbGxEPlFOdS0FZJf6CY1nyYlMcyPBsnK9VLTWkhRbpz4QD/zzSfJqWym2BUlMDlEd/8MKRuEkg6sFjsOmwWv10l+gZM0EwwmK8jOPcy+gmxKbFGSejl1jc1UFWrYrQlW9tU0swXH/uPkz46yODImu5VmnC7ZybTpEOiju2+Myakguq4Ttrlw2N3YzaOMT/oYHohjSmiU76vFbDHzJA+ZeqI+8yS4XTMjEe6aLkORgcCeRMAiK2d5RVYqZXKjEpKdUtNRD03HPNQdcmeSu53I10gSsf+UF1VmEguVTEmCuF0dhZV27E6TTCJtVDQ5qRX5WtG5Rn4b+pR95ceKrEqYmiWmnepR/EquvnUZC6Wv5YSX6v2uHWOjdK1QtSTOSo/CSCWJ1fudj6jPnZkk5hRaM/I14pfSq+JXuhWt2NztsrDCjsWuo+nSTTQh4/UAAvIZm/lhjPxSmyRgTsqkT+6U1ES+otn1gGyFTOwr9z1Yv5l+xV/b6skkU5vxrNRXir26Ng+eXAvuHDP5kpSqtgpJPmoPeVClun4UKhcMqqRPq7L6gIeqA+4HYtup3qr9bhqPemk47N1WfNvRXyk6FQ7lErPCbjsyG/EoWXX/imsc2F0mnB4TBSt4qnsodsobtvlsCF9Fs5Nt8wvWyieVlDvErq5hHAYCTw8B1z5yvftpzk1T0zLAV9HTnD30Pn97zEVV9hRfz1uxuUt5/S0vE2NmUjPT2MOX+f/8h1/xq//wE65NLbCQuu9uOp4kdLGLnCOtHPyz79BQV0b6huz+aVbsJa/zSs40VXoPsjF2X0jOzDInsspnlW5a3wE0dFOERHKO61fiknhVcLDWSn5+hOkERK1ZFB9pINTdw6VfDzE4nqS4OE1irJP0/nIWZTfv6kf9kmR6qGqrp+DyT7n9+19y6dYdBgJxFk12gkuTBJbMWBaHGB4bpXcmDDhkfaWZY9m9DPT9jC9kJ3PKXINHWjZ8JZPEh4aZzzIRkBQ2HVoikZrl9heDTA5PEZW4Inoc31JQkl2N+NRFesdzyc9yUFQYYSqRJoRLcq318W9o7ZEr1besQgHxNarSu0dWs0ZQX3NlXBgIvIwIaBq6GdRAZrHq7JTU4KdI/bjDTmUVf0ZW2bWJbUXqfJtkMi8POuqrEmY5z/iwQx3KB0UZP1Zkpcxcb9MPJb9CGTmRz1xLmbl+BD0Z+VVyGT2ib339Tq91Hflg4t59zuhVdpRuRer8CZDZoiGPGs/z8cx9E4DkhcmsY7Y8Ism9MytaLy916lnZtl7FL8/Dhro20i28ukwWNMkEVL/M2NmJjvU6V66VDiHlR6Z/q/OVtkcsFQ4ZXeKz0pvx9RF1rcgqnRldyj9Fj6pPySoSefUsaDqYVp4Hqb9nR9pXbG9aCv89n7bDf5dHA9T/U5fOLKPLhfEyEHgaCOgOSva3cuztdziUW8O73zpMZVkBRftOsO/Ed3it+SjnD9rIqz3NKUmKDp84xr4z7/DhG0c5+sZpanMOcmxfGfUNLlwlxez74Z/Rdvw7nG+soL64moamg6LzAIWvvUazN18WgU9SVN+MS+Y/q8PTNOkBy6/V1ZlzuyuXivoDHDtTRmA2SnHTUU6/8TavtjbR1lCAreIc58608tq75zhy+BWOVjfw+h8doaTuPK+ePMwb75zl6Om3OFp3lG9/7zRtJ47SUH+K08dO850fvMnZP/gL3qvN59XXT9PW2kBJdTXexuO8Vujh2DtvcOzEW7x+vJXX3z/C/m9/hxaTiZZjR/Ek5xm4+Bt+89Fv+O0nX3IpWk/joff44PR+Thyvp/TEG7y7v5iixjc5f/YVvvvH7/DG++9yIreBN797hqZqwevkGU699Q7n2lo4Uu/FInOqTNBP6E2NwTa7jknmBrtlQt8tRYYeA4G9ioCMXXvV9WW/JQA18UHK5Qrj/XlFQN0ilYDLEuDz6qLhl4HAdhB4oXkyc1rVWV/oKI3gnjYCao0gEYPMVxuTG+3OaDhzc8ivqCTXkk1tTS4OhwWTt4jsojqqcgspy9UwO4spLcymUBK3nNJammpLKa2tINeeT1Gum6xs2elyushtbKKwrJ5SjxO32YHHm0NlXQHO8jKyzWZcuSXYs/KQtY9tQqHhysqhquUQNQ2HaKsvoKK6kqKySsoLcijItqM5SigrK6KqroLiolLy3dmUNxbj9JRSVqrqyykuLZf6fKol2SwWX/JyyygrLqG2rpzSuhaqZMestKJMds1y8WR5seYUUqa+kVRRRUlJLdUlhVRW5ZNbU0uudNbcokKy84vJyy2ksFBRc+/chAAAEABJREFUEfll5VSUVlNTnEtRUTauogpqCt24cyspLymlrqFKfK+mxJ4tSWoFedkOcoqKJZYqiSWXwiwLJlmg2yYwj8RmMsm9lIRONz2S+IZC+oa1RqWBgIHAnkBAk0xOl0HNZFZne8Jlw8mNPssNVAwEDASeGwQ0mWzpQpquPTc+7V1HDM9XI5BOpUlJdiev1dV75tzmcpJbWoE3q56j+0ooyLE/F7478yqoaGylta2VQ4f201jixLn9bPW5iGE3nDCSut1A0dDxYiIgWyqJWJRwKEIskV7eXJE69X+lJJNJksnU3bo4sUiEqPp/WWTATqeW69d8dWfVCJ5Wcnd5kHp5PRZ+Sj6t7D6gRbKHZJRILEF8w1VBJSBxiS+JxKov4kt1WsUXj7Pyh8dS9WgvcS6t9Kjy0TTsqpREu6v6dqpM7giaSaSMuaKAsMOXPEPL/U71vSQpeW7T0h+lmkw/yqgThKVCXgiD9NH7vKmk9INIiEg8nalPqWf8HolcQnSKoJwta5LzuyeZIpWMyQp7iLD0c+lumbrn5S2VSJAUWtuLnxfvDD8MBAwEFAKajPsWu4bNbkItxKq6PUe6Cd1ux+22Y5FFDwlp90J4yTTJR9jy17x3ceDWXzIMjXANBLaPQDLI3NgQnTd7GPZJgqNmcpLkRQJL+Hx+lgIR4qItHZ1mpLOb3oFpZsJJ4uEwcZkQxtUkK9NrpcfKubBmXslAkHgkmvmPLtOpBJLzqDlppm2nb2oCKvNaYtH0gzrUH4Us9NE5PM3kYnQT1XFJRoPMz4TXyEcX/fjGJ/GLlHgv74/2SkejxCbG8cvkWWH1aFp2T0pBorQ90w+izE1TXhi0bQTkIU/Goywu+u5SgJDqR9If1X9CSzxBUvqaopTc5IQ8b+lokIB/UfgDhOQ5DAVmmOq5QedElMDSEsGlu7r8S9KXY6R8iwRFj+opKdGVWOmzqpTrqG+c8f5b3OqbJBBNsek6ybaD2j3GyPw8i7OzBHZPpaHJQMBAwEDAQOAJIhCNpAgHkiTk82S3zLwsSd1u4WXoeZkQiM7gi8QZ86VIXP/3/L9/PcL1jy7SPzTImOCQTgVIB77kH/9pgNmYhZw8F/HhEe78t3/gTnyCT37yO67f7qer/Q5X//lnXJGkMCZpUvuv/oVvLt1kcGmCwPgFProJSxFR+AgvlZxo0outNg21CnhPRTpBJDTPL3/diy4MbrtZks2oUIS4bL/Fg0uEJbZ4NEZMEky/JIVk/g+cMH5/kKmuLvq/+pyekJ+leIpktIvb12/x9aVJwol7VmQ3JClJaRJRI0lhWpLVOOlYWHY3o6I/SSIQZOHGLYZiMYkxSUp0pWRXMHFXSSLjh/ggPq3S+sROZZExo1vlVZmTp/2mITg9baN7x15a+kg8liIaTKDO13qu0q12Ln0zzuREhPDIbQYv/5rPJ0NMfPG/8HnnGIPdF+i59Sn/dNXPzGe/ozscYkmUpMZvM9l7g0vpanIcCcx6GpZuMzLUyfUhSMZCDH38/+KrjgGGlwJM9tzmwj/9nmFJ5u7803/ler8sjsz48E2OYjJP8Ov/7b8zOTVLQnRv/5UkHo0QCUakD6blPE5mAUjtpEv/iAUDhGXlQ9aDSIaDRGX3PxYPE/AN8i+/uMD0bBCVrCai0YwO6UYZ04lwhIlb1+ltv8lkpub+WyoeISYYRGISryxBzX7xCXd6+hmKPqUOd9+VHZ+lBYiE7KrGZWxKyXOxYwWPIZCUZzAhlEwo3B5DkSFqIGAgYCCwCQI2u47DbcJsk0ncJjw7rd49TTu1bPAbCDyXCKxyShKjtGbGlFVKQW0jjuFuAtN36Lhzka+u3KZjNATd3cRLinGXlZGb5cKWjhKamyaUnmBmqJf+wQF6+gcZ6BqjbyJF3NeDzxRmeDbO1OCSTCaX8ImaZGqV3R2eqmROW/81iFRcJoYL9I7PEAwlmW3/hjtff8qVgVmGL/2aaxMT3PjqOl03v6Z7qpcbHQsMffJruke/5pPrvVy7NSgr/7109g3x6W+uMzY9zrw/ILsecdbMr7RFxoaG6Lh2i+DCLT67EWRieIzpgS+5dvsqX3YGSARlgppepOObW/T19jE8NsylX35J18VfcXV8nBsXbzLe2b/DCfIOQbrLrqHdPXs2hWbMEbcGXm5P5pcOrTqanN9jlgvdbMLtTpFMWjFb7FgkSYkHJNGSpGhqRhYh+ocZHOhleKiHMVlcifnauf71J1ztnWAmlpTFCz9j7YNEdAu6zYVdFkLMJo2kpmOzjjOUzmK230dsZoywf4jxvh66J0YY6u5jYCTAzEJSkqoEusVEeCGEWpy4599DT9JMdVynu/0G3fOLjEzMM/jxf+RG7wg9Xbfo677KDek3Hb/7nBH/GCMz47RfusatK9cZj4eYmVkiJonfRI/wdl2he6ifrz6+xMilf+GKnHePzeObDwoiqx2JEPTPSsy36Pr8Y274kyzMzhEIhZA8aTXjc3muoaHL/TGZ5UzjqR7Kbob0p2rWMPaSIBDyJ5gcDDNwO/jUqP9mkD6h7dicGpGxw5fAPx/f0L/+W6LrRgBVbkffap6eqwG6ryw9oLdP5g691wMP1K+W3excyW03ttU6lEzPtQD927gPCr/hznBmV21uIsZw9+b3T8Wi9K62tdH59EhUFt+TaLs4zuyiqpekNxphvnAIpGWinZIl99RGq7K6CbPThau4CHs8jimlY3d6ycrJwmszYZr3Y8nPxe71YrdakPkeSDIoW3Ak8pz4p6YkOZollJvL4kCQhdu3mbOkmPQHJfGZQO09PB6gadSKdlJWtCWM+6o0DZn5YnHl4Laaifv9BJYWiCYX6bt0neHxSWbmAwRlJT+airI4HcLX287U/DDDM4vMLSbRTVasdgehiWFCiRhJsw2z1Fn0+2bQzOjBBYKy43Gra5g5S5qpYZlYD3fQOzbO4JjaglSehZkenmB2dpaFxVkGbnXS/vU1hsYmmBY/Qnd37lZpfv5PH8FDhYTMVR9B8uUQ0TQNXZ4vk3rI5Jx7h4YmfdGq+pjFRqY06wJlUhYZIkzFynD4e5kLxJkNu8gJThLTbDizcsjyunDmlZNX1kBzns78zRvMR+OkLFYsVivmZARt5g6DehkBeWb9Ez349DBRl535S5cJ5XkJRExEF4KZnbVgyELN0UO4PS70e/4tn6idHUXpBxZpIgwMB5meS+J0iE0thU/GhrgWYnZ8SBLHHibnF/AthokFBoV3mP6OQabHJlkwmTGZrFjMswz399PbOcy8b475xTn62kdk5zyN2WZGQbbsxd335AKzkpQOdPRJ3+tjMKiR0EwSs9Kn3WUyio0Q0CSZ1IU03cBpI3yMukdDQJMBo6Tagc2p45+Ly8JR+KnRWF+Ysd4QI92hNTYz9dI2voqCktDpspiiolxdv/p8rFd87xdaJbe6fbPzUfFhtGetnNI1JvXKl83ktqofU77s2I8woz0hwSTMcNdyuaUN0T87HsWdbSYaSTE7Gl2D42pZFcd2fAosxDP6iirtCupdIXnEdkWPocRAYE8joL7ek3pgIgbx4CLzo30M9A0TzS/HYcslL6eIgtwsPFqMSH4+yclR5seGGJmaY1r9L57qe1ETc+hNzdgx47WCu62CxOCg7IwFwJ5Lji1AammQoWCMpYlehmSHYWFxCSW6EyDTwqz8TkhCqpJTuVx+6WZ0u5f8/DIKvHYcnny8eUWU5cnEbilMZN5P2isJX3EpeW6JhTS6OcHSXBDdZMIhdTZ7IRWVFVRkJbHYrOh6Gi0ZzfxozLIR9e6lKMdKtiPOzW4z9Y26JLGTzMgEWP3dUTQcRjNFWAqY0NNxYmEfc+rvoiJxwoEwYeWHJwtTds4DE2Sl/UUkTc0TFb2IwT1mTGqBQj3PSdUR1jzQmymOSlK3wIJ+jDqHD6u3iJS9hurUND7NTXZJBbk2HZNmxZZbTE2lg5ELl5hZCtxdUElJEhVgunMSc3YJBY5Z6QMjjCYdmBuacPUNknWkDrNZJ+0LkEpq6CYPLa+24pFkUWfVkQaVzKWTUsr5qhYgQVB2GFMpCy5J6NTiCO4aSorcuM1JYrLIE4smMJeW4wmOMTM1z4JfVoVlCz+MFaceIRJfYEn67tJiTHYMwVtaSCxqljFGw24GzcTaIzrN3OwUY7NLJLQIobBJkj8T6WSchOxurmV+/q4UhOoRUM+DDE9P1cGkjKfJRErut/LiqZo2jL3ACOiySFDe4KCi0UFuiU0WncxPjdxZJlxesecxrbXplWtFWdJ2l/LLbVQ2OylvdK7lvdvuUrokuXGtk3Pebd+q9OSY8eTet5XhFT0ukXWLzsy1nO+kdItO5dNOZJyCg8JDyTrdD2KwXpc720ROoYX6wx6Kq+148y0bYqPkFG9G70PiyCuzUSU4l9U52K1D3y1Fhh4Dgb2KgKaB2aplaE0MsgsVmR9h4Ovf87vfDFJypBZ3aZrx3qt8+YuP+f2lEaYOnMTZfYGhy7/j82ud3BwNYXV6sC7Y8BY3UtbYRF1LNVVVLizBbnr0Ixxpfp0/OVpAU3GEW9Nx5m/9go8/+gW9Q2Oyk8bOD/FfxbBeUNN0HLIrYDJpmGRHwmL14HHlcbg1l7TFQSKz62HBabLgcJmweW0sjCyQkF0Ma5b463JiRcPqcGCWiawlsUgkMMLobJhwMEhIKBiMQL4HW1MdVnM5B2xhNN0rE1cXblOapC2EJSfM9JQDryNBJDhC78g0flsBh9rykCVLEhaxItsMGi/RYcwVN7zZKilKxFOS/KdQE/q1TOoJsWKzm+R51NDMNiw2Cw6TJHNZ1dRWNNFQ00JlYQF51iV8tlnaL/yOT3/zFTdv3WJg9BZXevqYclRiM4msbsUsq9Eyf6ffV8frZ47wrbeK8drt+Pz55NYepLq+ltrmCnJscWxiL6e0kabmGtGvI6KsOTQyY4jZpqGbWHe4qcv1YYq3801XJ3eGw5hsDkx6NuVluRSXeYlgI203yzgRx+VxYvFYkRySVEwnOzXB8FwOedLXikvNhMxOTPYiDlQEGR/rpXcqRCBuRYuFCYWkbyryLxLXLODNJq3F0GNg9aQIzC+yNKl+Ammdi8/ZpaaByQRmCUHTtafqXTySJBpKkVQPx1O1jGHtJUCg9qCbw69lP116I4ejb+Vw7O3cNXaPvJ6Doh35IzJH38zhsJQ7kpOYlf3j76zz4a5vGZ3Cs1OdSu6I6NiJnJI59rbgIZiceDeXh8pLrEdUzNvwT+k6Jnq340/pLiZ0quvo6s0gAwEDgQ0QcFZx+NwH/J/+r3/H3/ybv+TtOic157/Pt//03/J//td/wo9+8ArV5hre/6u/4tt/9Kf84I0TfPfDYxz+23/D4VPf5/3qXM6cOUhT61kOFbbx53/5bf7qr45TUeHFXn+alvP/ij87/z3+3f/t7/gf/83fcXhfA07LBn5sUaVJ0qXLhMciuxFqEnSf1YzNlh3PJJ8AABAASURBVMPb7x7MTATL9++jsa2VAm8BRW//a/747XN8eKaZurIWykuaefPdUjw1rZw5/yrl5gTeojwavvsHHLZaOPz2W1QUtHH85Ku8+VYTRfF2Pv7xT/mZ0E9//Alfd6Vw1x3lR3/YgtVSyJlvf8jr3/8bfvjhh/z194+TL3H+YF8+r6r6b/0P/NUPfsD/9H/5Hi1v/x0/fPs8H74iflTkSiT3vX+Rz9RXfV/k+B4nNl1HEjVddopNPDiRt4nqNk6fLqO0zI6j+jC1r/wF71Yc48N3Kshre4PmujpOHa+n+Q//Fa++9+/4t3/2P/J3/8O3Of/qOQ42vcZ33/kWf/tv3qWxMAu79xBVNYd5+0wV5/7obUocNqwV73D89R/xw/PHeKs2i+b3v0W1+wBvnD7I6989R+OR4+QAGjs9NCqPvcErb/+Q94+f4LUjhRx65z3KcnPJbzjL4dd+wB++epgzh+vIOfiHvP3a2/zwL/+ID77zIa8WlvPqH/8pp/bVcvjce6LjB7x3rJXTB0oofvNf863X3+NHf/1D3ni1Bfet3/Lzn/90me7YcVae4I//9Hu89cP/I99rMFNx4n3OnD5Jm4xNO43gZeK3ySKXw2PCYtVfprCNWPcUAoazBgIPImCMWA9iYtQYCCwjoJlkldiKw+nA4bBjNWmYLDZsdgdOubbbLJjkn9VulwRKSBIgm82MWe1sWWzCr2OxmDHJUrNZN2O324TM6JKEaSYLJosdu/A5M/odmM2mR5gskpHRtOWSVYemaVity/Z0sxmTkK7p6FYHNvHVajFh0k3oQnaXjfz6/RQUNnDiVCtHj9Thtdkwiw6z1So8ZonFgtWVjae4kRNvvcnrQm++dZxD9aXkmszYbSZAR31V02qzY7NZpc6CLnHazHfrrRKz6HU4bZju+mHL+KHxshwC98sS6s7jlOct8yRI+aCwajHLc6ijZ/qQGZM8W1Z59qxWE7rZislkknYTJnn+LFYnDumrDul3FosFs8mKTZ5lh9q9VvKaWfjNshAhMjYrurKpWzGLTrvwW00aJuE3CZ/VYsZqs2BSfYhHO3SzFYs8/1bRbZH+YBbduiaxmCxi04ZNbFjMJjSzDau0qfHCarNh0XUsKh5pM1usWKw2rBleHT3Th6wyrthw5JVS1HCa8+ffXKYjLdSX5mCT+K2Cg80EupK3iD2TjnFsjoCmaWiaBvLCOAwEDAQMBPYIAhuO7HvEd8NNAwEDgV1CQNNNWLPy8WblUSS7dLnZLklXefDQzJjtXvJLiikSKi7JI9tjx/ogp1GzGQJqoqhos3aj3kDgERDQzHZs3nzpv9I3i4RyPLhkkekRVBkiBgIGAgYCBgJ7EAEjqduDN+05ctlw5YVBQLIM3YLVZsFi1lGL1C9MaEYgeweBNJm/pXvw/6jbOyEYnhoIGAgYCBgIGAg8CwT0Z2HUsGkgYCDwsiFgxGsgsE0E7iZ2mexumyIGm4GAgYCBgIGAgcDLjoCR1L3sT4ARvyCQJpUk80tn6v97exgl4mkUPYxvpV3xKlLXK6U6X02qfjWpNnWtyi0pmc7MfVMJ8UloPa/SoWh9/Xauldx62o7cRjwrenbatp5/Rc9KudK+/nqlXpUrbeq/fVCkflVR/Uy6atspKV07lbnHf/deyQNnvDZFIA3yqaR2itU9Sglme4Xu/VcGKilNIWNK2qDHvH+ZxySD59PFcnmnWBnOeGC8GQgYCBgI7AkE5ONzT/hpOGkg8MQQUP+R5FBHiIv/Ms8X/zTzUPrsxzMo2g6v4vlc+D/9bzN8LrqV3Oc/fdDGx/91OqNT8X7236dRPJ/81xk++8mDvErnCrVfXMQ/H6f9az8XfzG3xnel4/f/ILrE/gr/TsrPxfbH/2UapUPRZ/99a1820638UHpUbBvxfPKP03z636bX+L4Rn6pTOCnez348zcf/ZeqezKfi22b+qThUu5L/SjCaHokyeCd4T1bVb4dUHMqGKrfDv56n/atFIgFZPXhiT/LeV5xKpQkvJZgcCDN4e4n+m0+YbizRJ7QbdgbvLKH+M9mAL8FIZ5DOrxefvP87wKf3qn+tPxJ3z/q6Hehbj1nX5UUeRV/f9aVlrMSf1ToVhiF/UjBNMN4XWuv7XT9X868+Vzp7ry3tSGa1/ER/mKAvmVkw2/u9yojAQMBA4GVBwEjqXpY7bcS5JQKarmGy6kKmh5NFRzfrD+ezLuvSRa9u1jDLtUX9H1u25XqTXK+QzWVGtemiWzPpGd2aSfn0IO+KjCp18UPTwSI6zUKqbjUhcSn7q+u2e678sYpfiB9Kt1l8367saj4la3Ob2Uxek3gVrZbZ7FzhZHWaBX8TSOArfFaHCYvQyvWa0mISfp1l/HV0iUfRGp5V92KzehWHsqHKzXi2qtflXqFhHFsgkF1gzfxnrPFIgsWpKAsTkSdK80r/+OY25rdoW++bbyqC063jcOnExP+Fyc31rsjOjoSZHwtvK8a50YjwRljYgU/zYxHmhJTMvPLnrqyqnxV9K348rFQ4KPub8c2NiF9jUTZrX12f0XPXj+V6iV98UzaUn8t1EZbmoniyTRlMo4E4c6NhFF4r7ZuVikfxrm5X8Wb0q/u9DYqH4xRVWak54NziaTWa9hAChqsGAi8FAvpLEaURpIHAFgiYZLLtzbdQUuukrMH1UCpvcqFoO7yKp7zRTUWLO6O3vHFj/RVKp7SVN93llfPKfW4241d6FeWV2bFKspVXaqOkbp3/oqNqv9KxbFvx75Qqml1U7fewHV+20r0S30Y8lYLNCj4bta+uW9GjykqJrfTu/VI4KVrNe+9csFVxKN5iucdOjxlvvjVzP+7x3NXzsOtNbWxDXt0rsyT4WzyKL32TN9dM7UEXDW1uqvc5qW55wqRs7N/Chmrfpg81+1zsO+ll/ykvzcc81B1yPdT/mv3CI3LbibNG+an8UbRNnxSGNYpfqDZjy7nsk1wrfbUHxP42dK3o2NRP8a1W4t2OPmVX+XVPl/iVwUp0rK5Xuvaf9rJP8Kw75KZG+Gq2gVWGT+KqUfpWYlPxCt2zuVK/SVnf6s48fzlF1pe+TxoAGAi8XAjs7Wj1ve2+4b2BwOMjYJKdG5fXTG6xDTXxfhgVVDgorHRsi1fpKqiwb5t/hTdfkrWiagf55fYt7XjzrFgkUXDnWB7wX+lQiarSqfx4FMroqFHx2h/qy6PoVzIqzqKq7eOpZAoEfxWb8k9db0UFgqG6X/mldnKL7FgdOq4sM1vJPIk2r9wrs0WDNMskhfFai4DFpstzbKVOJtVPg9TkXdFmtrZq21RGEtLGIx4UbcazUt9w2E298K9cb1UqPkVb8axvU/yKVP1KuXK+E9tKRvGrciNSbY1HthfLaj+ULoVxo+ClSnW9GSm5BrGxWftKvfJFkeJfqVt9vlL3sDJfFsrUZ8PaJ9S4MhAwEDAQeH4R0J9f1148z4yIDAQMBF5iBCSfU1+/VD/U8hKjYIRuIGAgYCBgIGAgYCDwBBAwkronAKqh0kDgMREwxF9EBGSHTiV0mhp1VYL3IsZoxGQgYCBgIGAgYCBgIPBMEFDTi2di2DBqIGAgYCDw0iGgEruURC2lvO/Cy1BhIGAgYCBgIGAgYCBgIABGUmc8BQYCgkDm/8RKrZ1pp5JxYpEQwWBAKEgwpK6jJJIJErLlkkwmRVJeqpTrVCJGLLzCmyAZX2J+Ypzx8RkWojEiGT2qPUA4IryRBIlgiISoUJaXfYC06FrRHZ4fYmx0mPHZALG75oT9/ksJylVaJQpSPp2XMprANzMvcUR5qqafToBPzIqmPTHVhmIDga0RMFoNBAwEDAQMBF5oBIyk7oW+vUZw20YgM9nOvN0XSSVJhKbwTffSMRolGEkx13GHyYkBRmYm6L/ZxYIkYJM3rzI2O8P43DTTw32SwEWJxONMd3cxLXxLkhzG40ni4TC+znbG5+fwxSMsTo4xeFVkJauLp6fp7xliZGiKJd8MvVe78CWSzIwMMj87zNjYIL23ezK/sXHfQTm76/LGyYIkX6k4sZgkj5J4piWepPIjmiSdTpKIxUnIdUpiUG1xSTSTktimU/PMz4wzOOhDmkmL/8s6RJ94kFY6wwv03+5jZt5PTNxY/UoloqI3QVKS3FBgjq7OISKSwIqZ1Wwv7/nde/byAmBEbiBgIPA8I2D4ZiBgILA3ETCSur153wyvdxkBXSba+vreoOmYkj6i/kF6pixowjDfcUMSrHb6xrq59dk39AeX6Pn8EzoGJ+gbGWK44xL9kxP4oimme9qZ8vkIm6zYRNak60R7u5mT5C5EkMBcD523btI5FSMa7qP72k3a27sYGevl2u+uMSKJ0PTMAqnkEgHfOD1X2yWl2iRw8X9tS1J2CoNMDk8yPzcvCekCC/MzjPRNsxCOSqI6KtdTTE3PMjM5K7uI88I3zODEAn7/KFMTg3R0TBGJzjE1Nsv87BjTomdySvRI26Rvkp72IWZ9QeL3DKukL07Yv8D82BgzU2OMzk1w7VoPwXACyRfvcb6sJwohTd0rRS8rCEbcBgIGAgYCBgIvAgJGDM8ZAuunsc+Ze4Y7BgJPHoG0pEpqsr3ekm6WZMzhwO124XB4cDstmEzSZVKLkjBNSfIzS19PBxO+AOOTCfwz8/jGb3P10kX6/Ra8uSkW/UsMjwdJYcbh8YoOF06PB1tqlrQ+w2JBAcOXZomOTcLiFDOzQ3TJrtzcQoTRUJpoIkVSZE1Wse/2su0jFSEWGOa3v+9kTHb7FkP9dHbe4tN/uc6U+H/j89/S3XeL67c7uPb1NWYnbtM78gW/+KSTgVGf7OSlScUCxH2X+fiTXoa6v+Rm9x0+/6qD2599Sk8wyLwkrvE1372Ui/QC0yPD9H3xMTevXaE9lJIdOz3jtpHHZGBYfksvF8a7gYCBgIGAgYCBgIGAgcBuILA829oNTbutw9BnIPC0EJAJdiqZlh0xOdmOzcAiOM3QVA8ffYrlWBO63QnRAkpb3uf7P/xTztVYqTz9J7z7aiUlqSE++t3IGs2+gQlGe4eZMMUZv/M1vuFZzM1OEikL0Y4wNR+YmZnWiC35mJ/wYc4qYv/7r6Cv0bLFRTRMan6cuabT5NQfpiwvj6LiAkpaGmj0DNLTG2d2NIpHEsy8PBvBnqvcnrUTTsTAYsJs9+CUVNQ6eIXORJDRcCHZ3hTOnBQjiQOcrS6j0m3GrnP/SCcgOkRX+yAzviXiZjMxJCF2OrFbNWSjEuOAlMBk4GAgYCBgIGAgYCBgIGAgsJsIrJ6S7aZeQ5eBwFND4LENacsa0unl8qHv/gR6IhtHbSvl+blUHSzHTojkTCczA1/y0S9+xk9/d5M7Vy/QfvMqfVOzhJz2+2pTowyHnUScr/CDo0f4Xk0Xt0aTRHOqKWiuobAql/2V2STHFkilsyksr6W6upQ8l/W+joedWe1o3jyyey8wfPlz2gfHmYrq6GYXFr2OprJp1pdmAAAGsklEQVQkaWuUxbROMG5hcTYqiZefcMBHMAqxiI9AYIxhZwul4QUs0QCYcsl1WMlPXOP312/SuxAllFzlSEoulsbxY2UpESEcChAPJLAt9TA44ycYlfZV7C/rqWZ6WSM34jYQMBAwEDAQMBAwEHhSCBhJ3ZNC1tC7ZxDQxFNd19BN6oy1h60IT34TByvBIpPxosMnJIl7TZKiZo7WltJw9iw1RU0cbirj4Ik26o68xsHaeuor8sgrKiO/9DAHmw9wojkLTCbcBw5RmlVGY1U9TQf2U11SSdOp8zQdeYV95Q20NtbTcvQwxYWtnGxw0Xj4MJXVteRJUmjR1rq25ZVux+qt4lRbJVWyq5bnraSiqJTGpmw0PZd9p89ysLWNlppy6uprqDj6NqdaTvHuK8qnGopLqtl3pIW8imOcf6WNg+JrVXEFdVXVHDhxjMrCOk6/fpg8fZ6xOxe5fOkiV67fpn2hisaDBzly/nUOHTzC0fICDhxrJS/LiXkjfLcMYtcbnwuFmrqPip4LbwwnDAQMBAwEDAQMBAwEXgQE9BchCCMGA4HHQ0BDTbQVPaDHkoMjq5K6IiQpgZzGFoobJdEqKKM+10ZBUzM51iLqKoupa22jtu0NTh4+ytGWMsqqm6ioO8r+hkb2lznQdB1nTR357nLqS4upqspBszqx155mnyRCdbkFVOblUVpZjc0lSVWth4qGGrKzc7A94NhDKjQzZlsuTa3N1DQ2UZpfRUV+PpWV4oe05de3UlfbJH4UUFFZQumB4zRVHOJ0WwNlBaXkF0rMLU0U5VXQ3NZCTX0DJXk5FBYVUbb/BPsrmzlxopnSPBcm9V88JBIkUhoJRwONjTW0HD5GY8M+mktkJ1MS2eIcFzaz/hCnjWYDgecFAcMPAwEDAQMBAwEDgb2FgDHL2lv3y/D2CSCQFp2KpDBeO0TAXdxEw6GznDp9lpPHj3OowoXTagwrO4TRYDcQMBDYqwgYfhsIGAgYCDwnCBizr+fkRhhuPFsEVFKn6Nl6YVg3EDAQMBAwEDAQMBB4EREwYjIQeNIIGEndk0bY0L8nEFAdQdsTnhpOGggYCBgIGAgYCBgIGAgYCLygCDxyWGou+8jChqCBwIuAgJHMvQh30YjBQMBAwEDAQMBAwEDAQODlRcBI6l62e2/E+wACyWSK0FIS30yMhcnotmh+IsrsWJTp4TDqfLty6/mU7NTQo+sILMRJxFIszsSZHokwNxbZlv/r/Vh/PTceZXY0siu6lO7p4QiK5gQzdb0bpLCbHAijfN2WvqkovtkosUgqc783k5kVDMd7Q491XzfSre5VMm58yfeBDmhUGAgYCBgIGAgYCBgIPDYCRlL32BAaCvY6AmaLRngpwURvmNGe0PaoK8hwR0AoyGi30Hbl1vOJnqE7AUal3LZtpaMrJHZDmaRL/f96s5KEjXQGGdmpHqVrPXWHGO0MovTtyCelR8kqUucrJPgM3VliuD2wO/7d1atiHbi1xJbYKZwUKRnxa7I/RFyS4KAvwWaxqbj7bzxEr9K3Q1qQpNJk2uu9xfDfQMBAwEDAQMBAwEDgeUTASOqex7ti+PRUEcgvteH2mogE4oT92yRJAiNC8XASVW5bbr3+QIJ4JElYyp3oCC7GCC3GM/8VQ36pHbMZUokU0WBi+zGs92XVdSQYJxpKPJqupfUYJsSvJDHBarf8U1hFxI7Cbqv7pnBSpPjDwh8NpcjOs2J36pvGpnxMxVM7vicZG6swXH+t65BfZsvcs6f6gD95Y4YFAwEDAQMBAwEDAQOBZ4yATDOesQeGeQOBZ4xA4xEP536Qz1t/Wsgbf1ywLXrzTwp4588LefvPROaHBduS2Uj3myL77l8UocqN2jere+tHhSgfFL3zFwV862+KeVfp+ZPCR/blni3x6U3Ro2zcq9smLm+I7AMyUvfeXxZl8FL+PtC+Xd3r+JSPH/yrYsFh85hVDIpWbL79owK5ZwW8JeVK3fryLcH2A8Fzp/dkvZ6Nrk+8l4PJhpHYYRwvJwJG1AYCBgIGAgYCTwoBI6l7UsgaevcMApr0At2ksZfJtMf938vY78h3XcM4DAQMBAwEDAQegoDRbCBgILBjBGQ6u2MZQ8BAwEDAQMBAwEDAQMBAwEDAQMBAwEDgmSJgGL+PgJHU3cfCODMQMBAwEDAQMBAwEDAQMBAwEDAQMBDYcwgYSd2Wt8xoNBAwEDAQMBAwEDAQMBAwEDAQMBAwEHi+ETCSuuf7/hje7RUEDD8NBAwEDAQMBAwEDAQMBAwEDASeEQL/OwAAAP//2KmprwAAAAZJREFUAwAegHC+5He3PwAAAABJRU5ErkJggg=="/>
          <p:cNvSpPr>
            <a:spLocks noChangeAspect="1" noChangeArrowheads="1"/>
          </p:cNvSpPr>
          <p:nvPr/>
        </p:nvSpPr>
        <p:spPr bwMode="auto">
          <a:xfrm>
            <a:off x="155575" y="-2201863"/>
            <a:ext cx="5619750" cy="459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180182"/>
            <a:ext cx="9145935" cy="150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48494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201</TotalTime>
  <Words>580</Words>
  <Application>Microsoft Office PowerPoint</Application>
  <PresentationFormat>Panorámica</PresentationFormat>
  <Paragraphs>98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Faceta</vt:lpstr>
      <vt:lpstr>Diseño y Optimización de Bases de Datos: Proyecto Ecommify (Olist)</vt:lpstr>
      <vt:lpstr>Contexto y Gobernanza del Proyecto</vt:lpstr>
      <vt:lpstr>Requisitos Funcionales y No Funcionales</vt:lpstr>
      <vt:lpstr>Justificación Teórica: El Teorema CAP</vt:lpstr>
      <vt:lpstr>Patrón CQRS y Arquitectura Polyglot Persistence</vt:lpstr>
      <vt:lpstr>Diagrama Entidad-Relación (Núcleo del Negocio)</vt:lpstr>
      <vt:lpstr>Modelado Físico y Reglas de Negocio (PostgreSQL)</vt:lpstr>
      <vt:lpstr>Optimizaciones de Nivel Producción en PostgreSQL</vt:lpstr>
      <vt:lpstr>Diseño de Documentos Derivados (Read Models)</vt:lpstr>
      <vt:lpstr>Matriz de Decisión Tecnológica</vt:lpstr>
      <vt:lpstr>Riesgos de la Arquitectura y Mitigaciones</vt:lpstr>
      <vt:lpstr>Hoja de Ruta de Despliegue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SalesCore Evolution: Transformación Digital y Migración Cloud.</dc:title>
  <dc:creator>Usuario de Windows</dc:creator>
  <cp:lastModifiedBy>Usuario de Windows</cp:lastModifiedBy>
  <cp:revision>27</cp:revision>
  <dcterms:created xsi:type="dcterms:W3CDTF">2026-05-03T17:13:13Z</dcterms:created>
  <dcterms:modified xsi:type="dcterms:W3CDTF">2026-05-26T03:03:37Z</dcterms:modified>
</cp:coreProperties>
</file>